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3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588"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283" r:id="rId64"/>
    <p:sldId id="319" r:id="rId65"/>
    <p:sldId id="320" r:id="rId66"/>
    <p:sldId id="321" r:id="rId67"/>
    <p:sldId id="322" r:id="rId68"/>
    <p:sldId id="323" r:id="rId69"/>
    <p:sldId id="324" r:id="rId70"/>
    <p:sldId id="325" r:id="rId71"/>
    <p:sldId id="329" r:id="rId72"/>
    <p:sldId id="330" r:id="rId73"/>
    <p:sldId id="331" r:id="rId74"/>
    <p:sldId id="326" r:id="rId75"/>
    <p:sldId id="327" r:id="rId76"/>
    <p:sldId id="328" r:id="rId77"/>
    <p:sldId id="332" r:id="rId78"/>
    <p:sldId id="333" r:id="rId79"/>
    <p:sldId id="334" r:id="rId80"/>
    <p:sldId id="335" r:id="rId81"/>
    <p:sldId id="336" r:id="rId82"/>
    <p:sldId id="337" r:id="rId83"/>
    <p:sldId id="338" r:id="rId84"/>
    <p:sldId id="339" r:id="rId85"/>
    <p:sldId id="341" r:id="rId86"/>
    <p:sldId id="340" r:id="rId87"/>
    <p:sldId id="342" r:id="rId88"/>
    <p:sldId id="343" r:id="rId89"/>
    <p:sldId id="344" r:id="rId90"/>
    <p:sldId id="345" r:id="rId91"/>
    <p:sldId id="346" r:id="rId92"/>
    <p:sldId id="347" r:id="rId93"/>
    <p:sldId id="348" r:id="rId94"/>
    <p:sldId id="349" r:id="rId95"/>
    <p:sldId id="351" r:id="rId96"/>
    <p:sldId id="352" r:id="rId97"/>
    <p:sldId id="350"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590" r:id="rId127"/>
    <p:sldId id="381" r:id="rId128"/>
    <p:sldId id="382" r:id="rId129"/>
    <p:sldId id="383" r:id="rId130"/>
    <p:sldId id="384" r:id="rId131"/>
    <p:sldId id="386" r:id="rId132"/>
    <p:sldId id="387" r:id="rId133"/>
    <p:sldId id="388" r:id="rId134"/>
    <p:sldId id="389" r:id="rId135"/>
    <p:sldId id="390" r:id="rId136"/>
    <p:sldId id="391" r:id="rId137"/>
    <p:sldId id="392" r:id="rId138"/>
    <p:sldId id="393" r:id="rId139"/>
    <p:sldId id="395" r:id="rId140"/>
    <p:sldId id="394"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32" r:id="rId164"/>
    <p:sldId id="433" r:id="rId165"/>
    <p:sldId id="434" r:id="rId166"/>
    <p:sldId id="435" r:id="rId167"/>
    <p:sldId id="418" r:id="rId168"/>
    <p:sldId id="419" r:id="rId169"/>
    <p:sldId id="420" r:id="rId170"/>
    <p:sldId id="421" r:id="rId171"/>
    <p:sldId id="426" r:id="rId172"/>
    <p:sldId id="427" r:id="rId173"/>
    <p:sldId id="428" r:id="rId174"/>
    <p:sldId id="422" r:id="rId175"/>
    <p:sldId id="589" r:id="rId176"/>
    <p:sldId id="423" r:id="rId177"/>
    <p:sldId id="424" r:id="rId178"/>
    <p:sldId id="425" r:id="rId179"/>
    <p:sldId id="429" r:id="rId180"/>
    <p:sldId id="430" r:id="rId181"/>
    <p:sldId id="431" r:id="rId182"/>
    <p:sldId id="436" r:id="rId183"/>
    <p:sldId id="437" r:id="rId184"/>
    <p:sldId id="438" r:id="rId185"/>
    <p:sldId id="439" r:id="rId186"/>
    <p:sldId id="440" r:id="rId187"/>
    <p:sldId id="441" r:id="rId188"/>
    <p:sldId id="442" r:id="rId189"/>
    <p:sldId id="443" r:id="rId190"/>
    <p:sldId id="444" r:id="rId191"/>
    <p:sldId id="452" r:id="rId192"/>
    <p:sldId id="453" r:id="rId193"/>
    <p:sldId id="454" r:id="rId194"/>
    <p:sldId id="455" r:id="rId195"/>
    <p:sldId id="456" r:id="rId196"/>
    <p:sldId id="457" r:id="rId197"/>
    <p:sldId id="458" r:id="rId198"/>
    <p:sldId id="445" r:id="rId199"/>
    <p:sldId id="446" r:id="rId200"/>
    <p:sldId id="447" r:id="rId201"/>
    <p:sldId id="448" r:id="rId202"/>
    <p:sldId id="449" r:id="rId203"/>
    <p:sldId id="450" r:id="rId204"/>
    <p:sldId id="451"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1" r:id="rId218"/>
    <p:sldId id="472" r:id="rId219"/>
    <p:sldId id="473" r:id="rId220"/>
    <p:sldId id="474" r:id="rId221"/>
    <p:sldId id="475" r:id="rId222"/>
    <p:sldId id="476" r:id="rId223"/>
    <p:sldId id="554" r:id="rId224"/>
    <p:sldId id="555" r:id="rId225"/>
    <p:sldId id="556" r:id="rId226"/>
    <p:sldId id="559" r:id="rId227"/>
    <p:sldId id="560" r:id="rId228"/>
    <p:sldId id="557" r:id="rId229"/>
    <p:sldId id="558" r:id="rId230"/>
    <p:sldId id="561" r:id="rId231"/>
    <p:sldId id="562" r:id="rId232"/>
    <p:sldId id="564" r:id="rId233"/>
    <p:sldId id="563" r:id="rId234"/>
    <p:sldId id="565" r:id="rId235"/>
    <p:sldId id="566" r:id="rId236"/>
    <p:sldId id="567" r:id="rId237"/>
    <p:sldId id="568" r:id="rId238"/>
    <p:sldId id="569" r:id="rId239"/>
    <p:sldId id="570" r:id="rId240"/>
    <p:sldId id="571" r:id="rId241"/>
    <p:sldId id="572" r:id="rId242"/>
    <p:sldId id="573" r:id="rId243"/>
    <p:sldId id="574" r:id="rId244"/>
    <p:sldId id="575" r:id="rId245"/>
    <p:sldId id="576" r:id="rId246"/>
    <p:sldId id="577" r:id="rId247"/>
    <p:sldId id="578" r:id="rId248"/>
    <p:sldId id="579" r:id="rId249"/>
    <p:sldId id="580" r:id="rId250"/>
    <p:sldId id="581" r:id="rId251"/>
    <p:sldId id="584" r:id="rId252"/>
    <p:sldId id="585" r:id="rId253"/>
    <p:sldId id="582" r:id="rId254"/>
    <p:sldId id="583" r:id="rId255"/>
    <p:sldId id="586" r:id="rId256"/>
    <p:sldId id="587" r:id="rId257"/>
    <p:sldId id="477" r:id="rId258"/>
    <p:sldId id="478" r:id="rId259"/>
    <p:sldId id="479" r:id="rId260"/>
    <p:sldId id="480" r:id="rId261"/>
    <p:sldId id="481" r:id="rId262"/>
    <p:sldId id="482" r:id="rId263"/>
    <p:sldId id="483" r:id="rId264"/>
    <p:sldId id="484" r:id="rId265"/>
    <p:sldId id="487" r:id="rId266"/>
    <p:sldId id="488" r:id="rId267"/>
    <p:sldId id="485" r:id="rId268"/>
    <p:sldId id="486" r:id="rId269"/>
    <p:sldId id="489" r:id="rId270"/>
    <p:sldId id="490" r:id="rId271"/>
    <p:sldId id="491" r:id="rId272"/>
    <p:sldId id="492" r:id="rId273"/>
    <p:sldId id="493" r:id="rId274"/>
    <p:sldId id="494" r:id="rId275"/>
    <p:sldId id="495" r:id="rId276"/>
    <p:sldId id="496" r:id="rId277"/>
    <p:sldId id="497" r:id="rId278"/>
    <p:sldId id="499" r:id="rId279"/>
    <p:sldId id="498" r:id="rId280"/>
    <p:sldId id="500" r:id="rId281"/>
    <p:sldId id="501" r:id="rId282"/>
    <p:sldId id="502" r:id="rId283"/>
    <p:sldId id="503" r:id="rId284"/>
    <p:sldId id="506" r:id="rId285"/>
    <p:sldId id="505" r:id="rId286"/>
    <p:sldId id="504" r:id="rId287"/>
    <p:sldId id="507" r:id="rId288"/>
    <p:sldId id="508" r:id="rId289"/>
    <p:sldId id="509" r:id="rId290"/>
    <p:sldId id="510" r:id="rId291"/>
    <p:sldId id="515" r:id="rId292"/>
    <p:sldId id="511" r:id="rId293"/>
    <p:sldId id="512" r:id="rId294"/>
    <p:sldId id="513" r:id="rId295"/>
    <p:sldId id="514" r:id="rId296"/>
    <p:sldId id="519" r:id="rId297"/>
    <p:sldId id="517" r:id="rId298"/>
    <p:sldId id="518" r:id="rId299"/>
    <p:sldId id="521" r:id="rId300"/>
    <p:sldId id="522" r:id="rId301"/>
    <p:sldId id="523" r:id="rId302"/>
    <p:sldId id="524" r:id="rId303"/>
    <p:sldId id="525" r:id="rId304"/>
    <p:sldId id="526" r:id="rId305"/>
    <p:sldId id="527" r:id="rId306"/>
    <p:sldId id="530" r:id="rId307"/>
    <p:sldId id="531" r:id="rId308"/>
    <p:sldId id="532" r:id="rId309"/>
    <p:sldId id="528" r:id="rId310"/>
    <p:sldId id="529" r:id="rId311"/>
    <p:sldId id="533" r:id="rId312"/>
    <p:sldId id="534" r:id="rId313"/>
    <p:sldId id="535" r:id="rId314"/>
    <p:sldId id="536" r:id="rId315"/>
    <p:sldId id="537" r:id="rId316"/>
    <p:sldId id="538" r:id="rId317"/>
    <p:sldId id="539" r:id="rId318"/>
    <p:sldId id="540" r:id="rId319"/>
    <p:sldId id="541" r:id="rId320"/>
    <p:sldId id="542" r:id="rId321"/>
    <p:sldId id="543" r:id="rId322"/>
    <p:sldId id="544" r:id="rId323"/>
    <p:sldId id="545" r:id="rId324"/>
    <p:sldId id="546" r:id="rId325"/>
    <p:sldId id="547" r:id="rId326"/>
    <p:sldId id="548" r:id="rId327"/>
    <p:sldId id="549" r:id="rId328"/>
    <p:sldId id="550" r:id="rId329"/>
    <p:sldId id="551" r:id="rId330"/>
    <p:sldId id="552" r:id="rId331"/>
    <p:sldId id="553" r:id="rId332"/>
    <p:sldId id="591" r:id="rId3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C753D0-C1FD-421B-A4B9-35D3032A2568}" v="53" dt="2025-07-19T15:05:13.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18" autoAdjust="0"/>
  </p:normalViewPr>
  <p:slideViewPr>
    <p:cSldViewPr snapToGrid="0">
      <p:cViewPr varScale="1">
        <p:scale>
          <a:sx n="77" d="100"/>
          <a:sy n="77" d="100"/>
        </p:scale>
        <p:origin x="835" y="58"/>
      </p:cViewPr>
      <p:guideLst>
        <p:guide orient="horz" pos="2160"/>
        <p:guide pos="3840"/>
      </p:guideLst>
    </p:cSldViewPr>
  </p:slideViewPr>
  <p:outlineViewPr>
    <p:cViewPr>
      <p:scale>
        <a:sx n="33" d="100"/>
        <a:sy n="33" d="100"/>
      </p:scale>
      <p:origin x="0" y="-399173"/>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presProps" Target="presProps.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theme" Target="theme/theme1.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tableStyles" Target="tableStyles.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microsoft.com/office/2016/11/relationships/changesInfo" Target="changesInfos/changesInfo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microsoft.com/office/2015/10/relationships/revisionInfo" Target="revisionInfo.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notesMaster" Target="notesMasters/notesMaster1.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viewProps" Target="viewProps.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shrithest H G" userId="622bd235-907d-4fb8-839a-81785c42b997" providerId="ADAL" clId="{045AF0FA-BE36-4846-B712-F63CFD96281E}"/>
    <pc:docChg chg="undo redo custSel addSld delSld modSld sldOrd">
      <pc:chgData name="Aashrithest H G" userId="622bd235-907d-4fb8-839a-81785c42b997" providerId="ADAL" clId="{045AF0FA-BE36-4846-B712-F63CFD96281E}" dt="2025-01-04T07:39:59.222" v="9839"/>
      <pc:docMkLst>
        <pc:docMk/>
      </pc:docMkLst>
      <pc:sldChg chg="modSp mod">
        <pc:chgData name="Aashrithest H G" userId="622bd235-907d-4fb8-839a-81785c42b997" providerId="ADAL" clId="{045AF0FA-BE36-4846-B712-F63CFD96281E}" dt="2024-12-24T04:43:26.860" v="8574" actId="20577"/>
        <pc:sldMkLst>
          <pc:docMk/>
          <pc:sldMk cId="2373192683" sldId="257"/>
        </pc:sldMkLst>
      </pc:sldChg>
      <pc:sldChg chg="modSp mod">
        <pc:chgData name="Aashrithest H G" userId="622bd235-907d-4fb8-839a-81785c42b997" providerId="ADAL" clId="{045AF0FA-BE36-4846-B712-F63CFD96281E}" dt="2024-11-26T09:41:47.974" v="169" actId="20577"/>
        <pc:sldMkLst>
          <pc:docMk/>
          <pc:sldMk cId="1654582879" sldId="258"/>
        </pc:sldMkLst>
      </pc:sldChg>
      <pc:sldChg chg="modSp new mod">
        <pc:chgData name="Aashrithest H G" userId="622bd235-907d-4fb8-839a-81785c42b997" providerId="ADAL" clId="{045AF0FA-BE36-4846-B712-F63CFD96281E}" dt="2024-11-26T10:32:59.972" v="420" actId="313"/>
        <pc:sldMkLst>
          <pc:docMk/>
          <pc:sldMk cId="3437563222" sldId="259"/>
        </pc:sldMkLst>
      </pc:sldChg>
      <pc:sldChg chg="modSp new mod">
        <pc:chgData name="Aashrithest H G" userId="622bd235-907d-4fb8-839a-81785c42b997" providerId="ADAL" clId="{045AF0FA-BE36-4846-B712-F63CFD96281E}" dt="2024-11-26T10:17:51.011" v="405" actId="207"/>
        <pc:sldMkLst>
          <pc:docMk/>
          <pc:sldMk cId="2146599633" sldId="260"/>
        </pc:sldMkLst>
      </pc:sldChg>
      <pc:sldChg chg="addSp delSp modSp new mod">
        <pc:chgData name="Aashrithest H G" userId="622bd235-907d-4fb8-839a-81785c42b997" providerId="ADAL" clId="{045AF0FA-BE36-4846-B712-F63CFD96281E}" dt="2024-11-26T10:36:31.162" v="503" actId="20577"/>
        <pc:sldMkLst>
          <pc:docMk/>
          <pc:sldMk cId="581501396" sldId="261"/>
        </pc:sldMkLst>
      </pc:sldChg>
      <pc:sldChg chg="modSp new mod">
        <pc:chgData name="Aashrithest H G" userId="622bd235-907d-4fb8-839a-81785c42b997" providerId="ADAL" clId="{045AF0FA-BE36-4846-B712-F63CFD96281E}" dt="2024-11-26T11:04:26.268" v="684" actId="207"/>
        <pc:sldMkLst>
          <pc:docMk/>
          <pc:sldMk cId="3476424391" sldId="262"/>
        </pc:sldMkLst>
      </pc:sldChg>
      <pc:sldChg chg="modSp new mod">
        <pc:chgData name="Aashrithest H G" userId="622bd235-907d-4fb8-839a-81785c42b997" providerId="ADAL" clId="{045AF0FA-BE36-4846-B712-F63CFD96281E}" dt="2024-11-26T11:05:45.716" v="690" actId="207"/>
        <pc:sldMkLst>
          <pc:docMk/>
          <pc:sldMk cId="1319164363" sldId="263"/>
        </pc:sldMkLst>
      </pc:sldChg>
      <pc:sldChg chg="addSp delSp modSp new mod">
        <pc:chgData name="Aashrithest H G" userId="622bd235-907d-4fb8-839a-81785c42b997" providerId="ADAL" clId="{045AF0FA-BE36-4846-B712-F63CFD96281E}" dt="2024-11-27T03:32:31.253" v="1041" actId="20577"/>
        <pc:sldMkLst>
          <pc:docMk/>
          <pc:sldMk cId="1422662967" sldId="264"/>
        </pc:sldMkLst>
      </pc:sldChg>
      <pc:sldChg chg="addSp delSp modSp new mod">
        <pc:chgData name="Aashrithest H G" userId="622bd235-907d-4fb8-839a-81785c42b997" providerId="ADAL" clId="{045AF0FA-BE36-4846-B712-F63CFD96281E}" dt="2024-11-27T04:30:59.225" v="1253" actId="255"/>
        <pc:sldMkLst>
          <pc:docMk/>
          <pc:sldMk cId="831421628" sldId="265"/>
        </pc:sldMkLst>
      </pc:sldChg>
      <pc:sldChg chg="addSp delSp modSp new mod">
        <pc:chgData name="Aashrithest H G" userId="622bd235-907d-4fb8-839a-81785c42b997" providerId="ADAL" clId="{045AF0FA-BE36-4846-B712-F63CFD96281E}" dt="2024-11-27T04:45:59.956" v="1303" actId="207"/>
        <pc:sldMkLst>
          <pc:docMk/>
          <pc:sldMk cId="2469300092" sldId="266"/>
        </pc:sldMkLst>
      </pc:sldChg>
      <pc:sldChg chg="addSp modSp new mod">
        <pc:chgData name="Aashrithest H G" userId="622bd235-907d-4fb8-839a-81785c42b997" providerId="ADAL" clId="{045AF0FA-BE36-4846-B712-F63CFD96281E}" dt="2024-11-27T09:31:02.375" v="1933" actId="207"/>
        <pc:sldMkLst>
          <pc:docMk/>
          <pc:sldMk cId="2335782851" sldId="267"/>
        </pc:sldMkLst>
      </pc:sldChg>
      <pc:sldChg chg="addSp delSp modSp new mod">
        <pc:chgData name="Aashrithest H G" userId="622bd235-907d-4fb8-839a-81785c42b997" providerId="ADAL" clId="{045AF0FA-BE36-4846-B712-F63CFD96281E}" dt="2024-11-27T09:21:38.676" v="1894" actId="122"/>
        <pc:sldMkLst>
          <pc:docMk/>
          <pc:sldMk cId="1534777508" sldId="268"/>
        </pc:sldMkLst>
      </pc:sldChg>
      <pc:sldChg chg="addSp delSp modSp new mod">
        <pc:chgData name="Aashrithest H G" userId="622bd235-907d-4fb8-839a-81785c42b997" providerId="ADAL" clId="{045AF0FA-BE36-4846-B712-F63CFD96281E}" dt="2024-11-27T06:31:38.714" v="1565" actId="207"/>
        <pc:sldMkLst>
          <pc:docMk/>
          <pc:sldMk cId="1803059613" sldId="269"/>
        </pc:sldMkLst>
      </pc:sldChg>
      <pc:sldChg chg="modSp new del mod">
        <pc:chgData name="Aashrithest H G" userId="622bd235-907d-4fb8-839a-81785c42b997" providerId="ADAL" clId="{045AF0FA-BE36-4846-B712-F63CFD96281E}" dt="2024-11-27T05:56:51.893" v="1547" actId="680"/>
        <pc:sldMkLst>
          <pc:docMk/>
          <pc:sldMk cId="1972377695" sldId="270"/>
        </pc:sldMkLst>
      </pc:sldChg>
      <pc:sldChg chg="modSp new mod modShow">
        <pc:chgData name="Aashrithest H G" userId="622bd235-907d-4fb8-839a-81785c42b997" providerId="ADAL" clId="{045AF0FA-BE36-4846-B712-F63CFD96281E}" dt="2024-11-27T05:57:46.746" v="1557" actId="729"/>
        <pc:sldMkLst>
          <pc:docMk/>
          <pc:sldMk cId="3445317330" sldId="270"/>
        </pc:sldMkLst>
      </pc:sldChg>
      <pc:sldChg chg="modSp new mod">
        <pc:chgData name="Aashrithest H G" userId="622bd235-907d-4fb8-839a-81785c42b997" providerId="ADAL" clId="{045AF0FA-BE36-4846-B712-F63CFD96281E}" dt="2024-11-27T06:35:47.017" v="1630" actId="207"/>
        <pc:sldMkLst>
          <pc:docMk/>
          <pc:sldMk cId="2451230625" sldId="271"/>
        </pc:sldMkLst>
      </pc:sldChg>
      <pc:sldChg chg="addSp modSp new mod">
        <pc:chgData name="Aashrithest H G" userId="622bd235-907d-4fb8-839a-81785c42b997" providerId="ADAL" clId="{045AF0FA-BE36-4846-B712-F63CFD96281E}" dt="2024-11-27T09:16:43.128" v="1885" actId="122"/>
        <pc:sldMkLst>
          <pc:docMk/>
          <pc:sldMk cId="1041353965" sldId="272"/>
        </pc:sldMkLst>
      </pc:sldChg>
      <pc:sldChg chg="addSp modSp new mod modShow">
        <pc:chgData name="Aashrithest H G" userId="622bd235-907d-4fb8-839a-81785c42b997" providerId="ADAL" clId="{045AF0FA-BE36-4846-B712-F63CFD96281E}" dt="2024-11-27T07:12:36.240" v="1738" actId="729"/>
        <pc:sldMkLst>
          <pc:docMk/>
          <pc:sldMk cId="2164490192" sldId="273"/>
        </pc:sldMkLst>
      </pc:sldChg>
      <pc:sldChg chg="addSp delSp modSp new mod">
        <pc:chgData name="Aashrithest H G" userId="622bd235-907d-4fb8-839a-81785c42b997" providerId="ADAL" clId="{045AF0FA-BE36-4846-B712-F63CFD96281E}" dt="2024-11-27T12:00:36.912" v="2709" actId="20577"/>
        <pc:sldMkLst>
          <pc:docMk/>
          <pc:sldMk cId="3149394500" sldId="274"/>
        </pc:sldMkLst>
      </pc:sldChg>
      <pc:sldChg chg="addSp modSp new mod">
        <pc:chgData name="Aashrithest H G" userId="622bd235-907d-4fb8-839a-81785c42b997" providerId="ADAL" clId="{045AF0FA-BE36-4846-B712-F63CFD96281E}" dt="2024-11-27T09:32:30.302" v="1944" actId="113"/>
        <pc:sldMkLst>
          <pc:docMk/>
          <pc:sldMk cId="3271450142" sldId="275"/>
        </pc:sldMkLst>
      </pc:sldChg>
      <pc:sldChg chg="addSp modSp new mod modShow">
        <pc:chgData name="Aashrithest H G" userId="622bd235-907d-4fb8-839a-81785c42b997" providerId="ADAL" clId="{045AF0FA-BE36-4846-B712-F63CFD96281E}" dt="2024-11-27T10:16:05.291" v="2074" actId="729"/>
        <pc:sldMkLst>
          <pc:docMk/>
          <pc:sldMk cId="4240271931" sldId="276"/>
        </pc:sldMkLst>
      </pc:sldChg>
      <pc:sldChg chg="addSp delSp modSp new mod modShow">
        <pc:chgData name="Aashrithest H G" userId="622bd235-907d-4fb8-839a-81785c42b997" providerId="ADAL" clId="{045AF0FA-BE36-4846-B712-F63CFD96281E}" dt="2024-11-28T03:14:39.536" v="2765" actId="20577"/>
        <pc:sldMkLst>
          <pc:docMk/>
          <pc:sldMk cId="1942274263" sldId="277"/>
        </pc:sldMkLst>
      </pc:sldChg>
      <pc:sldChg chg="modSp new mod">
        <pc:chgData name="Aashrithest H G" userId="622bd235-907d-4fb8-839a-81785c42b997" providerId="ADAL" clId="{045AF0FA-BE36-4846-B712-F63CFD96281E}" dt="2024-11-27T10:46:32.516" v="2546" actId="13926"/>
        <pc:sldMkLst>
          <pc:docMk/>
          <pc:sldMk cId="566714543" sldId="278"/>
        </pc:sldMkLst>
      </pc:sldChg>
      <pc:sldChg chg="modSp new mod modShow">
        <pc:chgData name="Aashrithest H G" userId="622bd235-907d-4fb8-839a-81785c42b997" providerId="ADAL" clId="{045AF0FA-BE36-4846-B712-F63CFD96281E}" dt="2024-11-27T10:55:56.233" v="2563" actId="729"/>
        <pc:sldMkLst>
          <pc:docMk/>
          <pc:sldMk cId="3667914756" sldId="279"/>
        </pc:sldMkLst>
      </pc:sldChg>
      <pc:sldChg chg="modSp new mod">
        <pc:chgData name="Aashrithest H G" userId="622bd235-907d-4fb8-839a-81785c42b997" providerId="ADAL" clId="{045AF0FA-BE36-4846-B712-F63CFD96281E}" dt="2024-12-02T11:34:57.537" v="3757" actId="12"/>
        <pc:sldMkLst>
          <pc:docMk/>
          <pc:sldMk cId="4018736075" sldId="280"/>
        </pc:sldMkLst>
      </pc:sldChg>
      <pc:sldChg chg="modSp new mod modShow">
        <pc:chgData name="Aashrithest H G" userId="622bd235-907d-4fb8-839a-81785c42b997" providerId="ADAL" clId="{045AF0FA-BE36-4846-B712-F63CFD96281E}" dt="2024-11-27T11:54:07.459" v="2690" actId="729"/>
        <pc:sldMkLst>
          <pc:docMk/>
          <pc:sldMk cId="2652385564" sldId="281"/>
        </pc:sldMkLst>
      </pc:sldChg>
      <pc:sldChg chg="addSp modSp new mod">
        <pc:chgData name="Aashrithest H G" userId="622bd235-907d-4fb8-839a-81785c42b997" providerId="ADAL" clId="{045AF0FA-BE36-4846-B712-F63CFD96281E}" dt="2024-11-28T04:06:59.428" v="2793" actId="20577"/>
        <pc:sldMkLst>
          <pc:docMk/>
          <pc:sldMk cId="418729660" sldId="282"/>
        </pc:sldMkLst>
      </pc:sldChg>
      <pc:sldChg chg="modSp new mod modShow">
        <pc:chgData name="Aashrithest H G" userId="622bd235-907d-4fb8-839a-81785c42b997" providerId="ADAL" clId="{045AF0FA-BE36-4846-B712-F63CFD96281E}" dt="2024-11-27T12:20:57.761" v="2764" actId="729"/>
        <pc:sldMkLst>
          <pc:docMk/>
          <pc:sldMk cId="3185799109" sldId="283"/>
        </pc:sldMkLst>
      </pc:sldChg>
      <pc:sldChg chg="modSp new mod">
        <pc:chgData name="Aashrithest H G" userId="622bd235-907d-4fb8-839a-81785c42b997" providerId="ADAL" clId="{045AF0FA-BE36-4846-B712-F63CFD96281E}" dt="2024-11-28T04:42:16.153" v="3120" actId="207"/>
        <pc:sldMkLst>
          <pc:docMk/>
          <pc:sldMk cId="2504509302" sldId="284"/>
        </pc:sldMkLst>
      </pc:sldChg>
      <pc:sldChg chg="addSp delSp modSp new mod">
        <pc:chgData name="Aashrithest H G" userId="622bd235-907d-4fb8-839a-81785c42b997" providerId="ADAL" clId="{045AF0FA-BE36-4846-B712-F63CFD96281E}" dt="2024-11-28T04:39:14.187" v="3103" actId="207"/>
        <pc:sldMkLst>
          <pc:docMk/>
          <pc:sldMk cId="3502298367" sldId="285"/>
        </pc:sldMkLst>
      </pc:sldChg>
      <pc:sldChg chg="addSp modSp new mod">
        <pc:chgData name="Aashrithest H G" userId="622bd235-907d-4fb8-839a-81785c42b997" providerId="ADAL" clId="{045AF0FA-BE36-4846-B712-F63CFD96281E}" dt="2024-12-02T08:54:08.157" v="3417" actId="20577"/>
        <pc:sldMkLst>
          <pc:docMk/>
          <pc:sldMk cId="2151290565" sldId="286"/>
        </pc:sldMkLst>
      </pc:sldChg>
      <pc:sldChg chg="modSp new mod modShow">
        <pc:chgData name="Aashrithest H G" userId="622bd235-907d-4fb8-839a-81785c42b997" providerId="ADAL" clId="{045AF0FA-BE36-4846-B712-F63CFD96281E}" dt="2024-11-28T05:06:55.883" v="3224" actId="729"/>
        <pc:sldMkLst>
          <pc:docMk/>
          <pc:sldMk cId="2631880635" sldId="287"/>
        </pc:sldMkLst>
      </pc:sldChg>
      <pc:sldChg chg="addSp delSp modSp new mod">
        <pc:chgData name="Aashrithest H G" userId="622bd235-907d-4fb8-839a-81785c42b997" providerId="ADAL" clId="{045AF0FA-BE36-4846-B712-F63CFD96281E}" dt="2024-12-02T09:15:19.441" v="3493" actId="207"/>
        <pc:sldMkLst>
          <pc:docMk/>
          <pc:sldMk cId="2974891451" sldId="288"/>
        </pc:sldMkLst>
      </pc:sldChg>
      <pc:sldChg chg="modSp new mod modShow">
        <pc:chgData name="Aashrithest H G" userId="622bd235-907d-4fb8-839a-81785c42b997" providerId="ADAL" clId="{045AF0FA-BE36-4846-B712-F63CFD96281E}" dt="2024-11-28T05:42:56.195" v="3341" actId="729"/>
        <pc:sldMkLst>
          <pc:docMk/>
          <pc:sldMk cId="710371023" sldId="289"/>
        </pc:sldMkLst>
      </pc:sldChg>
      <pc:sldChg chg="addSp modSp new mod modShow">
        <pc:chgData name="Aashrithest H G" userId="622bd235-907d-4fb8-839a-81785c42b997" providerId="ADAL" clId="{045AF0FA-BE36-4846-B712-F63CFD96281E}" dt="2024-12-02T08:40:17.986" v="3367" actId="729"/>
        <pc:sldMkLst>
          <pc:docMk/>
          <pc:sldMk cId="497753728" sldId="290"/>
        </pc:sldMkLst>
      </pc:sldChg>
      <pc:sldChg chg="addSp modSp new mod">
        <pc:chgData name="Aashrithest H G" userId="622bd235-907d-4fb8-839a-81785c42b997" providerId="ADAL" clId="{045AF0FA-BE36-4846-B712-F63CFD96281E}" dt="2024-12-02T10:25:22.564" v="3679" actId="13926"/>
        <pc:sldMkLst>
          <pc:docMk/>
          <pc:sldMk cId="945301498" sldId="291"/>
        </pc:sldMkLst>
      </pc:sldChg>
      <pc:sldChg chg="addSp modSp new mod">
        <pc:chgData name="Aashrithest H G" userId="622bd235-907d-4fb8-839a-81785c42b997" providerId="ADAL" clId="{045AF0FA-BE36-4846-B712-F63CFD96281E}" dt="2024-12-02T09:38:45.232" v="3531" actId="14100"/>
        <pc:sldMkLst>
          <pc:docMk/>
          <pc:sldMk cId="993253469" sldId="292"/>
        </pc:sldMkLst>
      </pc:sldChg>
      <pc:sldChg chg="modSp new mod modShow">
        <pc:chgData name="Aashrithest H G" userId="622bd235-907d-4fb8-839a-81785c42b997" providerId="ADAL" clId="{045AF0FA-BE36-4846-B712-F63CFD96281E}" dt="2024-12-02T09:42:17.386" v="3544" actId="729"/>
        <pc:sldMkLst>
          <pc:docMk/>
          <pc:sldMk cId="3648517629" sldId="293"/>
        </pc:sldMkLst>
      </pc:sldChg>
      <pc:sldChg chg="addSp delSp modSp new mod">
        <pc:chgData name="Aashrithest H G" userId="622bd235-907d-4fb8-839a-81785c42b997" providerId="ADAL" clId="{045AF0FA-BE36-4846-B712-F63CFD96281E}" dt="2024-12-02T10:15:17.905" v="3675" actId="2711"/>
        <pc:sldMkLst>
          <pc:docMk/>
          <pc:sldMk cId="538740306" sldId="294"/>
        </pc:sldMkLst>
      </pc:sldChg>
      <pc:sldChg chg="modSp new mod modShow">
        <pc:chgData name="Aashrithest H G" userId="622bd235-907d-4fb8-839a-81785c42b997" providerId="ADAL" clId="{045AF0FA-BE36-4846-B712-F63CFD96281E}" dt="2024-12-02T11:02:00.389" v="3706" actId="729"/>
        <pc:sldMkLst>
          <pc:docMk/>
          <pc:sldMk cId="1755994195" sldId="295"/>
        </pc:sldMkLst>
      </pc:sldChg>
      <pc:sldChg chg="addSp delSp modSp new mod">
        <pc:chgData name="Aashrithest H G" userId="622bd235-907d-4fb8-839a-81785c42b997" providerId="ADAL" clId="{045AF0FA-BE36-4846-B712-F63CFD96281E}" dt="2024-12-02T11:39:29.492" v="3792" actId="255"/>
        <pc:sldMkLst>
          <pc:docMk/>
          <pc:sldMk cId="4032548008" sldId="296"/>
        </pc:sldMkLst>
      </pc:sldChg>
      <pc:sldChg chg="addSp modSp new mod">
        <pc:chgData name="Aashrithest H G" userId="622bd235-907d-4fb8-839a-81785c42b997" providerId="ADAL" clId="{045AF0FA-BE36-4846-B712-F63CFD96281E}" dt="2024-12-02T11:52:54.200" v="3856" actId="1076"/>
        <pc:sldMkLst>
          <pc:docMk/>
          <pc:sldMk cId="4033074112" sldId="297"/>
        </pc:sldMkLst>
      </pc:sldChg>
      <pc:sldChg chg="addSp modSp new mod">
        <pc:chgData name="Aashrithest H G" userId="622bd235-907d-4fb8-839a-81785c42b997" providerId="ADAL" clId="{045AF0FA-BE36-4846-B712-F63CFD96281E}" dt="2024-12-04T04:50:24.216" v="4281" actId="12"/>
        <pc:sldMkLst>
          <pc:docMk/>
          <pc:sldMk cId="1755721367" sldId="298"/>
        </pc:sldMkLst>
      </pc:sldChg>
      <pc:sldChg chg="addSp modSp new mod modShow">
        <pc:chgData name="Aashrithest H G" userId="622bd235-907d-4fb8-839a-81785c42b997" providerId="ADAL" clId="{045AF0FA-BE36-4846-B712-F63CFD96281E}" dt="2024-12-04T04:36:03.892" v="4274" actId="729"/>
        <pc:sldMkLst>
          <pc:docMk/>
          <pc:sldMk cId="3977655719" sldId="299"/>
        </pc:sldMkLst>
      </pc:sldChg>
      <pc:sldChg chg="addSp modSp new mod">
        <pc:chgData name="Aashrithest H G" userId="622bd235-907d-4fb8-839a-81785c42b997" providerId="ADAL" clId="{045AF0FA-BE36-4846-B712-F63CFD96281E}" dt="2024-12-04T04:59:05.683" v="4330" actId="1076"/>
        <pc:sldMkLst>
          <pc:docMk/>
          <pc:sldMk cId="2248232560" sldId="300"/>
        </pc:sldMkLst>
      </pc:sldChg>
      <pc:sldChg chg="modSp new mod modShow">
        <pc:chgData name="Aashrithest H G" userId="622bd235-907d-4fb8-839a-81785c42b997" providerId="ADAL" clId="{045AF0FA-BE36-4846-B712-F63CFD96281E}" dt="2024-12-04T05:01:00.694" v="4350" actId="729"/>
        <pc:sldMkLst>
          <pc:docMk/>
          <pc:sldMk cId="2875042578" sldId="301"/>
        </pc:sldMkLst>
      </pc:sldChg>
      <pc:sldChg chg="addSp modSp new mod">
        <pc:chgData name="Aashrithest H G" userId="622bd235-907d-4fb8-839a-81785c42b997" providerId="ADAL" clId="{045AF0FA-BE36-4846-B712-F63CFD96281E}" dt="2024-12-04T06:49:08.162" v="4551" actId="255"/>
        <pc:sldMkLst>
          <pc:docMk/>
          <pc:sldMk cId="1719480221" sldId="302"/>
        </pc:sldMkLst>
      </pc:sldChg>
      <pc:sldChg chg="addSp modSp new mod">
        <pc:chgData name="Aashrithest H G" userId="622bd235-907d-4fb8-839a-81785c42b997" providerId="ADAL" clId="{045AF0FA-BE36-4846-B712-F63CFD96281E}" dt="2024-12-06T03:44:16.090" v="4576" actId="255"/>
        <pc:sldMkLst>
          <pc:docMk/>
          <pc:sldMk cId="3142235941" sldId="303"/>
        </pc:sldMkLst>
      </pc:sldChg>
      <pc:sldChg chg="addSp modSp new mod">
        <pc:chgData name="Aashrithest H G" userId="622bd235-907d-4fb8-839a-81785c42b997" providerId="ADAL" clId="{045AF0FA-BE36-4846-B712-F63CFD96281E}" dt="2024-12-04T06:50:44.322" v="4572" actId="255"/>
        <pc:sldMkLst>
          <pc:docMk/>
          <pc:sldMk cId="1929646096" sldId="304"/>
        </pc:sldMkLst>
      </pc:sldChg>
      <pc:sldChg chg="modSp new mod">
        <pc:chgData name="Aashrithest H G" userId="622bd235-907d-4fb8-839a-81785c42b997" providerId="ADAL" clId="{045AF0FA-BE36-4846-B712-F63CFD96281E}" dt="2024-12-06T03:49:18.279" v="4666" actId="14100"/>
        <pc:sldMkLst>
          <pc:docMk/>
          <pc:sldMk cId="2024409776" sldId="305"/>
        </pc:sldMkLst>
      </pc:sldChg>
      <pc:sldChg chg="addSp modSp new mod">
        <pc:chgData name="Aashrithest H G" userId="622bd235-907d-4fb8-839a-81785c42b997" providerId="ADAL" clId="{045AF0FA-BE36-4846-B712-F63CFD96281E}" dt="2024-12-06T06:03:26.007" v="4737" actId="20577"/>
        <pc:sldMkLst>
          <pc:docMk/>
          <pc:sldMk cId="4221757949" sldId="306"/>
        </pc:sldMkLst>
      </pc:sldChg>
      <pc:sldChg chg="addSp modSp new mod">
        <pc:chgData name="Aashrithest H G" userId="622bd235-907d-4fb8-839a-81785c42b997" providerId="ADAL" clId="{045AF0FA-BE36-4846-B712-F63CFD96281E}" dt="2024-12-06T08:32:06.993" v="4748" actId="255"/>
        <pc:sldMkLst>
          <pc:docMk/>
          <pc:sldMk cId="355489506" sldId="307"/>
        </pc:sldMkLst>
      </pc:sldChg>
      <pc:sldChg chg="addSp modSp new mod">
        <pc:chgData name="Aashrithest H G" userId="622bd235-907d-4fb8-839a-81785c42b997" providerId="ADAL" clId="{045AF0FA-BE36-4846-B712-F63CFD96281E}" dt="2024-12-06T09:06:18.203" v="4845" actId="20577"/>
        <pc:sldMkLst>
          <pc:docMk/>
          <pc:sldMk cId="638996245" sldId="308"/>
        </pc:sldMkLst>
      </pc:sldChg>
      <pc:sldChg chg="addSp modSp new mod">
        <pc:chgData name="Aashrithest H G" userId="622bd235-907d-4fb8-839a-81785c42b997" providerId="ADAL" clId="{045AF0FA-BE36-4846-B712-F63CFD96281E}" dt="2024-12-06T09:13:04.797" v="4863" actId="255"/>
        <pc:sldMkLst>
          <pc:docMk/>
          <pc:sldMk cId="1933660809" sldId="309"/>
        </pc:sldMkLst>
      </pc:sldChg>
      <pc:sldChg chg="modSp new mod">
        <pc:chgData name="Aashrithest H G" userId="622bd235-907d-4fb8-839a-81785c42b997" providerId="ADAL" clId="{045AF0FA-BE36-4846-B712-F63CFD96281E}" dt="2024-12-07T04:26:19.358" v="5017" actId="207"/>
        <pc:sldMkLst>
          <pc:docMk/>
          <pc:sldMk cId="3193708297" sldId="310"/>
        </pc:sldMkLst>
      </pc:sldChg>
      <pc:sldChg chg="addSp delSp modSp new mod modShow">
        <pc:chgData name="Aashrithest H G" userId="622bd235-907d-4fb8-839a-81785c42b997" providerId="ADAL" clId="{045AF0FA-BE36-4846-B712-F63CFD96281E}" dt="2024-12-07T04:28:22.741" v="5063" actId="729"/>
        <pc:sldMkLst>
          <pc:docMk/>
          <pc:sldMk cId="3179903608" sldId="311"/>
        </pc:sldMkLst>
      </pc:sldChg>
      <pc:sldChg chg="addSp modSp new mod">
        <pc:chgData name="Aashrithest H G" userId="622bd235-907d-4fb8-839a-81785c42b997" providerId="ADAL" clId="{045AF0FA-BE36-4846-B712-F63CFD96281E}" dt="2024-12-07T04:33:25.671" v="5152" actId="14100"/>
        <pc:sldMkLst>
          <pc:docMk/>
          <pc:sldMk cId="1619209649" sldId="312"/>
        </pc:sldMkLst>
      </pc:sldChg>
      <pc:sldChg chg="modSp new mod">
        <pc:chgData name="Aashrithest H G" userId="622bd235-907d-4fb8-839a-81785c42b997" providerId="ADAL" clId="{045AF0FA-BE36-4846-B712-F63CFD96281E}" dt="2024-12-07T04:34:32.037" v="5170" actId="14100"/>
        <pc:sldMkLst>
          <pc:docMk/>
          <pc:sldMk cId="3457387811" sldId="313"/>
        </pc:sldMkLst>
      </pc:sldChg>
      <pc:sldChg chg="modSp new mod">
        <pc:chgData name="Aashrithest H G" userId="622bd235-907d-4fb8-839a-81785c42b997" providerId="ADAL" clId="{045AF0FA-BE36-4846-B712-F63CFD96281E}" dt="2024-12-07T05:07:35.155" v="5285" actId="20577"/>
        <pc:sldMkLst>
          <pc:docMk/>
          <pc:sldMk cId="2118858952" sldId="314"/>
        </pc:sldMkLst>
      </pc:sldChg>
      <pc:sldChg chg="modSp new mod modShow">
        <pc:chgData name="Aashrithest H G" userId="622bd235-907d-4fb8-839a-81785c42b997" providerId="ADAL" clId="{045AF0FA-BE36-4846-B712-F63CFD96281E}" dt="2024-12-07T05:25:33.574" v="5305" actId="729"/>
        <pc:sldMkLst>
          <pc:docMk/>
          <pc:sldMk cId="1580115981" sldId="315"/>
        </pc:sldMkLst>
      </pc:sldChg>
      <pc:sldChg chg="addSp delSp modSp new mod">
        <pc:chgData name="Aashrithest H G" userId="622bd235-907d-4fb8-839a-81785c42b997" providerId="ADAL" clId="{045AF0FA-BE36-4846-B712-F63CFD96281E}" dt="2024-12-07T06:15:50.223" v="5379" actId="207"/>
        <pc:sldMkLst>
          <pc:docMk/>
          <pc:sldMk cId="1567204085" sldId="316"/>
        </pc:sldMkLst>
      </pc:sldChg>
      <pc:sldChg chg="modSp new mod">
        <pc:chgData name="Aashrithest H G" userId="622bd235-907d-4fb8-839a-81785c42b997" providerId="ADAL" clId="{045AF0FA-BE36-4846-B712-F63CFD96281E}" dt="2024-12-07T06:17:23.754" v="5408" actId="20577"/>
        <pc:sldMkLst>
          <pc:docMk/>
          <pc:sldMk cId="489229750" sldId="317"/>
        </pc:sldMkLst>
      </pc:sldChg>
      <pc:sldChg chg="modSp new mod">
        <pc:chgData name="Aashrithest H G" userId="622bd235-907d-4fb8-839a-81785c42b997" providerId="ADAL" clId="{045AF0FA-BE36-4846-B712-F63CFD96281E}" dt="2024-12-07T06:17:53.573" v="5417" actId="255"/>
        <pc:sldMkLst>
          <pc:docMk/>
          <pc:sldMk cId="3337167011" sldId="318"/>
        </pc:sldMkLst>
      </pc:sldChg>
      <pc:sldChg chg="addSp delSp modSp new mod">
        <pc:chgData name="Aashrithest H G" userId="622bd235-907d-4fb8-839a-81785c42b997" providerId="ADAL" clId="{045AF0FA-BE36-4846-B712-F63CFD96281E}" dt="2024-12-09T04:13:23.547" v="5998" actId="12"/>
        <pc:sldMkLst>
          <pc:docMk/>
          <pc:sldMk cId="1268043959" sldId="319"/>
        </pc:sldMkLst>
      </pc:sldChg>
      <pc:sldChg chg="modSp new mod">
        <pc:chgData name="Aashrithest H G" userId="622bd235-907d-4fb8-839a-81785c42b997" providerId="ADAL" clId="{045AF0FA-BE36-4846-B712-F63CFD96281E}" dt="2024-12-09T04:42:19.200" v="6236" actId="20577"/>
        <pc:sldMkLst>
          <pc:docMk/>
          <pc:sldMk cId="1429553095" sldId="320"/>
        </pc:sldMkLst>
      </pc:sldChg>
      <pc:sldChg chg="modSp new mod modShow">
        <pc:chgData name="Aashrithest H G" userId="622bd235-907d-4fb8-839a-81785c42b997" providerId="ADAL" clId="{045AF0FA-BE36-4846-B712-F63CFD96281E}" dt="2024-12-09T04:32:40.950" v="6063" actId="729"/>
        <pc:sldMkLst>
          <pc:docMk/>
          <pc:sldMk cId="3245688088" sldId="321"/>
        </pc:sldMkLst>
      </pc:sldChg>
      <pc:sldChg chg="modSp new mod">
        <pc:chgData name="Aashrithest H G" userId="622bd235-907d-4fb8-839a-81785c42b997" providerId="ADAL" clId="{045AF0FA-BE36-4846-B712-F63CFD96281E}" dt="2024-12-09T04:42:05.301" v="6227" actId="207"/>
        <pc:sldMkLst>
          <pc:docMk/>
          <pc:sldMk cId="1583523721" sldId="322"/>
        </pc:sldMkLst>
      </pc:sldChg>
      <pc:sldChg chg="modSp new mod modShow">
        <pc:chgData name="Aashrithest H G" userId="622bd235-907d-4fb8-839a-81785c42b997" providerId="ADAL" clId="{045AF0FA-BE36-4846-B712-F63CFD96281E}" dt="2024-12-09T04:56:34.213" v="6244" actId="729"/>
        <pc:sldMkLst>
          <pc:docMk/>
          <pc:sldMk cId="3672763106" sldId="323"/>
        </pc:sldMkLst>
      </pc:sldChg>
      <pc:sldChg chg="addSp modSp new mod">
        <pc:chgData name="Aashrithest H G" userId="622bd235-907d-4fb8-839a-81785c42b997" providerId="ADAL" clId="{045AF0FA-BE36-4846-B712-F63CFD96281E}" dt="2024-12-09T05:43:49.631" v="6288" actId="1076"/>
        <pc:sldMkLst>
          <pc:docMk/>
          <pc:sldMk cId="119734521" sldId="324"/>
        </pc:sldMkLst>
      </pc:sldChg>
      <pc:sldChg chg="addSp modSp new mod">
        <pc:chgData name="Aashrithest H G" userId="622bd235-907d-4fb8-839a-81785c42b997" providerId="ADAL" clId="{045AF0FA-BE36-4846-B712-F63CFD96281E}" dt="2024-12-09T06:58:21.879" v="6307" actId="2711"/>
        <pc:sldMkLst>
          <pc:docMk/>
          <pc:sldMk cId="453117644" sldId="325"/>
        </pc:sldMkLst>
      </pc:sldChg>
      <pc:sldChg chg="modSp new mod">
        <pc:chgData name="Aashrithest H G" userId="622bd235-907d-4fb8-839a-81785c42b997" providerId="ADAL" clId="{045AF0FA-BE36-4846-B712-F63CFD96281E}" dt="2024-12-09T07:13:58.750" v="6400" actId="20577"/>
        <pc:sldMkLst>
          <pc:docMk/>
          <pc:sldMk cId="59004531" sldId="326"/>
        </pc:sldMkLst>
      </pc:sldChg>
      <pc:sldChg chg="modSp new mod">
        <pc:chgData name="Aashrithest H G" userId="622bd235-907d-4fb8-839a-81785c42b997" providerId="ADAL" clId="{045AF0FA-BE36-4846-B712-F63CFD96281E}" dt="2024-12-09T07:14:13.688" v="6408" actId="207"/>
        <pc:sldMkLst>
          <pc:docMk/>
          <pc:sldMk cId="1251065529" sldId="327"/>
        </pc:sldMkLst>
      </pc:sldChg>
      <pc:sldChg chg="addSp modSp new mod modShow">
        <pc:chgData name="Aashrithest H G" userId="622bd235-907d-4fb8-839a-81785c42b997" providerId="ADAL" clId="{045AF0FA-BE36-4846-B712-F63CFD96281E}" dt="2024-12-09T07:31:32.576" v="6424" actId="729"/>
        <pc:sldMkLst>
          <pc:docMk/>
          <pc:sldMk cId="2510905464" sldId="328"/>
        </pc:sldMkLst>
      </pc:sldChg>
      <pc:sldChg chg="modSp new mod ord">
        <pc:chgData name="Aashrithest H G" userId="622bd235-907d-4fb8-839a-81785c42b997" providerId="ADAL" clId="{045AF0FA-BE36-4846-B712-F63CFD96281E}" dt="2024-12-10T03:26:48.120" v="6501" actId="207"/>
        <pc:sldMkLst>
          <pc:docMk/>
          <pc:sldMk cId="979301069" sldId="329"/>
        </pc:sldMkLst>
      </pc:sldChg>
      <pc:sldChg chg="addSp modSp new mod">
        <pc:chgData name="Aashrithest H G" userId="622bd235-907d-4fb8-839a-81785c42b997" providerId="ADAL" clId="{045AF0FA-BE36-4846-B712-F63CFD96281E}" dt="2024-12-10T03:37:22.123" v="6520" actId="1076"/>
        <pc:sldMkLst>
          <pc:docMk/>
          <pc:sldMk cId="3985541743" sldId="330"/>
        </pc:sldMkLst>
      </pc:sldChg>
      <pc:sldChg chg="addSp modSp new mod">
        <pc:chgData name="Aashrithest H G" userId="622bd235-907d-4fb8-839a-81785c42b997" providerId="ADAL" clId="{045AF0FA-BE36-4846-B712-F63CFD96281E}" dt="2024-12-10T03:39:02.149" v="6532" actId="255"/>
        <pc:sldMkLst>
          <pc:docMk/>
          <pc:sldMk cId="1376834136" sldId="331"/>
        </pc:sldMkLst>
      </pc:sldChg>
      <pc:sldChg chg="modSp new mod">
        <pc:chgData name="Aashrithest H G" userId="622bd235-907d-4fb8-839a-81785c42b997" providerId="ADAL" clId="{045AF0FA-BE36-4846-B712-F63CFD96281E}" dt="2024-12-10T04:51:14.676" v="6645" actId="207"/>
        <pc:sldMkLst>
          <pc:docMk/>
          <pc:sldMk cId="2117469203" sldId="332"/>
        </pc:sldMkLst>
      </pc:sldChg>
      <pc:sldChg chg="modSp new mod modShow">
        <pc:chgData name="Aashrithest H G" userId="622bd235-907d-4fb8-839a-81785c42b997" providerId="ADAL" clId="{045AF0FA-BE36-4846-B712-F63CFD96281E}" dt="2024-12-10T05:03:36.261" v="6654" actId="729"/>
        <pc:sldMkLst>
          <pc:docMk/>
          <pc:sldMk cId="3799863325" sldId="333"/>
        </pc:sldMkLst>
      </pc:sldChg>
      <pc:sldChg chg="addSp delSp modSp new mod">
        <pc:chgData name="Aashrithest H G" userId="622bd235-907d-4fb8-839a-81785c42b997" providerId="ADAL" clId="{045AF0FA-BE36-4846-B712-F63CFD96281E}" dt="2024-12-10T05:49:52.401" v="6966" actId="368"/>
        <pc:sldMkLst>
          <pc:docMk/>
          <pc:sldMk cId="3483582438" sldId="334"/>
        </pc:sldMkLst>
      </pc:sldChg>
      <pc:sldChg chg="addSp delSp modSp new mod">
        <pc:chgData name="Aashrithest H G" userId="622bd235-907d-4fb8-839a-81785c42b997" providerId="ADAL" clId="{045AF0FA-BE36-4846-B712-F63CFD96281E}" dt="2024-12-10T06:24:46.287" v="7054" actId="207"/>
        <pc:sldMkLst>
          <pc:docMk/>
          <pc:sldMk cId="356174952" sldId="335"/>
        </pc:sldMkLst>
      </pc:sldChg>
      <pc:sldChg chg="addSp delSp modSp new mod">
        <pc:chgData name="Aashrithest H G" userId="622bd235-907d-4fb8-839a-81785c42b997" providerId="ADAL" clId="{045AF0FA-BE36-4846-B712-F63CFD96281E}" dt="2024-12-10T07:03:23.633" v="7120" actId="13926"/>
        <pc:sldMkLst>
          <pc:docMk/>
          <pc:sldMk cId="1704312343" sldId="336"/>
        </pc:sldMkLst>
      </pc:sldChg>
      <pc:sldChg chg="modSp new mod">
        <pc:chgData name="Aashrithest H G" userId="622bd235-907d-4fb8-839a-81785c42b997" providerId="ADAL" clId="{045AF0FA-BE36-4846-B712-F63CFD96281E}" dt="2024-12-11T04:08:42.936" v="7292" actId="20577"/>
        <pc:sldMkLst>
          <pc:docMk/>
          <pc:sldMk cId="8918804" sldId="337"/>
        </pc:sldMkLst>
      </pc:sldChg>
      <pc:sldChg chg="modSp new mod">
        <pc:chgData name="Aashrithest H G" userId="622bd235-907d-4fb8-839a-81785c42b997" providerId="ADAL" clId="{045AF0FA-BE36-4846-B712-F63CFD96281E}" dt="2024-12-11T04:50:13.803" v="7497" actId="13926"/>
        <pc:sldMkLst>
          <pc:docMk/>
          <pc:sldMk cId="760728790" sldId="338"/>
        </pc:sldMkLst>
      </pc:sldChg>
      <pc:sldChg chg="modSp new mod modShow">
        <pc:chgData name="Aashrithest H G" userId="622bd235-907d-4fb8-839a-81785c42b997" providerId="ADAL" clId="{045AF0FA-BE36-4846-B712-F63CFD96281E}" dt="2024-12-11T04:47:22.519" v="7439" actId="729"/>
        <pc:sldMkLst>
          <pc:docMk/>
          <pc:sldMk cId="1451565448" sldId="339"/>
        </pc:sldMkLst>
      </pc:sldChg>
      <pc:sldChg chg="modSp new mod">
        <pc:chgData name="Aashrithest H G" userId="622bd235-907d-4fb8-839a-81785c42b997" providerId="ADAL" clId="{045AF0FA-BE36-4846-B712-F63CFD96281E}" dt="2024-12-11T04:47:12.092" v="7438" actId="2711"/>
        <pc:sldMkLst>
          <pc:docMk/>
          <pc:sldMk cId="4096553998" sldId="340"/>
        </pc:sldMkLst>
      </pc:sldChg>
      <pc:sldChg chg="modSp new mod">
        <pc:chgData name="Aashrithest H G" userId="622bd235-907d-4fb8-839a-81785c42b997" providerId="ADAL" clId="{045AF0FA-BE36-4846-B712-F63CFD96281E}" dt="2024-12-11T04:50:36.024" v="7499" actId="207"/>
        <pc:sldMkLst>
          <pc:docMk/>
          <pc:sldMk cId="2910150550" sldId="341"/>
        </pc:sldMkLst>
      </pc:sldChg>
      <pc:sldChg chg="modSp new mod">
        <pc:chgData name="Aashrithest H G" userId="622bd235-907d-4fb8-839a-81785c42b997" providerId="ADAL" clId="{045AF0FA-BE36-4846-B712-F63CFD96281E}" dt="2024-12-11T05:37:46.475" v="7601" actId="207"/>
        <pc:sldMkLst>
          <pc:docMk/>
          <pc:sldMk cId="2730613579" sldId="342"/>
        </pc:sldMkLst>
      </pc:sldChg>
      <pc:sldChg chg="addSp modSp new mod">
        <pc:chgData name="Aashrithest H G" userId="622bd235-907d-4fb8-839a-81785c42b997" providerId="ADAL" clId="{045AF0FA-BE36-4846-B712-F63CFD96281E}" dt="2024-12-12T06:12:29.289" v="7617" actId="255"/>
        <pc:sldMkLst>
          <pc:docMk/>
          <pc:sldMk cId="1615097709" sldId="343"/>
        </pc:sldMkLst>
      </pc:sldChg>
      <pc:sldChg chg="modSp new mod">
        <pc:chgData name="Aashrithest H G" userId="622bd235-907d-4fb8-839a-81785c42b997" providerId="ADAL" clId="{045AF0FA-BE36-4846-B712-F63CFD96281E}" dt="2024-12-12T07:11:18.506" v="7690" actId="20577"/>
        <pc:sldMkLst>
          <pc:docMk/>
          <pc:sldMk cId="1898463255" sldId="344"/>
        </pc:sldMkLst>
      </pc:sldChg>
      <pc:sldChg chg="modSp new mod">
        <pc:chgData name="Aashrithest H G" userId="622bd235-907d-4fb8-839a-81785c42b997" providerId="ADAL" clId="{045AF0FA-BE36-4846-B712-F63CFD96281E}" dt="2024-12-12T07:13:57.095" v="7721" actId="207"/>
        <pc:sldMkLst>
          <pc:docMk/>
          <pc:sldMk cId="2448923001" sldId="345"/>
        </pc:sldMkLst>
      </pc:sldChg>
      <pc:sldChg chg="addSp modSp new mod">
        <pc:chgData name="Aashrithest H G" userId="622bd235-907d-4fb8-839a-81785c42b997" providerId="ADAL" clId="{045AF0FA-BE36-4846-B712-F63CFD96281E}" dt="2024-12-12T07:27:37.539" v="7734" actId="255"/>
        <pc:sldMkLst>
          <pc:docMk/>
          <pc:sldMk cId="848808470" sldId="346"/>
        </pc:sldMkLst>
      </pc:sldChg>
      <pc:sldChg chg="modSp new mod">
        <pc:chgData name="Aashrithest H G" userId="622bd235-907d-4fb8-839a-81785c42b997" providerId="ADAL" clId="{045AF0FA-BE36-4846-B712-F63CFD96281E}" dt="2024-12-12T08:41:58.372" v="7814" actId="207"/>
        <pc:sldMkLst>
          <pc:docMk/>
          <pc:sldMk cId="3803995470" sldId="347"/>
        </pc:sldMkLst>
      </pc:sldChg>
      <pc:sldChg chg="modSp new mod">
        <pc:chgData name="Aashrithest H G" userId="622bd235-907d-4fb8-839a-81785c42b997" providerId="ADAL" clId="{045AF0FA-BE36-4846-B712-F63CFD96281E}" dt="2024-12-13T04:21:11.470" v="8111" actId="20577"/>
        <pc:sldMkLst>
          <pc:docMk/>
          <pc:sldMk cId="138582439" sldId="348"/>
        </pc:sldMkLst>
      </pc:sldChg>
      <pc:sldChg chg="modSp new mod">
        <pc:chgData name="Aashrithest H G" userId="622bd235-907d-4fb8-839a-81785c42b997" providerId="ADAL" clId="{045AF0FA-BE36-4846-B712-F63CFD96281E}" dt="2024-12-13T04:38:30.975" v="8162" actId="207"/>
        <pc:sldMkLst>
          <pc:docMk/>
          <pc:sldMk cId="4166585809" sldId="349"/>
        </pc:sldMkLst>
      </pc:sldChg>
      <pc:sldChg chg="modSp new mod">
        <pc:chgData name="Aashrithest H G" userId="622bd235-907d-4fb8-839a-81785c42b997" providerId="ADAL" clId="{045AF0FA-BE36-4846-B712-F63CFD96281E}" dt="2024-12-13T04:15:55.177" v="8081" actId="13926"/>
        <pc:sldMkLst>
          <pc:docMk/>
          <pc:sldMk cId="831266397" sldId="350"/>
        </pc:sldMkLst>
      </pc:sldChg>
      <pc:sldChg chg="addSp modSp new mod ord">
        <pc:chgData name="Aashrithest H G" userId="622bd235-907d-4fb8-839a-81785c42b997" providerId="ADAL" clId="{045AF0FA-BE36-4846-B712-F63CFD96281E}" dt="2024-12-13T04:21:35.254" v="8113"/>
        <pc:sldMkLst>
          <pc:docMk/>
          <pc:sldMk cId="2030139756" sldId="351"/>
        </pc:sldMkLst>
      </pc:sldChg>
      <pc:sldChg chg="addSp modSp new mod">
        <pc:chgData name="Aashrithest H G" userId="622bd235-907d-4fb8-839a-81785c42b997" providerId="ADAL" clId="{045AF0FA-BE36-4846-B712-F63CFD96281E}" dt="2024-12-13T04:43:49.804" v="8287" actId="20577"/>
        <pc:sldMkLst>
          <pc:docMk/>
          <pc:sldMk cId="2053289346" sldId="352"/>
        </pc:sldMkLst>
      </pc:sldChg>
      <pc:sldChg chg="modSp add mod">
        <pc:chgData name="Aashrithest H G" userId="622bd235-907d-4fb8-839a-81785c42b997" providerId="ADAL" clId="{045AF0FA-BE36-4846-B712-F63CFD96281E}" dt="2024-12-24T04:53:14.666" v="8679" actId="20577"/>
        <pc:sldMkLst>
          <pc:docMk/>
          <pc:sldMk cId="0" sldId="353"/>
        </pc:sldMkLst>
      </pc:sldChg>
      <pc:sldChg chg="add">
        <pc:chgData name="Aashrithest H G" userId="622bd235-907d-4fb8-839a-81785c42b997" providerId="ADAL" clId="{045AF0FA-BE36-4846-B712-F63CFD96281E}" dt="2024-12-16T03:16:38.433" v="8289"/>
        <pc:sldMkLst>
          <pc:docMk/>
          <pc:sldMk cId="0" sldId="354"/>
        </pc:sldMkLst>
      </pc:sldChg>
      <pc:sldChg chg="add">
        <pc:chgData name="Aashrithest H G" userId="622bd235-907d-4fb8-839a-81785c42b997" providerId="ADAL" clId="{045AF0FA-BE36-4846-B712-F63CFD96281E}" dt="2024-12-16T03:16:46.011" v="8290"/>
        <pc:sldMkLst>
          <pc:docMk/>
          <pc:sldMk cId="0" sldId="355"/>
        </pc:sldMkLst>
      </pc:sldChg>
      <pc:sldChg chg="add">
        <pc:chgData name="Aashrithest H G" userId="622bd235-907d-4fb8-839a-81785c42b997" providerId="ADAL" clId="{045AF0FA-BE36-4846-B712-F63CFD96281E}" dt="2024-12-16T03:16:58.838" v="8291"/>
        <pc:sldMkLst>
          <pc:docMk/>
          <pc:sldMk cId="0" sldId="356"/>
        </pc:sldMkLst>
      </pc:sldChg>
      <pc:sldChg chg="add">
        <pc:chgData name="Aashrithest H G" userId="622bd235-907d-4fb8-839a-81785c42b997" providerId="ADAL" clId="{045AF0FA-BE36-4846-B712-F63CFD96281E}" dt="2024-12-16T03:17:07.669" v="8292"/>
        <pc:sldMkLst>
          <pc:docMk/>
          <pc:sldMk cId="0" sldId="357"/>
        </pc:sldMkLst>
      </pc:sldChg>
      <pc:sldChg chg="add">
        <pc:chgData name="Aashrithest H G" userId="622bd235-907d-4fb8-839a-81785c42b997" providerId="ADAL" clId="{045AF0FA-BE36-4846-B712-F63CFD96281E}" dt="2024-12-16T03:17:15.998" v="8293"/>
        <pc:sldMkLst>
          <pc:docMk/>
          <pc:sldMk cId="0" sldId="358"/>
        </pc:sldMkLst>
      </pc:sldChg>
      <pc:sldChg chg="add">
        <pc:chgData name="Aashrithest H G" userId="622bd235-907d-4fb8-839a-81785c42b997" providerId="ADAL" clId="{045AF0FA-BE36-4846-B712-F63CFD96281E}" dt="2024-12-16T03:17:24.896" v="8294"/>
        <pc:sldMkLst>
          <pc:docMk/>
          <pc:sldMk cId="0" sldId="359"/>
        </pc:sldMkLst>
      </pc:sldChg>
      <pc:sldChg chg="add">
        <pc:chgData name="Aashrithest H G" userId="622bd235-907d-4fb8-839a-81785c42b997" providerId="ADAL" clId="{045AF0FA-BE36-4846-B712-F63CFD96281E}" dt="2024-12-16T03:17:30.103" v="8295"/>
        <pc:sldMkLst>
          <pc:docMk/>
          <pc:sldMk cId="0" sldId="360"/>
        </pc:sldMkLst>
      </pc:sldChg>
      <pc:sldChg chg="add">
        <pc:chgData name="Aashrithest H G" userId="622bd235-907d-4fb8-839a-81785c42b997" providerId="ADAL" clId="{045AF0FA-BE36-4846-B712-F63CFD96281E}" dt="2024-12-16T03:17:35.516" v="8296"/>
        <pc:sldMkLst>
          <pc:docMk/>
          <pc:sldMk cId="0" sldId="361"/>
        </pc:sldMkLst>
      </pc:sldChg>
      <pc:sldChg chg="add">
        <pc:chgData name="Aashrithest H G" userId="622bd235-907d-4fb8-839a-81785c42b997" providerId="ADAL" clId="{045AF0FA-BE36-4846-B712-F63CFD96281E}" dt="2024-12-16T03:17:45.468" v="8297"/>
        <pc:sldMkLst>
          <pc:docMk/>
          <pc:sldMk cId="0" sldId="362"/>
        </pc:sldMkLst>
      </pc:sldChg>
      <pc:sldChg chg="add del">
        <pc:chgData name="Aashrithest H G" userId="622bd235-907d-4fb8-839a-81785c42b997" providerId="ADAL" clId="{045AF0FA-BE36-4846-B712-F63CFD96281E}" dt="2024-12-16T03:18:03.078" v="8300"/>
        <pc:sldMkLst>
          <pc:docMk/>
          <pc:sldMk cId="0" sldId="363"/>
        </pc:sldMkLst>
      </pc:sldChg>
      <pc:sldChg chg="add">
        <pc:chgData name="Aashrithest H G" userId="622bd235-907d-4fb8-839a-81785c42b997" providerId="ADAL" clId="{045AF0FA-BE36-4846-B712-F63CFD96281E}" dt="2024-12-16T03:18:11.760" v="8301"/>
        <pc:sldMkLst>
          <pc:docMk/>
          <pc:sldMk cId="0" sldId="364"/>
        </pc:sldMkLst>
      </pc:sldChg>
      <pc:sldChg chg="add">
        <pc:chgData name="Aashrithest H G" userId="622bd235-907d-4fb8-839a-81785c42b997" providerId="ADAL" clId="{045AF0FA-BE36-4846-B712-F63CFD96281E}" dt="2024-12-16T03:18:18.014" v="8302"/>
        <pc:sldMkLst>
          <pc:docMk/>
          <pc:sldMk cId="0" sldId="365"/>
        </pc:sldMkLst>
      </pc:sldChg>
      <pc:sldChg chg="add">
        <pc:chgData name="Aashrithest H G" userId="622bd235-907d-4fb8-839a-81785c42b997" providerId="ADAL" clId="{045AF0FA-BE36-4846-B712-F63CFD96281E}" dt="2024-12-16T03:18:24.805" v="8303"/>
        <pc:sldMkLst>
          <pc:docMk/>
          <pc:sldMk cId="0" sldId="366"/>
        </pc:sldMkLst>
      </pc:sldChg>
      <pc:sldChg chg="add">
        <pc:chgData name="Aashrithest H G" userId="622bd235-907d-4fb8-839a-81785c42b997" providerId="ADAL" clId="{045AF0FA-BE36-4846-B712-F63CFD96281E}" dt="2024-12-16T03:18:29.723" v="8304"/>
        <pc:sldMkLst>
          <pc:docMk/>
          <pc:sldMk cId="0" sldId="367"/>
        </pc:sldMkLst>
      </pc:sldChg>
      <pc:sldChg chg="add">
        <pc:chgData name="Aashrithest H G" userId="622bd235-907d-4fb8-839a-81785c42b997" providerId="ADAL" clId="{045AF0FA-BE36-4846-B712-F63CFD96281E}" dt="2024-12-16T03:18:34.874" v="8305"/>
        <pc:sldMkLst>
          <pc:docMk/>
          <pc:sldMk cId="0" sldId="368"/>
        </pc:sldMkLst>
      </pc:sldChg>
      <pc:sldChg chg="add">
        <pc:chgData name="Aashrithest H G" userId="622bd235-907d-4fb8-839a-81785c42b997" providerId="ADAL" clId="{045AF0FA-BE36-4846-B712-F63CFD96281E}" dt="2024-12-16T03:18:39.574" v="8306"/>
        <pc:sldMkLst>
          <pc:docMk/>
          <pc:sldMk cId="0" sldId="369"/>
        </pc:sldMkLst>
      </pc:sldChg>
      <pc:sldChg chg="add">
        <pc:chgData name="Aashrithest H G" userId="622bd235-907d-4fb8-839a-81785c42b997" providerId="ADAL" clId="{045AF0FA-BE36-4846-B712-F63CFD96281E}" dt="2024-12-16T03:18:44.959" v="8307"/>
        <pc:sldMkLst>
          <pc:docMk/>
          <pc:sldMk cId="0" sldId="370"/>
        </pc:sldMkLst>
      </pc:sldChg>
      <pc:sldChg chg="add">
        <pc:chgData name="Aashrithest H G" userId="622bd235-907d-4fb8-839a-81785c42b997" providerId="ADAL" clId="{045AF0FA-BE36-4846-B712-F63CFD96281E}" dt="2024-12-16T03:18:49.091" v="8308"/>
        <pc:sldMkLst>
          <pc:docMk/>
          <pc:sldMk cId="0" sldId="371"/>
        </pc:sldMkLst>
      </pc:sldChg>
      <pc:sldChg chg="add">
        <pc:chgData name="Aashrithest H G" userId="622bd235-907d-4fb8-839a-81785c42b997" providerId="ADAL" clId="{045AF0FA-BE36-4846-B712-F63CFD96281E}" dt="2024-12-16T03:18:53.038" v="8309"/>
        <pc:sldMkLst>
          <pc:docMk/>
          <pc:sldMk cId="0" sldId="372"/>
        </pc:sldMkLst>
      </pc:sldChg>
      <pc:sldChg chg="modSp add mod">
        <pc:chgData name="Aashrithest H G" userId="622bd235-907d-4fb8-839a-81785c42b997" providerId="ADAL" clId="{045AF0FA-BE36-4846-B712-F63CFD96281E}" dt="2024-12-24T04:53:37.902" v="8680" actId="20577"/>
        <pc:sldMkLst>
          <pc:docMk/>
          <pc:sldMk cId="0" sldId="373"/>
        </pc:sldMkLst>
      </pc:sldChg>
      <pc:sldChg chg="add">
        <pc:chgData name="Aashrithest H G" userId="622bd235-907d-4fb8-839a-81785c42b997" providerId="ADAL" clId="{045AF0FA-BE36-4846-B712-F63CFD96281E}" dt="2024-12-17T03:52:30.194" v="8311"/>
        <pc:sldMkLst>
          <pc:docMk/>
          <pc:sldMk cId="0" sldId="374"/>
        </pc:sldMkLst>
      </pc:sldChg>
      <pc:sldChg chg="add">
        <pc:chgData name="Aashrithest H G" userId="622bd235-907d-4fb8-839a-81785c42b997" providerId="ADAL" clId="{045AF0FA-BE36-4846-B712-F63CFD96281E}" dt="2024-12-17T03:52:37.688" v="8312"/>
        <pc:sldMkLst>
          <pc:docMk/>
          <pc:sldMk cId="0" sldId="375"/>
        </pc:sldMkLst>
      </pc:sldChg>
      <pc:sldChg chg="add">
        <pc:chgData name="Aashrithest H G" userId="622bd235-907d-4fb8-839a-81785c42b997" providerId="ADAL" clId="{045AF0FA-BE36-4846-B712-F63CFD96281E}" dt="2024-12-17T03:52:45.432" v="8313"/>
        <pc:sldMkLst>
          <pc:docMk/>
          <pc:sldMk cId="0" sldId="376"/>
        </pc:sldMkLst>
      </pc:sldChg>
      <pc:sldChg chg="modSp new mod">
        <pc:chgData name="Aashrithest H G" userId="622bd235-907d-4fb8-839a-81785c42b997" providerId="ADAL" clId="{045AF0FA-BE36-4846-B712-F63CFD96281E}" dt="2024-12-24T04:55:40.293" v="8681" actId="13926"/>
        <pc:sldMkLst>
          <pc:docMk/>
          <pc:sldMk cId="3556808614" sldId="377"/>
        </pc:sldMkLst>
      </pc:sldChg>
      <pc:sldChg chg="modSp new mod">
        <pc:chgData name="Aashrithest H G" userId="622bd235-907d-4fb8-839a-81785c42b997" providerId="ADAL" clId="{045AF0FA-BE36-4846-B712-F63CFD96281E}" dt="2024-12-23T10:22:15.044" v="8418" actId="12"/>
        <pc:sldMkLst>
          <pc:docMk/>
          <pc:sldMk cId="4146441221" sldId="378"/>
        </pc:sldMkLst>
      </pc:sldChg>
      <pc:sldChg chg="modSp new mod">
        <pc:chgData name="Aashrithest H G" userId="622bd235-907d-4fb8-839a-81785c42b997" providerId="ADAL" clId="{045AF0FA-BE36-4846-B712-F63CFD96281E}" dt="2024-12-24T04:52:24.490" v="8675" actId="207"/>
        <pc:sldMkLst>
          <pc:docMk/>
          <pc:sldMk cId="1109165616" sldId="379"/>
        </pc:sldMkLst>
      </pc:sldChg>
      <pc:sldChg chg="addSp delSp modSp new mod">
        <pc:chgData name="Aashrithest H G" userId="622bd235-907d-4fb8-839a-81785c42b997" providerId="ADAL" clId="{045AF0FA-BE36-4846-B712-F63CFD96281E}" dt="2024-12-24T06:09:24.621" v="8775" actId="255"/>
        <pc:sldMkLst>
          <pc:docMk/>
          <pc:sldMk cId="799707368" sldId="380"/>
        </pc:sldMkLst>
      </pc:sldChg>
      <pc:sldChg chg="addSp delSp modSp new mod">
        <pc:chgData name="Aashrithest H G" userId="622bd235-907d-4fb8-839a-81785c42b997" providerId="ADAL" clId="{045AF0FA-BE36-4846-B712-F63CFD96281E}" dt="2024-12-30T08:56:01.518" v="8824"/>
        <pc:sldMkLst>
          <pc:docMk/>
          <pc:sldMk cId="2383772403" sldId="381"/>
        </pc:sldMkLst>
      </pc:sldChg>
      <pc:sldChg chg="addSp modSp new mod">
        <pc:chgData name="Aashrithest H G" userId="622bd235-907d-4fb8-839a-81785c42b997" providerId="ADAL" clId="{045AF0FA-BE36-4846-B712-F63CFD96281E}" dt="2024-12-30T08:56:05.343" v="8829"/>
        <pc:sldMkLst>
          <pc:docMk/>
          <pc:sldMk cId="3892559024" sldId="382"/>
        </pc:sldMkLst>
      </pc:sldChg>
      <pc:sldChg chg="modSp new mod">
        <pc:chgData name="Aashrithest H G" userId="622bd235-907d-4fb8-839a-81785c42b997" providerId="ADAL" clId="{045AF0FA-BE36-4846-B712-F63CFD96281E}" dt="2024-12-30T09:40:25.271" v="9023" actId="20577"/>
        <pc:sldMkLst>
          <pc:docMk/>
          <pc:sldMk cId="1449914180" sldId="383"/>
        </pc:sldMkLst>
      </pc:sldChg>
      <pc:sldChg chg="addSp modSp new mod">
        <pc:chgData name="Aashrithest H G" userId="622bd235-907d-4fb8-839a-81785c42b997" providerId="ADAL" clId="{045AF0FA-BE36-4846-B712-F63CFD96281E}" dt="2024-12-30T09:31:15.356" v="8985" actId="1076"/>
        <pc:sldMkLst>
          <pc:docMk/>
          <pc:sldMk cId="2768764381" sldId="384"/>
        </pc:sldMkLst>
      </pc:sldChg>
      <pc:sldChg chg="addSp modSp new del mod">
        <pc:chgData name="Aashrithest H G" userId="622bd235-907d-4fb8-839a-81785c42b997" providerId="ADAL" clId="{045AF0FA-BE36-4846-B712-F63CFD96281E}" dt="2024-12-30T09:31:18.461" v="8986" actId="47"/>
        <pc:sldMkLst>
          <pc:docMk/>
          <pc:sldMk cId="3453155925" sldId="385"/>
        </pc:sldMkLst>
      </pc:sldChg>
      <pc:sldChg chg="modSp new mod">
        <pc:chgData name="Aashrithest H G" userId="622bd235-907d-4fb8-839a-81785c42b997" providerId="ADAL" clId="{045AF0FA-BE36-4846-B712-F63CFD96281E}" dt="2024-12-30T09:36:02.636" v="8994"/>
        <pc:sldMkLst>
          <pc:docMk/>
          <pc:sldMk cId="2440279136" sldId="386"/>
        </pc:sldMkLst>
      </pc:sldChg>
      <pc:sldChg chg="addSp modSp new mod">
        <pc:chgData name="Aashrithest H G" userId="622bd235-907d-4fb8-839a-81785c42b997" providerId="ADAL" clId="{045AF0FA-BE36-4846-B712-F63CFD96281E}" dt="2024-12-30T09:37:24.592" v="9014" actId="1076"/>
        <pc:sldMkLst>
          <pc:docMk/>
          <pc:sldMk cId="2112241477" sldId="387"/>
        </pc:sldMkLst>
      </pc:sldChg>
      <pc:sldChg chg="modSp new mod">
        <pc:chgData name="Aashrithest H G" userId="622bd235-907d-4fb8-839a-81785c42b997" providerId="ADAL" clId="{045AF0FA-BE36-4846-B712-F63CFD96281E}" dt="2024-12-30T09:45:29.358" v="9058" actId="207"/>
        <pc:sldMkLst>
          <pc:docMk/>
          <pc:sldMk cId="2816200951" sldId="388"/>
        </pc:sldMkLst>
      </pc:sldChg>
      <pc:sldChg chg="modSp new mod">
        <pc:chgData name="Aashrithest H G" userId="622bd235-907d-4fb8-839a-81785c42b997" providerId="ADAL" clId="{045AF0FA-BE36-4846-B712-F63CFD96281E}" dt="2024-12-30T09:56:08.019" v="9100" actId="13926"/>
        <pc:sldMkLst>
          <pc:docMk/>
          <pc:sldMk cId="3785905938" sldId="389"/>
        </pc:sldMkLst>
      </pc:sldChg>
      <pc:sldChg chg="modSp new mod">
        <pc:chgData name="Aashrithest H G" userId="622bd235-907d-4fb8-839a-81785c42b997" providerId="ADAL" clId="{045AF0FA-BE36-4846-B712-F63CFD96281E}" dt="2024-12-31T03:22:34.387" v="9146" actId="255"/>
        <pc:sldMkLst>
          <pc:docMk/>
          <pc:sldMk cId="3140728996" sldId="390"/>
        </pc:sldMkLst>
      </pc:sldChg>
      <pc:sldChg chg="modSp new mod">
        <pc:chgData name="Aashrithest H G" userId="622bd235-907d-4fb8-839a-81785c42b997" providerId="ADAL" clId="{045AF0FA-BE36-4846-B712-F63CFD96281E}" dt="2024-12-31T04:55:08.429" v="9204" actId="207"/>
        <pc:sldMkLst>
          <pc:docMk/>
          <pc:sldMk cId="3266610848" sldId="391"/>
        </pc:sldMkLst>
      </pc:sldChg>
      <pc:sldChg chg="addSp modSp new mod">
        <pc:chgData name="Aashrithest H G" userId="622bd235-907d-4fb8-839a-81785c42b997" providerId="ADAL" clId="{045AF0FA-BE36-4846-B712-F63CFD96281E}" dt="2024-12-31T04:54:52.508" v="9202"/>
        <pc:sldMkLst>
          <pc:docMk/>
          <pc:sldMk cId="2321925800" sldId="392"/>
        </pc:sldMkLst>
      </pc:sldChg>
      <pc:sldChg chg="modSp new mod">
        <pc:chgData name="Aashrithest H G" userId="622bd235-907d-4fb8-839a-81785c42b997" providerId="ADAL" clId="{045AF0FA-BE36-4846-B712-F63CFD96281E}" dt="2024-12-31T06:59:46.577" v="9241" actId="207"/>
        <pc:sldMkLst>
          <pc:docMk/>
          <pc:sldMk cId="4169599992" sldId="393"/>
        </pc:sldMkLst>
      </pc:sldChg>
      <pc:sldChg chg="addSp modSp new mod">
        <pc:chgData name="Aashrithest H G" userId="622bd235-907d-4fb8-839a-81785c42b997" providerId="ADAL" clId="{045AF0FA-BE36-4846-B712-F63CFD96281E}" dt="2024-12-31T07:00:39.370" v="9256"/>
        <pc:sldMkLst>
          <pc:docMk/>
          <pc:sldMk cId="2419060397" sldId="394"/>
        </pc:sldMkLst>
      </pc:sldChg>
      <pc:sldChg chg="modSp new mod ord">
        <pc:chgData name="Aashrithest H G" userId="622bd235-907d-4fb8-839a-81785c42b997" providerId="ADAL" clId="{045AF0FA-BE36-4846-B712-F63CFD96281E}" dt="2024-12-31T07:05:56.263" v="9292"/>
        <pc:sldMkLst>
          <pc:docMk/>
          <pc:sldMk cId="260867237" sldId="395"/>
        </pc:sldMkLst>
      </pc:sldChg>
      <pc:sldChg chg="modSp new mod">
        <pc:chgData name="Aashrithest H G" userId="622bd235-907d-4fb8-839a-81785c42b997" providerId="ADAL" clId="{045AF0FA-BE36-4846-B712-F63CFD96281E}" dt="2025-01-02T05:06:47.166" v="9327" actId="13926"/>
        <pc:sldMkLst>
          <pc:docMk/>
          <pc:sldMk cId="1612125648" sldId="396"/>
        </pc:sldMkLst>
      </pc:sldChg>
      <pc:sldChg chg="modSp new mod">
        <pc:chgData name="Aashrithest H G" userId="622bd235-907d-4fb8-839a-81785c42b997" providerId="ADAL" clId="{045AF0FA-BE36-4846-B712-F63CFD96281E}" dt="2025-01-02T05:13:00.657" v="9381" actId="207"/>
        <pc:sldMkLst>
          <pc:docMk/>
          <pc:sldMk cId="1615860741" sldId="397"/>
        </pc:sldMkLst>
      </pc:sldChg>
      <pc:sldChg chg="addSp delSp modSp new mod">
        <pc:chgData name="Aashrithest H G" userId="622bd235-907d-4fb8-839a-81785c42b997" providerId="ADAL" clId="{045AF0FA-BE36-4846-B712-F63CFD96281E}" dt="2025-01-02T05:22:32.932" v="9425" actId="14100"/>
        <pc:sldMkLst>
          <pc:docMk/>
          <pc:sldMk cId="2689682600" sldId="398"/>
        </pc:sldMkLst>
      </pc:sldChg>
      <pc:sldChg chg="modSp new mod">
        <pc:chgData name="Aashrithest H G" userId="622bd235-907d-4fb8-839a-81785c42b997" providerId="ADAL" clId="{045AF0FA-BE36-4846-B712-F63CFD96281E}" dt="2025-01-02T05:25:22.009" v="9476" actId="207"/>
        <pc:sldMkLst>
          <pc:docMk/>
          <pc:sldMk cId="617592007" sldId="399"/>
        </pc:sldMkLst>
      </pc:sldChg>
      <pc:sldChg chg="addSp modSp new mod">
        <pc:chgData name="Aashrithest H G" userId="622bd235-907d-4fb8-839a-81785c42b997" providerId="ADAL" clId="{045AF0FA-BE36-4846-B712-F63CFD96281E}" dt="2025-01-02T06:08:38.649" v="9490"/>
        <pc:sldMkLst>
          <pc:docMk/>
          <pc:sldMk cId="1526851358" sldId="400"/>
        </pc:sldMkLst>
      </pc:sldChg>
      <pc:sldChg chg="addSp modSp new mod">
        <pc:chgData name="Aashrithest H G" userId="622bd235-907d-4fb8-839a-81785c42b997" providerId="ADAL" clId="{045AF0FA-BE36-4846-B712-F63CFD96281E}" dt="2025-01-02T06:10:08.713" v="9513"/>
        <pc:sldMkLst>
          <pc:docMk/>
          <pc:sldMk cId="467476201" sldId="401"/>
        </pc:sldMkLst>
      </pc:sldChg>
      <pc:sldChg chg="modSp new mod">
        <pc:chgData name="Aashrithest H G" userId="622bd235-907d-4fb8-839a-81785c42b997" providerId="ADAL" clId="{045AF0FA-BE36-4846-B712-F63CFD96281E}" dt="2025-01-04T06:34:37.870" v="9610" actId="20577"/>
        <pc:sldMkLst>
          <pc:docMk/>
          <pc:sldMk cId="1195551880" sldId="402"/>
        </pc:sldMkLst>
      </pc:sldChg>
      <pc:sldChg chg="modSp new mod">
        <pc:chgData name="Aashrithest H G" userId="622bd235-907d-4fb8-839a-81785c42b997" providerId="ADAL" clId="{045AF0FA-BE36-4846-B712-F63CFD96281E}" dt="2025-01-04T06:34:55.228" v="9617" actId="255"/>
        <pc:sldMkLst>
          <pc:docMk/>
          <pc:sldMk cId="2083418922" sldId="403"/>
        </pc:sldMkLst>
      </pc:sldChg>
      <pc:sldChg chg="modSp new mod">
        <pc:chgData name="Aashrithest H G" userId="622bd235-907d-4fb8-839a-81785c42b997" providerId="ADAL" clId="{045AF0FA-BE36-4846-B712-F63CFD96281E}" dt="2025-01-04T06:42:04.728" v="9674" actId="207"/>
        <pc:sldMkLst>
          <pc:docMk/>
          <pc:sldMk cId="3342803122" sldId="404"/>
        </pc:sldMkLst>
      </pc:sldChg>
      <pc:sldChg chg="modSp new mod">
        <pc:chgData name="Aashrithest H G" userId="622bd235-907d-4fb8-839a-81785c42b997" providerId="ADAL" clId="{045AF0FA-BE36-4846-B712-F63CFD96281E}" dt="2025-01-04T07:00:50.847" v="9730" actId="207"/>
        <pc:sldMkLst>
          <pc:docMk/>
          <pc:sldMk cId="2180045561" sldId="405"/>
        </pc:sldMkLst>
      </pc:sldChg>
      <pc:sldChg chg="modSp new mod">
        <pc:chgData name="Aashrithest H G" userId="622bd235-907d-4fb8-839a-81785c42b997" providerId="ADAL" clId="{045AF0FA-BE36-4846-B712-F63CFD96281E}" dt="2025-01-04T07:28:46.260" v="9779" actId="207"/>
        <pc:sldMkLst>
          <pc:docMk/>
          <pc:sldMk cId="1010209536" sldId="406"/>
        </pc:sldMkLst>
      </pc:sldChg>
      <pc:sldChg chg="addSp modSp new mod">
        <pc:chgData name="Aashrithest H G" userId="622bd235-907d-4fb8-839a-81785c42b997" providerId="ADAL" clId="{045AF0FA-BE36-4846-B712-F63CFD96281E}" dt="2025-01-04T07:32:22.154" v="9801" actId="20577"/>
        <pc:sldMkLst>
          <pc:docMk/>
          <pc:sldMk cId="2368022069" sldId="407"/>
        </pc:sldMkLst>
      </pc:sldChg>
      <pc:sldChg chg="modSp new mod">
        <pc:chgData name="Aashrithest H G" userId="622bd235-907d-4fb8-839a-81785c42b997" providerId="ADAL" clId="{045AF0FA-BE36-4846-B712-F63CFD96281E}" dt="2025-01-04T07:39:59.222" v="9839"/>
        <pc:sldMkLst>
          <pc:docMk/>
          <pc:sldMk cId="1148272943" sldId="408"/>
        </pc:sldMkLst>
      </pc:sldChg>
    </pc:docChg>
  </pc:docChgLst>
  <pc:docChgLst>
    <pc:chgData name="KIRAN K A" userId="c006811ef3eb6a44" providerId="LiveId" clId="{C6C753D0-C1FD-421B-A4B9-35D3032A2568}"/>
    <pc:docChg chg="undo redo custSel addSld delSld modSld sldOrd addMainMaster delMainMaster modMainMaster">
      <pc:chgData name="KIRAN K A" userId="c006811ef3eb6a44" providerId="LiveId" clId="{C6C753D0-C1FD-421B-A4B9-35D3032A2568}" dt="2025-07-19T15:04:35.736" v="1007" actId="20577"/>
      <pc:docMkLst>
        <pc:docMk/>
      </pc:docMkLst>
      <pc:sldChg chg="modSp mod setBg">
        <pc:chgData name="KIRAN K A" userId="c006811ef3eb6a44" providerId="LiveId" clId="{C6C753D0-C1FD-421B-A4B9-35D3032A2568}" dt="2025-07-19T15:02:34.605" v="981" actId="1076"/>
        <pc:sldMkLst>
          <pc:docMk/>
          <pc:sldMk cId="2749799570" sldId="256"/>
        </pc:sldMkLst>
        <pc:spChg chg="mod">
          <ac:chgData name="KIRAN K A" userId="c006811ef3eb6a44" providerId="LiveId" clId="{C6C753D0-C1FD-421B-A4B9-35D3032A2568}" dt="2025-07-19T15:02:34.605" v="981" actId="1076"/>
          <ac:spMkLst>
            <pc:docMk/>
            <pc:sldMk cId="2749799570" sldId="256"/>
            <ac:spMk id="3" creationId="{16EDBD09-F4F6-DCF3-3C80-A4C478F3D9FB}"/>
          </ac:spMkLst>
        </pc:spChg>
      </pc:sldChg>
      <pc:sldChg chg="modSp mod">
        <pc:chgData name="KIRAN K A" userId="c006811ef3eb6a44" providerId="LiveId" clId="{C6C753D0-C1FD-421B-A4B9-35D3032A2568}" dt="2025-07-19T15:02:12.113" v="978" actId="20577"/>
        <pc:sldMkLst>
          <pc:docMk/>
          <pc:sldMk cId="2373192683" sldId="257"/>
        </pc:sldMkLst>
        <pc:spChg chg="mod">
          <ac:chgData name="KIRAN K A" userId="c006811ef3eb6a44" providerId="LiveId" clId="{C6C753D0-C1FD-421B-A4B9-35D3032A2568}" dt="2025-07-19T06:34:40.659" v="1"/>
          <ac:spMkLst>
            <pc:docMk/>
            <pc:sldMk cId="2373192683" sldId="257"/>
            <ac:spMk id="2" creationId="{C9C2C619-3816-0774-CA0B-867C8FC580F2}"/>
          </ac:spMkLst>
        </pc:spChg>
        <pc:spChg chg="mod">
          <ac:chgData name="KIRAN K A" userId="c006811ef3eb6a44" providerId="LiveId" clId="{C6C753D0-C1FD-421B-A4B9-35D3032A2568}" dt="2025-07-19T06:45:42.370" v="179" actId="20577"/>
          <ac:spMkLst>
            <pc:docMk/>
            <pc:sldMk cId="2373192683" sldId="257"/>
            <ac:spMk id="3" creationId="{CC4F3DF0-6897-2660-8ACC-1B311B0780AE}"/>
          </ac:spMkLst>
        </pc:spChg>
        <pc:spChg chg="mod">
          <ac:chgData name="KIRAN K A" userId="c006811ef3eb6a44" providerId="LiveId" clId="{C6C753D0-C1FD-421B-A4B9-35D3032A2568}" dt="2025-07-19T15:02:12.113" v="978" actId="20577"/>
          <ac:spMkLst>
            <pc:docMk/>
            <pc:sldMk cId="2373192683" sldId="257"/>
            <ac:spMk id="5" creationId="{CA5FBD4C-C529-4DF5-0A2B-96D6DBB643EA}"/>
          </ac:spMkLst>
        </pc:spChg>
      </pc:sldChg>
      <pc:sldChg chg="modSp mod">
        <pc:chgData name="KIRAN K A" userId="c006811ef3eb6a44" providerId="LiveId" clId="{C6C753D0-C1FD-421B-A4B9-35D3032A2568}" dt="2025-07-19T06:34:40.809" v="3" actId="27636"/>
        <pc:sldMkLst>
          <pc:docMk/>
          <pc:sldMk cId="1654582879" sldId="258"/>
        </pc:sldMkLst>
        <pc:spChg chg="mod">
          <ac:chgData name="KIRAN K A" userId="c006811ef3eb6a44" providerId="LiveId" clId="{C6C753D0-C1FD-421B-A4B9-35D3032A2568}" dt="2025-07-19T06:34:40.659" v="1"/>
          <ac:spMkLst>
            <pc:docMk/>
            <pc:sldMk cId="1654582879" sldId="258"/>
            <ac:spMk id="2" creationId="{D23C368F-81B1-899F-B517-1679A6B47094}"/>
          </ac:spMkLst>
        </pc:spChg>
        <pc:spChg chg="mod">
          <ac:chgData name="KIRAN K A" userId="c006811ef3eb6a44" providerId="LiveId" clId="{C6C753D0-C1FD-421B-A4B9-35D3032A2568}" dt="2025-07-19T06:34:40.809" v="3" actId="27636"/>
          <ac:spMkLst>
            <pc:docMk/>
            <pc:sldMk cId="1654582879" sldId="258"/>
            <ac:spMk id="3" creationId="{EF7532CF-4D0E-A5A8-9E3E-71D5FA5D44B5}"/>
          </ac:spMkLst>
        </pc:spChg>
      </pc:sldChg>
      <pc:sldChg chg="modSp mod">
        <pc:chgData name="KIRAN K A" userId="c006811ef3eb6a44" providerId="LiveId" clId="{C6C753D0-C1FD-421B-A4B9-35D3032A2568}" dt="2025-07-19T06:34:40.818" v="4" actId="27636"/>
        <pc:sldMkLst>
          <pc:docMk/>
          <pc:sldMk cId="3437563222" sldId="259"/>
        </pc:sldMkLst>
        <pc:spChg chg="mod">
          <ac:chgData name="KIRAN K A" userId="c006811ef3eb6a44" providerId="LiveId" clId="{C6C753D0-C1FD-421B-A4B9-35D3032A2568}" dt="2025-07-19T06:34:40.659" v="1"/>
          <ac:spMkLst>
            <pc:docMk/>
            <pc:sldMk cId="3437563222" sldId="259"/>
            <ac:spMk id="2" creationId="{11A6C128-D547-449D-FFC5-1828A51FC5CC}"/>
          </ac:spMkLst>
        </pc:spChg>
        <pc:spChg chg="mod">
          <ac:chgData name="KIRAN K A" userId="c006811ef3eb6a44" providerId="LiveId" clId="{C6C753D0-C1FD-421B-A4B9-35D3032A2568}" dt="2025-07-19T06:34:40.818" v="4" actId="27636"/>
          <ac:spMkLst>
            <pc:docMk/>
            <pc:sldMk cId="3437563222" sldId="259"/>
            <ac:spMk id="3" creationId="{B0FCF782-603C-C314-C4B1-15ED5F37C89B}"/>
          </ac:spMkLst>
        </pc:spChg>
      </pc:sldChg>
      <pc:sldChg chg="modSp">
        <pc:chgData name="KIRAN K A" userId="c006811ef3eb6a44" providerId="LiveId" clId="{C6C753D0-C1FD-421B-A4B9-35D3032A2568}" dt="2025-07-19T06:34:40.659" v="1"/>
        <pc:sldMkLst>
          <pc:docMk/>
          <pc:sldMk cId="2146599633" sldId="260"/>
        </pc:sldMkLst>
        <pc:spChg chg="mod">
          <ac:chgData name="KIRAN K A" userId="c006811ef3eb6a44" providerId="LiveId" clId="{C6C753D0-C1FD-421B-A4B9-35D3032A2568}" dt="2025-07-19T06:34:40.659" v="1"/>
          <ac:spMkLst>
            <pc:docMk/>
            <pc:sldMk cId="2146599633" sldId="260"/>
            <ac:spMk id="2" creationId="{39E2B0D0-E776-FA71-19A4-B2D814ECDD9C}"/>
          </ac:spMkLst>
        </pc:spChg>
        <pc:spChg chg="mod">
          <ac:chgData name="KIRAN K A" userId="c006811ef3eb6a44" providerId="LiveId" clId="{C6C753D0-C1FD-421B-A4B9-35D3032A2568}" dt="2025-07-19T06:34:40.659" v="1"/>
          <ac:spMkLst>
            <pc:docMk/>
            <pc:sldMk cId="2146599633" sldId="260"/>
            <ac:spMk id="3" creationId="{E548ED0A-4AD0-A29A-2EAC-AEB88EE29848}"/>
          </ac:spMkLst>
        </pc:spChg>
      </pc:sldChg>
      <pc:sldChg chg="modSp mod">
        <pc:chgData name="KIRAN K A" userId="c006811ef3eb6a44" providerId="LiveId" clId="{C6C753D0-C1FD-421B-A4B9-35D3032A2568}" dt="2025-07-19T07:01:45.318" v="190" actId="14100"/>
        <pc:sldMkLst>
          <pc:docMk/>
          <pc:sldMk cId="581501396" sldId="261"/>
        </pc:sldMkLst>
        <pc:spChg chg="mod">
          <ac:chgData name="KIRAN K A" userId="c006811ef3eb6a44" providerId="LiveId" clId="{C6C753D0-C1FD-421B-A4B9-35D3032A2568}" dt="2025-07-19T06:34:40.659" v="1"/>
          <ac:spMkLst>
            <pc:docMk/>
            <pc:sldMk cId="581501396" sldId="261"/>
            <ac:spMk id="2" creationId="{D2BF8F00-C049-179F-B91B-FB2AD5488309}"/>
          </ac:spMkLst>
        </pc:spChg>
        <pc:picChg chg="mod">
          <ac:chgData name="KIRAN K A" userId="c006811ef3eb6a44" providerId="LiveId" clId="{C6C753D0-C1FD-421B-A4B9-35D3032A2568}" dt="2025-07-19T07:01:45.318" v="190" actId="14100"/>
          <ac:picMkLst>
            <pc:docMk/>
            <pc:sldMk cId="581501396" sldId="261"/>
            <ac:picMk id="5" creationId="{3846CF2B-1B7A-3BEF-E174-FFA846038675}"/>
          </ac:picMkLst>
        </pc:picChg>
      </pc:sldChg>
      <pc:sldChg chg="modSp mod">
        <pc:chgData name="KIRAN K A" userId="c006811ef3eb6a44" providerId="LiveId" clId="{C6C753D0-C1FD-421B-A4B9-35D3032A2568}" dt="2025-07-19T07:02:36.143" v="191" actId="14100"/>
        <pc:sldMkLst>
          <pc:docMk/>
          <pc:sldMk cId="3476424391" sldId="262"/>
        </pc:sldMkLst>
        <pc:spChg chg="mod">
          <ac:chgData name="KIRAN K A" userId="c006811ef3eb6a44" providerId="LiveId" clId="{C6C753D0-C1FD-421B-A4B9-35D3032A2568}" dt="2025-07-19T06:34:40.659" v="1"/>
          <ac:spMkLst>
            <pc:docMk/>
            <pc:sldMk cId="3476424391" sldId="262"/>
            <ac:spMk id="2" creationId="{65E81E68-41DB-47BB-8678-E423349BEA47}"/>
          </ac:spMkLst>
        </pc:spChg>
        <pc:spChg chg="mod">
          <ac:chgData name="KIRAN K A" userId="c006811ef3eb6a44" providerId="LiveId" clId="{C6C753D0-C1FD-421B-A4B9-35D3032A2568}" dt="2025-07-19T07:02:36.143" v="191" actId="14100"/>
          <ac:spMkLst>
            <pc:docMk/>
            <pc:sldMk cId="3476424391" sldId="262"/>
            <ac:spMk id="3" creationId="{BCE02B20-F810-CFC1-8935-0D44C0E57A36}"/>
          </ac:spMkLst>
        </pc:spChg>
      </pc:sldChg>
      <pc:sldChg chg="modSp mod">
        <pc:chgData name="KIRAN K A" userId="c006811ef3eb6a44" providerId="LiveId" clId="{C6C753D0-C1FD-421B-A4B9-35D3032A2568}" dt="2025-07-19T07:02:42.755" v="192" actId="14100"/>
        <pc:sldMkLst>
          <pc:docMk/>
          <pc:sldMk cId="1319164363" sldId="263"/>
        </pc:sldMkLst>
        <pc:spChg chg="mod">
          <ac:chgData name="KIRAN K A" userId="c006811ef3eb6a44" providerId="LiveId" clId="{C6C753D0-C1FD-421B-A4B9-35D3032A2568}" dt="2025-07-19T06:34:40.659" v="1"/>
          <ac:spMkLst>
            <pc:docMk/>
            <pc:sldMk cId="1319164363" sldId="263"/>
            <ac:spMk id="2" creationId="{6110D867-9072-E12B-76BD-EA064C5EB7A1}"/>
          </ac:spMkLst>
        </pc:spChg>
        <pc:spChg chg="mod">
          <ac:chgData name="KIRAN K A" userId="c006811ef3eb6a44" providerId="LiveId" clId="{C6C753D0-C1FD-421B-A4B9-35D3032A2568}" dt="2025-07-19T07:02:42.755" v="192" actId="14100"/>
          <ac:spMkLst>
            <pc:docMk/>
            <pc:sldMk cId="1319164363" sldId="263"/>
            <ac:spMk id="3" creationId="{18C0E98F-A214-A24A-5233-151F50DE8C88}"/>
          </ac:spMkLst>
        </pc:spChg>
      </pc:sldChg>
      <pc:sldChg chg="modSp mod">
        <pc:chgData name="KIRAN K A" userId="c006811ef3eb6a44" providerId="LiveId" clId="{C6C753D0-C1FD-421B-A4B9-35D3032A2568}" dt="2025-07-19T06:51:46.113" v="188" actId="14100"/>
        <pc:sldMkLst>
          <pc:docMk/>
          <pc:sldMk cId="1422662967" sldId="264"/>
        </pc:sldMkLst>
        <pc:spChg chg="mod">
          <ac:chgData name="KIRAN K A" userId="c006811ef3eb6a44" providerId="LiveId" clId="{C6C753D0-C1FD-421B-A4B9-35D3032A2568}" dt="2025-07-19T06:34:40.659" v="1"/>
          <ac:spMkLst>
            <pc:docMk/>
            <pc:sldMk cId="1422662967" sldId="264"/>
            <ac:spMk id="2" creationId="{63D6F993-6FF4-9EF8-9131-B07DBB7110AF}"/>
          </ac:spMkLst>
        </pc:spChg>
        <pc:spChg chg="mod">
          <ac:chgData name="KIRAN K A" userId="c006811ef3eb6a44" providerId="LiveId" clId="{C6C753D0-C1FD-421B-A4B9-35D3032A2568}" dt="2025-07-19T06:51:46.113" v="188" actId="14100"/>
          <ac:spMkLst>
            <pc:docMk/>
            <pc:sldMk cId="1422662967" sldId="264"/>
            <ac:spMk id="3" creationId="{6EA53A3E-ED1C-FF88-6B47-E807188B56D3}"/>
          </ac:spMkLst>
        </pc:spChg>
      </pc:sldChg>
      <pc:sldChg chg="modSp mod">
        <pc:chgData name="KIRAN K A" userId="c006811ef3eb6a44" providerId="LiveId" clId="{C6C753D0-C1FD-421B-A4B9-35D3032A2568}" dt="2025-07-19T06:51:41.136" v="187" actId="14100"/>
        <pc:sldMkLst>
          <pc:docMk/>
          <pc:sldMk cId="831421628" sldId="265"/>
        </pc:sldMkLst>
        <pc:spChg chg="mod">
          <ac:chgData name="KIRAN K A" userId="c006811ef3eb6a44" providerId="LiveId" clId="{C6C753D0-C1FD-421B-A4B9-35D3032A2568}" dt="2025-07-19T06:34:40.659" v="1"/>
          <ac:spMkLst>
            <pc:docMk/>
            <pc:sldMk cId="831421628" sldId="265"/>
            <ac:spMk id="2" creationId="{4B624FBA-C66F-AEA2-FD87-4244B1974C35}"/>
          </ac:spMkLst>
        </pc:spChg>
        <pc:spChg chg="mod">
          <ac:chgData name="KIRAN K A" userId="c006811ef3eb6a44" providerId="LiveId" clId="{C6C753D0-C1FD-421B-A4B9-35D3032A2568}" dt="2025-07-19T06:51:41.136" v="187" actId="14100"/>
          <ac:spMkLst>
            <pc:docMk/>
            <pc:sldMk cId="831421628" sldId="265"/>
            <ac:spMk id="3" creationId="{699BE3D5-76EE-5F22-FADF-2FB8B4E22664}"/>
          </ac:spMkLst>
        </pc:spChg>
      </pc:sldChg>
      <pc:sldChg chg="modSp mod">
        <pc:chgData name="KIRAN K A" userId="c006811ef3eb6a44" providerId="LiveId" clId="{C6C753D0-C1FD-421B-A4B9-35D3032A2568}" dt="2025-07-19T07:02:50.046" v="193" actId="14100"/>
        <pc:sldMkLst>
          <pc:docMk/>
          <pc:sldMk cId="2469300092" sldId="266"/>
        </pc:sldMkLst>
        <pc:spChg chg="mod">
          <ac:chgData name="KIRAN K A" userId="c006811ef3eb6a44" providerId="LiveId" clId="{C6C753D0-C1FD-421B-A4B9-35D3032A2568}" dt="2025-07-19T06:34:40.659" v="1"/>
          <ac:spMkLst>
            <pc:docMk/>
            <pc:sldMk cId="2469300092" sldId="266"/>
            <ac:spMk id="2" creationId="{D267F579-FF5C-6389-FE3A-50C8C32085F9}"/>
          </ac:spMkLst>
        </pc:spChg>
        <pc:spChg chg="mod">
          <ac:chgData name="KIRAN K A" userId="c006811ef3eb6a44" providerId="LiveId" clId="{C6C753D0-C1FD-421B-A4B9-35D3032A2568}" dt="2025-07-19T07:02:50.046" v="193" actId="14100"/>
          <ac:spMkLst>
            <pc:docMk/>
            <pc:sldMk cId="2469300092" sldId="266"/>
            <ac:spMk id="3" creationId="{CAECE2A7-6ABE-0394-960D-40C638933BFE}"/>
          </ac:spMkLst>
        </pc:spChg>
      </pc:sldChg>
      <pc:sldChg chg="delSp modSp mod">
        <pc:chgData name="KIRAN K A" userId="c006811ef3eb6a44" providerId="LiveId" clId="{C6C753D0-C1FD-421B-A4B9-35D3032A2568}" dt="2025-07-19T06:51:33.926" v="186" actId="478"/>
        <pc:sldMkLst>
          <pc:docMk/>
          <pc:sldMk cId="2335782851" sldId="267"/>
        </pc:sldMkLst>
        <pc:spChg chg="mod">
          <ac:chgData name="KIRAN K A" userId="c006811ef3eb6a44" providerId="LiveId" clId="{C6C753D0-C1FD-421B-A4B9-35D3032A2568}" dt="2025-07-19T06:34:40.659" v="1"/>
          <ac:spMkLst>
            <pc:docMk/>
            <pc:sldMk cId="2335782851" sldId="267"/>
            <ac:spMk id="2" creationId="{CD3FBC29-A54B-6492-EC7C-64A4327A01D9}"/>
          </ac:spMkLst>
        </pc:spChg>
        <pc:spChg chg="mod">
          <ac:chgData name="KIRAN K A" userId="c006811ef3eb6a44" providerId="LiveId" clId="{C6C753D0-C1FD-421B-A4B9-35D3032A2568}" dt="2025-07-19T06:34:40.659" v="1"/>
          <ac:spMkLst>
            <pc:docMk/>
            <pc:sldMk cId="2335782851" sldId="267"/>
            <ac:spMk id="3" creationId="{1B5EB113-5D1B-6DF4-874A-1AF4D6521E6C}"/>
          </ac:spMkLst>
        </pc:spChg>
        <pc:graphicFrameChg chg="mod modGraphic">
          <ac:chgData name="KIRAN K A" userId="c006811ef3eb6a44" providerId="LiveId" clId="{C6C753D0-C1FD-421B-A4B9-35D3032A2568}" dt="2025-07-19T06:51:31.312" v="185" actId="207"/>
          <ac:graphicFrameMkLst>
            <pc:docMk/>
            <pc:sldMk cId="2335782851" sldId="267"/>
            <ac:graphicFrameMk id="5" creationId="{DE0315FD-4C49-969A-F625-7C6A1B433E09}"/>
          </ac:graphicFrameMkLst>
        </pc:graphicFrameChg>
        <pc:graphicFrameChg chg="del">
          <ac:chgData name="KIRAN K A" userId="c006811ef3eb6a44" providerId="LiveId" clId="{C6C753D0-C1FD-421B-A4B9-35D3032A2568}" dt="2025-07-19T06:51:33.926" v="186" actId="478"/>
          <ac:graphicFrameMkLst>
            <pc:docMk/>
            <pc:sldMk cId="2335782851" sldId="267"/>
            <ac:graphicFrameMk id="8" creationId="{5B21B565-0FC1-E9C6-FA7B-93AB97691BCC}"/>
          </ac:graphicFrameMkLst>
        </pc:graphicFrameChg>
      </pc:sldChg>
      <pc:sldChg chg="modSp mod">
        <pc:chgData name="KIRAN K A" userId="c006811ef3eb6a44" providerId="LiveId" clId="{C6C753D0-C1FD-421B-A4B9-35D3032A2568}" dt="2025-07-19T07:03:02.083" v="196" actId="1076"/>
        <pc:sldMkLst>
          <pc:docMk/>
          <pc:sldMk cId="1534777508" sldId="268"/>
        </pc:sldMkLst>
        <pc:spChg chg="mod">
          <ac:chgData name="KIRAN K A" userId="c006811ef3eb6a44" providerId="LiveId" clId="{C6C753D0-C1FD-421B-A4B9-35D3032A2568}" dt="2025-07-19T06:34:40.659" v="1"/>
          <ac:spMkLst>
            <pc:docMk/>
            <pc:sldMk cId="1534777508" sldId="268"/>
            <ac:spMk id="2" creationId="{8C7DCBEF-ACE6-2178-0F23-9A9116F8FE6C}"/>
          </ac:spMkLst>
        </pc:spChg>
        <pc:spChg chg="mod">
          <ac:chgData name="KIRAN K A" userId="c006811ef3eb6a44" providerId="LiveId" clId="{C6C753D0-C1FD-421B-A4B9-35D3032A2568}" dt="2025-07-19T07:02:56.363" v="195" actId="20577"/>
          <ac:spMkLst>
            <pc:docMk/>
            <pc:sldMk cId="1534777508" sldId="268"/>
            <ac:spMk id="3" creationId="{8C2DC7A4-3618-B803-19E0-BA049D8DA44F}"/>
          </ac:spMkLst>
        </pc:spChg>
        <pc:graphicFrameChg chg="mod">
          <ac:chgData name="KIRAN K A" userId="c006811ef3eb6a44" providerId="LiveId" clId="{C6C753D0-C1FD-421B-A4B9-35D3032A2568}" dt="2025-07-19T07:03:02.083" v="196" actId="1076"/>
          <ac:graphicFrameMkLst>
            <pc:docMk/>
            <pc:sldMk cId="1534777508" sldId="268"/>
            <ac:graphicFrameMk id="5" creationId="{98BE63DB-9011-02B5-B35D-F3CA088D7AE4}"/>
          </ac:graphicFrameMkLst>
        </pc:graphicFrameChg>
      </pc:sldChg>
      <pc:sldChg chg="modSp">
        <pc:chgData name="KIRAN K A" userId="c006811ef3eb6a44" providerId="LiveId" clId="{C6C753D0-C1FD-421B-A4B9-35D3032A2568}" dt="2025-07-19T06:34:40.659" v="1"/>
        <pc:sldMkLst>
          <pc:docMk/>
          <pc:sldMk cId="1803059613" sldId="269"/>
        </pc:sldMkLst>
        <pc:spChg chg="mod">
          <ac:chgData name="KIRAN K A" userId="c006811ef3eb6a44" providerId="LiveId" clId="{C6C753D0-C1FD-421B-A4B9-35D3032A2568}" dt="2025-07-19T06:34:40.659" v="1"/>
          <ac:spMkLst>
            <pc:docMk/>
            <pc:sldMk cId="1803059613" sldId="269"/>
            <ac:spMk id="2" creationId="{AC91ECD2-B3F1-EE06-CE39-02F554EF95E7}"/>
          </ac:spMkLst>
        </pc:spChg>
        <pc:spChg chg="mod">
          <ac:chgData name="KIRAN K A" userId="c006811ef3eb6a44" providerId="LiveId" clId="{C6C753D0-C1FD-421B-A4B9-35D3032A2568}" dt="2025-07-19T06:34:40.659" v="1"/>
          <ac:spMkLst>
            <pc:docMk/>
            <pc:sldMk cId="1803059613" sldId="269"/>
            <ac:spMk id="3" creationId="{58B6BB08-5019-169A-530F-BECF7CB8CEBF}"/>
          </ac:spMkLst>
        </pc:spChg>
      </pc:sldChg>
      <pc:sldChg chg="modSp mod">
        <pc:chgData name="KIRAN K A" userId="c006811ef3eb6a44" providerId="LiveId" clId="{C6C753D0-C1FD-421B-A4B9-35D3032A2568}" dt="2025-07-19T07:03:10.178" v="197" actId="14100"/>
        <pc:sldMkLst>
          <pc:docMk/>
          <pc:sldMk cId="3445317330" sldId="270"/>
        </pc:sldMkLst>
        <pc:spChg chg="mod">
          <ac:chgData name="KIRAN K A" userId="c006811ef3eb6a44" providerId="LiveId" clId="{C6C753D0-C1FD-421B-A4B9-35D3032A2568}" dt="2025-07-19T06:34:40.659" v="1"/>
          <ac:spMkLst>
            <pc:docMk/>
            <pc:sldMk cId="3445317330" sldId="270"/>
            <ac:spMk id="2" creationId="{4F9BB364-11E4-6DDA-4386-FE680E4FD921}"/>
          </ac:spMkLst>
        </pc:spChg>
        <pc:spChg chg="mod">
          <ac:chgData name="KIRAN K A" userId="c006811ef3eb6a44" providerId="LiveId" clId="{C6C753D0-C1FD-421B-A4B9-35D3032A2568}" dt="2025-07-19T07:03:10.178" v="197" actId="14100"/>
          <ac:spMkLst>
            <pc:docMk/>
            <pc:sldMk cId="3445317330" sldId="270"/>
            <ac:spMk id="3" creationId="{DDCDEEF2-669F-E560-C0B6-3B0F8AA5AFFA}"/>
          </ac:spMkLst>
        </pc:spChg>
      </pc:sldChg>
      <pc:sldChg chg="modSp">
        <pc:chgData name="KIRAN K A" userId="c006811ef3eb6a44" providerId="LiveId" clId="{C6C753D0-C1FD-421B-A4B9-35D3032A2568}" dt="2025-07-19T06:34:40.659" v="1"/>
        <pc:sldMkLst>
          <pc:docMk/>
          <pc:sldMk cId="2451230625" sldId="271"/>
        </pc:sldMkLst>
        <pc:spChg chg="mod">
          <ac:chgData name="KIRAN K A" userId="c006811ef3eb6a44" providerId="LiveId" clId="{C6C753D0-C1FD-421B-A4B9-35D3032A2568}" dt="2025-07-19T06:34:40.659" v="1"/>
          <ac:spMkLst>
            <pc:docMk/>
            <pc:sldMk cId="2451230625" sldId="271"/>
            <ac:spMk id="2" creationId="{861CE574-7B80-A1FC-30A3-DD2091C94FFF}"/>
          </ac:spMkLst>
        </pc:spChg>
        <pc:spChg chg="mod">
          <ac:chgData name="KIRAN K A" userId="c006811ef3eb6a44" providerId="LiveId" clId="{C6C753D0-C1FD-421B-A4B9-35D3032A2568}" dt="2025-07-19T06:34:40.659" v="1"/>
          <ac:spMkLst>
            <pc:docMk/>
            <pc:sldMk cId="2451230625" sldId="271"/>
            <ac:spMk id="3" creationId="{31ABA805-2162-395A-0BD3-ACF3A1357CD6}"/>
          </ac:spMkLst>
        </pc:spChg>
      </pc:sldChg>
      <pc:sldChg chg="modSp mod">
        <pc:chgData name="KIRAN K A" userId="c006811ef3eb6a44" providerId="LiveId" clId="{C6C753D0-C1FD-421B-A4B9-35D3032A2568}" dt="2025-07-19T07:04:09.077" v="202" actId="14734"/>
        <pc:sldMkLst>
          <pc:docMk/>
          <pc:sldMk cId="1041353965" sldId="272"/>
        </pc:sldMkLst>
        <pc:spChg chg="mod">
          <ac:chgData name="KIRAN K A" userId="c006811ef3eb6a44" providerId="LiveId" clId="{C6C753D0-C1FD-421B-A4B9-35D3032A2568}" dt="2025-07-19T06:34:40.659" v="1"/>
          <ac:spMkLst>
            <pc:docMk/>
            <pc:sldMk cId="1041353965" sldId="272"/>
            <ac:spMk id="2" creationId="{BE1AEB18-4434-3826-077D-B65071A601F2}"/>
          </ac:spMkLst>
        </pc:spChg>
        <pc:spChg chg="mod">
          <ac:chgData name="KIRAN K A" userId="c006811ef3eb6a44" providerId="LiveId" clId="{C6C753D0-C1FD-421B-A4B9-35D3032A2568}" dt="2025-07-19T06:34:40.659" v="1"/>
          <ac:spMkLst>
            <pc:docMk/>
            <pc:sldMk cId="1041353965" sldId="272"/>
            <ac:spMk id="3" creationId="{9AE3B876-8D80-A42C-DC90-237C0A21D5CE}"/>
          </ac:spMkLst>
        </pc:spChg>
        <pc:graphicFrameChg chg="mod modGraphic">
          <ac:chgData name="KIRAN K A" userId="c006811ef3eb6a44" providerId="LiveId" clId="{C6C753D0-C1FD-421B-A4B9-35D3032A2568}" dt="2025-07-19T07:04:09.077" v="202" actId="14734"/>
          <ac:graphicFrameMkLst>
            <pc:docMk/>
            <pc:sldMk cId="1041353965" sldId="272"/>
            <ac:graphicFrameMk id="4" creationId="{20542A4D-DE1B-38CC-6A2C-43F21F79B934}"/>
          </ac:graphicFrameMkLst>
        </pc:graphicFrameChg>
      </pc:sldChg>
      <pc:sldChg chg="modSp mod">
        <pc:chgData name="KIRAN K A" userId="c006811ef3eb6a44" providerId="LiveId" clId="{C6C753D0-C1FD-421B-A4B9-35D3032A2568}" dt="2025-07-19T07:04:23.815" v="205" actId="1076"/>
        <pc:sldMkLst>
          <pc:docMk/>
          <pc:sldMk cId="2164490192" sldId="273"/>
        </pc:sldMkLst>
        <pc:spChg chg="mod">
          <ac:chgData name="KIRAN K A" userId="c006811ef3eb6a44" providerId="LiveId" clId="{C6C753D0-C1FD-421B-A4B9-35D3032A2568}" dt="2025-07-19T06:34:40.659" v="1"/>
          <ac:spMkLst>
            <pc:docMk/>
            <pc:sldMk cId="2164490192" sldId="273"/>
            <ac:spMk id="2" creationId="{9CDAC9BF-A479-2611-2823-D39045572816}"/>
          </ac:spMkLst>
        </pc:spChg>
        <pc:spChg chg="mod">
          <ac:chgData name="KIRAN K A" userId="c006811ef3eb6a44" providerId="LiveId" clId="{C6C753D0-C1FD-421B-A4B9-35D3032A2568}" dt="2025-07-19T07:04:20.780" v="204" actId="14100"/>
          <ac:spMkLst>
            <pc:docMk/>
            <pc:sldMk cId="2164490192" sldId="273"/>
            <ac:spMk id="3" creationId="{2477202F-887E-6931-C9B7-C707DAC830F6}"/>
          </ac:spMkLst>
        </pc:spChg>
        <pc:spChg chg="mod">
          <ac:chgData name="KIRAN K A" userId="c006811ef3eb6a44" providerId="LiveId" clId="{C6C753D0-C1FD-421B-A4B9-35D3032A2568}" dt="2025-07-19T07:04:23.815" v="205" actId="1076"/>
          <ac:spMkLst>
            <pc:docMk/>
            <pc:sldMk cId="2164490192" sldId="273"/>
            <ac:spMk id="4" creationId="{FFC4A983-1647-A1B2-9B4F-441A7BC9398A}"/>
          </ac:spMkLst>
        </pc:spChg>
      </pc:sldChg>
      <pc:sldChg chg="modSp mod">
        <pc:chgData name="KIRAN K A" userId="c006811ef3eb6a44" providerId="LiveId" clId="{C6C753D0-C1FD-421B-A4B9-35D3032A2568}" dt="2025-07-19T07:04:38.740" v="206" actId="1076"/>
        <pc:sldMkLst>
          <pc:docMk/>
          <pc:sldMk cId="3149394500" sldId="274"/>
        </pc:sldMkLst>
        <pc:spChg chg="mod">
          <ac:chgData name="KIRAN K A" userId="c006811ef3eb6a44" providerId="LiveId" clId="{C6C753D0-C1FD-421B-A4B9-35D3032A2568}" dt="2025-07-19T06:34:40.659" v="1"/>
          <ac:spMkLst>
            <pc:docMk/>
            <pc:sldMk cId="3149394500" sldId="274"/>
            <ac:spMk id="2" creationId="{E1789212-93F4-E4F4-ACCA-7FE17BEC6F4D}"/>
          </ac:spMkLst>
        </pc:spChg>
        <pc:spChg chg="mod">
          <ac:chgData name="KIRAN K A" userId="c006811ef3eb6a44" providerId="LiveId" clId="{C6C753D0-C1FD-421B-A4B9-35D3032A2568}" dt="2025-07-19T06:34:40.659" v="1"/>
          <ac:spMkLst>
            <pc:docMk/>
            <pc:sldMk cId="3149394500" sldId="274"/>
            <ac:spMk id="3" creationId="{A69DA446-8BFE-F1F4-9B1D-C418307F9718}"/>
          </ac:spMkLst>
        </pc:spChg>
        <pc:graphicFrameChg chg="mod">
          <ac:chgData name="KIRAN K A" userId="c006811ef3eb6a44" providerId="LiveId" clId="{C6C753D0-C1FD-421B-A4B9-35D3032A2568}" dt="2025-07-19T07:04:38.740" v="206" actId="1076"/>
          <ac:graphicFrameMkLst>
            <pc:docMk/>
            <pc:sldMk cId="3149394500" sldId="274"/>
            <ac:graphicFrameMk id="5" creationId="{9FB0B181-884D-E4F6-4E4C-DB3A3294ACB1}"/>
          </ac:graphicFrameMkLst>
        </pc:graphicFrameChg>
      </pc:sldChg>
      <pc:sldChg chg="delSp modSp mod">
        <pc:chgData name="KIRAN K A" userId="c006811ef3eb6a44" providerId="LiveId" clId="{C6C753D0-C1FD-421B-A4B9-35D3032A2568}" dt="2025-07-19T07:05:20.309" v="213" actId="21"/>
        <pc:sldMkLst>
          <pc:docMk/>
          <pc:sldMk cId="3271450142" sldId="275"/>
        </pc:sldMkLst>
        <pc:spChg chg="mod">
          <ac:chgData name="KIRAN K A" userId="c006811ef3eb6a44" providerId="LiveId" clId="{C6C753D0-C1FD-421B-A4B9-35D3032A2568}" dt="2025-07-19T06:34:40.659" v="1"/>
          <ac:spMkLst>
            <pc:docMk/>
            <pc:sldMk cId="3271450142" sldId="275"/>
            <ac:spMk id="2" creationId="{3D0330E8-7FB2-5E40-1E69-6B9A786C7F1C}"/>
          </ac:spMkLst>
        </pc:spChg>
        <pc:spChg chg="mod">
          <ac:chgData name="KIRAN K A" userId="c006811ef3eb6a44" providerId="LiveId" clId="{C6C753D0-C1FD-421B-A4B9-35D3032A2568}" dt="2025-07-19T07:04:45.764" v="207" actId="1076"/>
          <ac:spMkLst>
            <pc:docMk/>
            <pc:sldMk cId="3271450142" sldId="275"/>
            <ac:spMk id="3" creationId="{818B418D-88D0-ED04-47CD-4D90C6B988BE}"/>
          </ac:spMkLst>
        </pc:spChg>
        <pc:graphicFrameChg chg="mod modGraphic">
          <ac:chgData name="KIRAN K A" userId="c006811ef3eb6a44" providerId="LiveId" clId="{C6C753D0-C1FD-421B-A4B9-35D3032A2568}" dt="2025-07-19T07:05:00.817" v="210"/>
          <ac:graphicFrameMkLst>
            <pc:docMk/>
            <pc:sldMk cId="3271450142" sldId="275"/>
            <ac:graphicFrameMk id="4" creationId="{2A11D47D-C85E-5D29-3166-A63B174A738D}"/>
          </ac:graphicFrameMkLst>
        </pc:graphicFrameChg>
        <pc:graphicFrameChg chg="del mod modGraphic">
          <ac:chgData name="KIRAN K A" userId="c006811ef3eb6a44" providerId="LiveId" clId="{C6C753D0-C1FD-421B-A4B9-35D3032A2568}" dt="2025-07-19T07:05:20.309" v="213" actId="21"/>
          <ac:graphicFrameMkLst>
            <pc:docMk/>
            <pc:sldMk cId="3271450142" sldId="275"/>
            <ac:graphicFrameMk id="5" creationId="{14C46E99-BB67-C51E-FEAA-C57731E18895}"/>
          </ac:graphicFrameMkLst>
        </pc:graphicFrameChg>
      </pc:sldChg>
      <pc:sldChg chg="modSp mod">
        <pc:chgData name="KIRAN K A" userId="c006811ef3eb6a44" providerId="LiveId" clId="{C6C753D0-C1FD-421B-A4B9-35D3032A2568}" dt="2025-07-19T07:05:34.668" v="215" actId="1076"/>
        <pc:sldMkLst>
          <pc:docMk/>
          <pc:sldMk cId="4240271931" sldId="276"/>
        </pc:sldMkLst>
        <pc:spChg chg="mod">
          <ac:chgData name="KIRAN K A" userId="c006811ef3eb6a44" providerId="LiveId" clId="{C6C753D0-C1FD-421B-A4B9-35D3032A2568}" dt="2025-07-19T06:34:40.659" v="1"/>
          <ac:spMkLst>
            <pc:docMk/>
            <pc:sldMk cId="4240271931" sldId="276"/>
            <ac:spMk id="2" creationId="{14E69082-49DD-F0CC-01E2-63B2EDA76329}"/>
          </ac:spMkLst>
        </pc:spChg>
        <pc:spChg chg="mod">
          <ac:chgData name="KIRAN K A" userId="c006811ef3eb6a44" providerId="LiveId" clId="{C6C753D0-C1FD-421B-A4B9-35D3032A2568}" dt="2025-07-19T07:05:34.668" v="215" actId="1076"/>
          <ac:spMkLst>
            <pc:docMk/>
            <pc:sldMk cId="4240271931" sldId="276"/>
            <ac:spMk id="3" creationId="{2DC25841-7C59-2DF2-07AA-AADBB8BCE8DF}"/>
          </ac:spMkLst>
        </pc:spChg>
        <pc:spChg chg="mod">
          <ac:chgData name="KIRAN K A" userId="c006811ef3eb6a44" providerId="LiveId" clId="{C6C753D0-C1FD-421B-A4B9-35D3032A2568}" dt="2025-07-19T07:05:30.196" v="214" actId="1076"/>
          <ac:spMkLst>
            <pc:docMk/>
            <pc:sldMk cId="4240271931" sldId="276"/>
            <ac:spMk id="4" creationId="{5CE0E85D-85AC-4DE6-011C-788B5B883985}"/>
          </ac:spMkLst>
        </pc:spChg>
      </pc:sldChg>
      <pc:sldChg chg="modSp mod">
        <pc:chgData name="KIRAN K A" userId="c006811ef3eb6a44" providerId="LiveId" clId="{C6C753D0-C1FD-421B-A4B9-35D3032A2568}" dt="2025-07-19T06:34:40.865" v="5" actId="27636"/>
        <pc:sldMkLst>
          <pc:docMk/>
          <pc:sldMk cId="1942274263" sldId="277"/>
        </pc:sldMkLst>
        <pc:spChg chg="mod">
          <ac:chgData name="KIRAN K A" userId="c006811ef3eb6a44" providerId="LiveId" clId="{C6C753D0-C1FD-421B-A4B9-35D3032A2568}" dt="2025-07-19T06:34:40.659" v="1"/>
          <ac:spMkLst>
            <pc:docMk/>
            <pc:sldMk cId="1942274263" sldId="277"/>
            <ac:spMk id="2" creationId="{A4D04E42-2126-AFBD-30F3-6D5E63EAA703}"/>
          </ac:spMkLst>
        </pc:spChg>
        <pc:spChg chg="mod">
          <ac:chgData name="KIRAN K A" userId="c006811ef3eb6a44" providerId="LiveId" clId="{C6C753D0-C1FD-421B-A4B9-35D3032A2568}" dt="2025-07-19T06:34:40.865" v="5" actId="27636"/>
          <ac:spMkLst>
            <pc:docMk/>
            <pc:sldMk cId="1942274263" sldId="277"/>
            <ac:spMk id="3" creationId="{2F5043AA-C979-6F6A-2F71-B680199BF15E}"/>
          </ac:spMkLst>
        </pc:spChg>
      </pc:sldChg>
      <pc:sldChg chg="modSp">
        <pc:chgData name="KIRAN K A" userId="c006811ef3eb6a44" providerId="LiveId" clId="{C6C753D0-C1FD-421B-A4B9-35D3032A2568}" dt="2025-07-19T06:34:40.659" v="1"/>
        <pc:sldMkLst>
          <pc:docMk/>
          <pc:sldMk cId="566714543" sldId="278"/>
        </pc:sldMkLst>
        <pc:spChg chg="mod">
          <ac:chgData name="KIRAN K A" userId="c006811ef3eb6a44" providerId="LiveId" clId="{C6C753D0-C1FD-421B-A4B9-35D3032A2568}" dt="2025-07-19T06:34:40.659" v="1"/>
          <ac:spMkLst>
            <pc:docMk/>
            <pc:sldMk cId="566714543" sldId="278"/>
            <ac:spMk id="2" creationId="{716A67D1-7FDF-775B-F378-F974AAA1F4F8}"/>
          </ac:spMkLst>
        </pc:spChg>
        <pc:spChg chg="mod">
          <ac:chgData name="KIRAN K A" userId="c006811ef3eb6a44" providerId="LiveId" clId="{C6C753D0-C1FD-421B-A4B9-35D3032A2568}" dt="2025-07-19T06:34:40.659" v="1"/>
          <ac:spMkLst>
            <pc:docMk/>
            <pc:sldMk cId="566714543" sldId="278"/>
            <ac:spMk id="3" creationId="{A72CA243-58F5-E286-14E5-FC2C972F2082}"/>
          </ac:spMkLst>
        </pc:spChg>
      </pc:sldChg>
      <pc:sldChg chg="modSp mod">
        <pc:chgData name="KIRAN K A" userId="c006811ef3eb6a44" providerId="LiveId" clId="{C6C753D0-C1FD-421B-A4B9-35D3032A2568}" dt="2025-07-19T07:06:03.523" v="223" actId="255"/>
        <pc:sldMkLst>
          <pc:docMk/>
          <pc:sldMk cId="3667914756" sldId="279"/>
        </pc:sldMkLst>
        <pc:spChg chg="mod">
          <ac:chgData name="KIRAN K A" userId="c006811ef3eb6a44" providerId="LiveId" clId="{C6C753D0-C1FD-421B-A4B9-35D3032A2568}" dt="2025-07-19T06:34:40.659" v="1"/>
          <ac:spMkLst>
            <pc:docMk/>
            <pc:sldMk cId="3667914756" sldId="279"/>
            <ac:spMk id="2" creationId="{186BE6A3-C961-3F34-B3B8-47C673F9ADD9}"/>
          </ac:spMkLst>
        </pc:spChg>
        <pc:spChg chg="mod">
          <ac:chgData name="KIRAN K A" userId="c006811ef3eb6a44" providerId="LiveId" clId="{C6C753D0-C1FD-421B-A4B9-35D3032A2568}" dt="2025-07-19T07:06:03.523" v="223" actId="255"/>
          <ac:spMkLst>
            <pc:docMk/>
            <pc:sldMk cId="3667914756" sldId="279"/>
            <ac:spMk id="3" creationId="{72F61C9E-4478-8DBA-DDD5-46EFEE7BE74D}"/>
          </ac:spMkLst>
        </pc:spChg>
      </pc:sldChg>
      <pc:sldChg chg="modSp mod">
        <pc:chgData name="KIRAN K A" userId="c006811ef3eb6a44" providerId="LiveId" clId="{C6C753D0-C1FD-421B-A4B9-35D3032A2568}" dt="2025-07-19T06:35:17.296" v="104" actId="27636"/>
        <pc:sldMkLst>
          <pc:docMk/>
          <pc:sldMk cId="4018736075" sldId="280"/>
        </pc:sldMkLst>
        <pc:spChg chg="mod">
          <ac:chgData name="KIRAN K A" userId="c006811ef3eb6a44" providerId="LiveId" clId="{C6C753D0-C1FD-421B-A4B9-35D3032A2568}" dt="2025-07-19T06:34:40.659" v="1"/>
          <ac:spMkLst>
            <pc:docMk/>
            <pc:sldMk cId="4018736075" sldId="280"/>
            <ac:spMk id="2" creationId="{5F73111F-B3E3-7017-A050-5D6D1569E3D1}"/>
          </ac:spMkLst>
        </pc:spChg>
        <pc:spChg chg="mod">
          <ac:chgData name="KIRAN K A" userId="c006811ef3eb6a44" providerId="LiveId" clId="{C6C753D0-C1FD-421B-A4B9-35D3032A2568}" dt="2025-07-19T06:35:17.296" v="104" actId="27636"/>
          <ac:spMkLst>
            <pc:docMk/>
            <pc:sldMk cId="4018736075" sldId="280"/>
            <ac:spMk id="3" creationId="{AECCE0E2-8B87-6DA6-D248-6606515F84A8}"/>
          </ac:spMkLst>
        </pc:spChg>
      </pc:sldChg>
      <pc:sldChg chg="modSp mod">
        <pc:chgData name="KIRAN K A" userId="c006811ef3eb6a44" providerId="LiveId" clId="{C6C753D0-C1FD-421B-A4B9-35D3032A2568}" dt="2025-07-19T07:06:15.825" v="224" actId="179"/>
        <pc:sldMkLst>
          <pc:docMk/>
          <pc:sldMk cId="2652385564" sldId="281"/>
        </pc:sldMkLst>
        <pc:spChg chg="mod">
          <ac:chgData name="KIRAN K A" userId="c006811ef3eb6a44" providerId="LiveId" clId="{C6C753D0-C1FD-421B-A4B9-35D3032A2568}" dt="2025-07-19T06:34:40.659" v="1"/>
          <ac:spMkLst>
            <pc:docMk/>
            <pc:sldMk cId="2652385564" sldId="281"/>
            <ac:spMk id="2" creationId="{00DF7765-E63F-C140-182D-D62A78BA84D4}"/>
          </ac:spMkLst>
        </pc:spChg>
        <pc:spChg chg="mod">
          <ac:chgData name="KIRAN K A" userId="c006811ef3eb6a44" providerId="LiveId" clId="{C6C753D0-C1FD-421B-A4B9-35D3032A2568}" dt="2025-07-19T07:06:15.825" v="224" actId="179"/>
          <ac:spMkLst>
            <pc:docMk/>
            <pc:sldMk cId="2652385564" sldId="281"/>
            <ac:spMk id="3" creationId="{7007E724-5B00-2DED-0AA8-F642B8318212}"/>
          </ac:spMkLst>
        </pc:spChg>
      </pc:sldChg>
      <pc:sldChg chg="modSp mod">
        <pc:chgData name="KIRAN K A" userId="c006811ef3eb6a44" providerId="LiveId" clId="{C6C753D0-C1FD-421B-A4B9-35D3032A2568}" dt="2025-07-19T07:06:22.155" v="225" actId="1076"/>
        <pc:sldMkLst>
          <pc:docMk/>
          <pc:sldMk cId="418729660" sldId="282"/>
        </pc:sldMkLst>
        <pc:spChg chg="mod">
          <ac:chgData name="KIRAN K A" userId="c006811ef3eb6a44" providerId="LiveId" clId="{C6C753D0-C1FD-421B-A4B9-35D3032A2568}" dt="2025-07-19T06:34:40.659" v="1"/>
          <ac:spMkLst>
            <pc:docMk/>
            <pc:sldMk cId="418729660" sldId="282"/>
            <ac:spMk id="2" creationId="{1CCB37CF-2C6A-03D2-B240-5D343107EB04}"/>
          </ac:spMkLst>
        </pc:spChg>
        <pc:spChg chg="mod">
          <ac:chgData name="KIRAN K A" userId="c006811ef3eb6a44" providerId="LiveId" clId="{C6C753D0-C1FD-421B-A4B9-35D3032A2568}" dt="2025-07-19T06:34:40.659" v="1"/>
          <ac:spMkLst>
            <pc:docMk/>
            <pc:sldMk cId="418729660" sldId="282"/>
            <ac:spMk id="3" creationId="{A114FD99-043C-9F90-4DBC-6A9A14EFA73D}"/>
          </ac:spMkLst>
        </pc:spChg>
        <pc:graphicFrameChg chg="mod">
          <ac:chgData name="KIRAN K A" userId="c006811ef3eb6a44" providerId="LiveId" clId="{C6C753D0-C1FD-421B-A4B9-35D3032A2568}" dt="2025-07-19T07:06:22.155" v="225" actId="1076"/>
          <ac:graphicFrameMkLst>
            <pc:docMk/>
            <pc:sldMk cId="418729660" sldId="282"/>
            <ac:graphicFrameMk id="4" creationId="{1D144397-9B6D-70E6-1761-B5C95A153F2B}"/>
          </ac:graphicFrameMkLst>
        </pc:graphicFrameChg>
      </pc:sldChg>
      <pc:sldChg chg="modSp mod">
        <pc:chgData name="KIRAN K A" userId="c006811ef3eb6a44" providerId="LiveId" clId="{C6C753D0-C1FD-421B-A4B9-35D3032A2568}" dt="2025-07-19T07:18:50.269" v="363" actId="179"/>
        <pc:sldMkLst>
          <pc:docMk/>
          <pc:sldMk cId="3185799109" sldId="283"/>
        </pc:sldMkLst>
        <pc:spChg chg="mod">
          <ac:chgData name="KIRAN K A" userId="c006811ef3eb6a44" providerId="LiveId" clId="{C6C753D0-C1FD-421B-A4B9-35D3032A2568}" dt="2025-07-19T06:34:40.659" v="1"/>
          <ac:spMkLst>
            <pc:docMk/>
            <pc:sldMk cId="3185799109" sldId="283"/>
            <ac:spMk id="2" creationId="{2A6E7ACF-6DC9-1279-768A-82A25AE5CB5D}"/>
          </ac:spMkLst>
        </pc:spChg>
        <pc:spChg chg="mod">
          <ac:chgData name="KIRAN K A" userId="c006811ef3eb6a44" providerId="LiveId" clId="{C6C753D0-C1FD-421B-A4B9-35D3032A2568}" dt="2025-07-19T07:18:50.269" v="363" actId="179"/>
          <ac:spMkLst>
            <pc:docMk/>
            <pc:sldMk cId="3185799109" sldId="283"/>
            <ac:spMk id="3" creationId="{EA9B7D22-4205-28A6-2EE3-DAD3A17CFB49}"/>
          </ac:spMkLst>
        </pc:spChg>
      </pc:sldChg>
      <pc:sldChg chg="modSp mod">
        <pc:chgData name="KIRAN K A" userId="c006811ef3eb6a44" providerId="LiveId" clId="{C6C753D0-C1FD-421B-A4B9-35D3032A2568}" dt="2025-07-19T07:06:27.175" v="226" actId="14100"/>
        <pc:sldMkLst>
          <pc:docMk/>
          <pc:sldMk cId="2504509302" sldId="284"/>
        </pc:sldMkLst>
        <pc:spChg chg="mod">
          <ac:chgData name="KIRAN K A" userId="c006811ef3eb6a44" providerId="LiveId" clId="{C6C753D0-C1FD-421B-A4B9-35D3032A2568}" dt="2025-07-19T06:34:40.659" v="1"/>
          <ac:spMkLst>
            <pc:docMk/>
            <pc:sldMk cId="2504509302" sldId="284"/>
            <ac:spMk id="2" creationId="{DEF01B03-46F8-C7BD-CFF1-CAFEEA34D042}"/>
          </ac:spMkLst>
        </pc:spChg>
        <pc:spChg chg="mod">
          <ac:chgData name="KIRAN K A" userId="c006811ef3eb6a44" providerId="LiveId" clId="{C6C753D0-C1FD-421B-A4B9-35D3032A2568}" dt="2025-07-19T07:06:27.175" v="226" actId="14100"/>
          <ac:spMkLst>
            <pc:docMk/>
            <pc:sldMk cId="2504509302" sldId="284"/>
            <ac:spMk id="3" creationId="{12CFC054-2C2A-C9E9-BF41-4418A19D12AB}"/>
          </ac:spMkLst>
        </pc:spChg>
      </pc:sldChg>
      <pc:sldChg chg="modSp">
        <pc:chgData name="KIRAN K A" userId="c006811ef3eb6a44" providerId="LiveId" clId="{C6C753D0-C1FD-421B-A4B9-35D3032A2568}" dt="2025-07-19T06:34:40.659" v="1"/>
        <pc:sldMkLst>
          <pc:docMk/>
          <pc:sldMk cId="3502298367" sldId="285"/>
        </pc:sldMkLst>
        <pc:spChg chg="mod">
          <ac:chgData name="KIRAN K A" userId="c006811ef3eb6a44" providerId="LiveId" clId="{C6C753D0-C1FD-421B-A4B9-35D3032A2568}" dt="2025-07-19T06:34:40.659" v="1"/>
          <ac:spMkLst>
            <pc:docMk/>
            <pc:sldMk cId="3502298367" sldId="285"/>
            <ac:spMk id="2" creationId="{011D071D-5263-F6CD-4A63-2A47AAAAF3BF}"/>
          </ac:spMkLst>
        </pc:spChg>
        <pc:spChg chg="mod">
          <ac:chgData name="KIRAN K A" userId="c006811ef3eb6a44" providerId="LiveId" clId="{C6C753D0-C1FD-421B-A4B9-35D3032A2568}" dt="2025-07-19T06:34:40.659" v="1"/>
          <ac:spMkLst>
            <pc:docMk/>
            <pc:sldMk cId="3502298367" sldId="285"/>
            <ac:spMk id="3" creationId="{EE6EC7DC-C92B-84AB-10B4-E36CF5D8B765}"/>
          </ac:spMkLst>
        </pc:spChg>
      </pc:sldChg>
      <pc:sldChg chg="modSp mod">
        <pc:chgData name="KIRAN K A" userId="c006811ef3eb6a44" providerId="LiveId" clId="{C6C753D0-C1FD-421B-A4B9-35D3032A2568}" dt="2025-07-19T07:06:49.036" v="232" actId="14100"/>
        <pc:sldMkLst>
          <pc:docMk/>
          <pc:sldMk cId="2151290565" sldId="286"/>
        </pc:sldMkLst>
        <pc:spChg chg="mod">
          <ac:chgData name="KIRAN K A" userId="c006811ef3eb6a44" providerId="LiveId" clId="{C6C753D0-C1FD-421B-A4B9-35D3032A2568}" dt="2025-07-19T06:34:40.659" v="1"/>
          <ac:spMkLst>
            <pc:docMk/>
            <pc:sldMk cId="2151290565" sldId="286"/>
            <ac:spMk id="2" creationId="{AA792AFF-9F98-0FCF-501B-FE05934421F2}"/>
          </ac:spMkLst>
        </pc:spChg>
        <pc:spChg chg="mod">
          <ac:chgData name="KIRAN K A" userId="c006811ef3eb6a44" providerId="LiveId" clId="{C6C753D0-C1FD-421B-A4B9-35D3032A2568}" dt="2025-07-19T06:34:40.659" v="1"/>
          <ac:spMkLst>
            <pc:docMk/>
            <pc:sldMk cId="2151290565" sldId="286"/>
            <ac:spMk id="3" creationId="{7393FB21-E90F-30BE-624A-7D771D19D105}"/>
          </ac:spMkLst>
        </pc:spChg>
        <pc:picChg chg="mod">
          <ac:chgData name="KIRAN K A" userId="c006811ef3eb6a44" providerId="LiveId" clId="{C6C753D0-C1FD-421B-A4B9-35D3032A2568}" dt="2025-07-19T07:06:49.036" v="232" actId="14100"/>
          <ac:picMkLst>
            <pc:docMk/>
            <pc:sldMk cId="2151290565" sldId="286"/>
            <ac:picMk id="5" creationId="{4094E010-649A-57F5-DBE3-49A0B4A6889B}"/>
          </ac:picMkLst>
        </pc:picChg>
      </pc:sldChg>
      <pc:sldChg chg="modSp mod">
        <pc:chgData name="KIRAN K A" userId="c006811ef3eb6a44" providerId="LiveId" clId="{C6C753D0-C1FD-421B-A4B9-35D3032A2568}" dt="2025-07-19T07:07:14.318" v="233" actId="179"/>
        <pc:sldMkLst>
          <pc:docMk/>
          <pc:sldMk cId="2631880635" sldId="287"/>
        </pc:sldMkLst>
        <pc:spChg chg="mod">
          <ac:chgData name="KIRAN K A" userId="c006811ef3eb6a44" providerId="LiveId" clId="{C6C753D0-C1FD-421B-A4B9-35D3032A2568}" dt="2025-07-19T06:34:40.659" v="1"/>
          <ac:spMkLst>
            <pc:docMk/>
            <pc:sldMk cId="2631880635" sldId="287"/>
            <ac:spMk id="2" creationId="{0F537DAE-D8FF-7960-5484-95CD7A0AFDB7}"/>
          </ac:spMkLst>
        </pc:spChg>
        <pc:spChg chg="mod">
          <ac:chgData name="KIRAN K A" userId="c006811ef3eb6a44" providerId="LiveId" clId="{C6C753D0-C1FD-421B-A4B9-35D3032A2568}" dt="2025-07-19T07:07:14.318" v="233" actId="179"/>
          <ac:spMkLst>
            <pc:docMk/>
            <pc:sldMk cId="2631880635" sldId="287"/>
            <ac:spMk id="3" creationId="{26797BA1-92DC-54FF-380F-B122868C3180}"/>
          </ac:spMkLst>
        </pc:spChg>
      </pc:sldChg>
      <pc:sldChg chg="modSp">
        <pc:chgData name="KIRAN K A" userId="c006811ef3eb6a44" providerId="LiveId" clId="{C6C753D0-C1FD-421B-A4B9-35D3032A2568}" dt="2025-07-19T06:34:40.659" v="1"/>
        <pc:sldMkLst>
          <pc:docMk/>
          <pc:sldMk cId="2974891451" sldId="288"/>
        </pc:sldMkLst>
        <pc:spChg chg="mod">
          <ac:chgData name="KIRAN K A" userId="c006811ef3eb6a44" providerId="LiveId" clId="{C6C753D0-C1FD-421B-A4B9-35D3032A2568}" dt="2025-07-19T06:34:40.659" v="1"/>
          <ac:spMkLst>
            <pc:docMk/>
            <pc:sldMk cId="2974891451" sldId="288"/>
            <ac:spMk id="2" creationId="{BB839531-BF6E-E075-1D9F-7E2A6089D145}"/>
          </ac:spMkLst>
        </pc:spChg>
      </pc:sldChg>
      <pc:sldChg chg="modSp mod">
        <pc:chgData name="KIRAN K A" userId="c006811ef3eb6a44" providerId="LiveId" clId="{C6C753D0-C1FD-421B-A4B9-35D3032A2568}" dt="2025-07-19T07:07:25.536" v="235" actId="179"/>
        <pc:sldMkLst>
          <pc:docMk/>
          <pc:sldMk cId="710371023" sldId="289"/>
        </pc:sldMkLst>
        <pc:spChg chg="mod">
          <ac:chgData name="KIRAN K A" userId="c006811ef3eb6a44" providerId="LiveId" clId="{C6C753D0-C1FD-421B-A4B9-35D3032A2568}" dt="2025-07-19T06:34:40.659" v="1"/>
          <ac:spMkLst>
            <pc:docMk/>
            <pc:sldMk cId="710371023" sldId="289"/>
            <ac:spMk id="2" creationId="{9E576E8F-BFDA-B4D7-4E7E-FE37C4578987}"/>
          </ac:spMkLst>
        </pc:spChg>
        <pc:spChg chg="mod">
          <ac:chgData name="KIRAN K A" userId="c006811ef3eb6a44" providerId="LiveId" clId="{C6C753D0-C1FD-421B-A4B9-35D3032A2568}" dt="2025-07-19T07:07:25.536" v="235" actId="179"/>
          <ac:spMkLst>
            <pc:docMk/>
            <pc:sldMk cId="710371023" sldId="289"/>
            <ac:spMk id="3" creationId="{97C79576-7383-97FB-1EDF-528359BA1EF6}"/>
          </ac:spMkLst>
        </pc:spChg>
      </pc:sldChg>
      <pc:sldChg chg="delSp modSp mod">
        <pc:chgData name="KIRAN K A" userId="c006811ef3eb6a44" providerId="LiveId" clId="{C6C753D0-C1FD-421B-A4B9-35D3032A2568}" dt="2025-07-19T07:09:10.926" v="292" actId="15"/>
        <pc:sldMkLst>
          <pc:docMk/>
          <pc:sldMk cId="497753728" sldId="290"/>
        </pc:sldMkLst>
        <pc:spChg chg="mod">
          <ac:chgData name="KIRAN K A" userId="c006811ef3eb6a44" providerId="LiveId" clId="{C6C753D0-C1FD-421B-A4B9-35D3032A2568}" dt="2025-07-19T06:34:40.659" v="1"/>
          <ac:spMkLst>
            <pc:docMk/>
            <pc:sldMk cId="497753728" sldId="290"/>
            <ac:spMk id="2" creationId="{1D12214A-8807-551A-C114-6DCC66299850}"/>
          </ac:spMkLst>
        </pc:spChg>
        <pc:spChg chg="mod">
          <ac:chgData name="KIRAN K A" userId="c006811ef3eb6a44" providerId="LiveId" clId="{C6C753D0-C1FD-421B-A4B9-35D3032A2568}" dt="2025-07-19T07:09:10.926" v="292" actId="15"/>
          <ac:spMkLst>
            <pc:docMk/>
            <pc:sldMk cId="497753728" sldId="290"/>
            <ac:spMk id="3" creationId="{7D8886DF-C898-F242-A42C-3BDF04CE265A}"/>
          </ac:spMkLst>
        </pc:spChg>
        <pc:spChg chg="del mod">
          <ac:chgData name="KIRAN K A" userId="c006811ef3eb6a44" providerId="LiveId" clId="{C6C753D0-C1FD-421B-A4B9-35D3032A2568}" dt="2025-07-19T07:08:52.135" v="287"/>
          <ac:spMkLst>
            <pc:docMk/>
            <pc:sldMk cId="497753728" sldId="290"/>
            <ac:spMk id="4" creationId="{7B13763C-8789-CE58-733E-E6FE10FC6590}"/>
          </ac:spMkLst>
        </pc:spChg>
      </pc:sldChg>
      <pc:sldChg chg="modSp mod">
        <pc:chgData name="KIRAN K A" userId="c006811ef3eb6a44" providerId="LiveId" clId="{C6C753D0-C1FD-421B-A4B9-35D3032A2568}" dt="2025-07-19T07:09:20.621" v="294" actId="14100"/>
        <pc:sldMkLst>
          <pc:docMk/>
          <pc:sldMk cId="945301498" sldId="291"/>
        </pc:sldMkLst>
        <pc:spChg chg="mod">
          <ac:chgData name="KIRAN K A" userId="c006811ef3eb6a44" providerId="LiveId" clId="{C6C753D0-C1FD-421B-A4B9-35D3032A2568}" dt="2025-07-19T06:34:40.659" v="1"/>
          <ac:spMkLst>
            <pc:docMk/>
            <pc:sldMk cId="945301498" sldId="291"/>
            <ac:spMk id="2" creationId="{0C42C566-7FF0-383C-3A58-5A10326A4558}"/>
          </ac:spMkLst>
        </pc:spChg>
        <pc:spChg chg="mod">
          <ac:chgData name="KIRAN K A" userId="c006811ef3eb6a44" providerId="LiveId" clId="{C6C753D0-C1FD-421B-A4B9-35D3032A2568}" dt="2025-07-19T06:34:40.659" v="1"/>
          <ac:spMkLst>
            <pc:docMk/>
            <pc:sldMk cId="945301498" sldId="291"/>
            <ac:spMk id="3" creationId="{9425E5B4-F569-3154-D78B-C36368A5185A}"/>
          </ac:spMkLst>
        </pc:spChg>
        <pc:picChg chg="mod">
          <ac:chgData name="KIRAN K A" userId="c006811ef3eb6a44" providerId="LiveId" clId="{C6C753D0-C1FD-421B-A4B9-35D3032A2568}" dt="2025-07-19T07:09:20.621" v="294" actId="14100"/>
          <ac:picMkLst>
            <pc:docMk/>
            <pc:sldMk cId="945301498" sldId="291"/>
            <ac:picMk id="5" creationId="{2464D2D4-EAE9-BD0C-6485-0F25B0278FE6}"/>
          </ac:picMkLst>
        </pc:picChg>
      </pc:sldChg>
      <pc:sldChg chg="modSp mod">
        <pc:chgData name="KIRAN K A" userId="c006811ef3eb6a44" providerId="LiveId" clId="{C6C753D0-C1FD-421B-A4B9-35D3032A2568}" dt="2025-07-19T07:09:28.614" v="296" actId="14100"/>
        <pc:sldMkLst>
          <pc:docMk/>
          <pc:sldMk cId="993253469" sldId="292"/>
        </pc:sldMkLst>
        <pc:spChg chg="mod">
          <ac:chgData name="KIRAN K A" userId="c006811ef3eb6a44" providerId="LiveId" clId="{C6C753D0-C1FD-421B-A4B9-35D3032A2568}" dt="2025-07-19T06:34:40.659" v="1"/>
          <ac:spMkLst>
            <pc:docMk/>
            <pc:sldMk cId="993253469" sldId="292"/>
            <ac:spMk id="2" creationId="{C10B52A7-D803-0F52-5D20-5FED9D2DDC92}"/>
          </ac:spMkLst>
        </pc:spChg>
        <pc:spChg chg="mod">
          <ac:chgData name="KIRAN K A" userId="c006811ef3eb6a44" providerId="LiveId" clId="{C6C753D0-C1FD-421B-A4B9-35D3032A2568}" dt="2025-07-19T06:34:40.659" v="1"/>
          <ac:spMkLst>
            <pc:docMk/>
            <pc:sldMk cId="993253469" sldId="292"/>
            <ac:spMk id="3" creationId="{B0D5DD5F-A0B9-B603-2A49-1D6EFDAE3941}"/>
          </ac:spMkLst>
        </pc:spChg>
        <pc:picChg chg="mod">
          <ac:chgData name="KIRAN K A" userId="c006811ef3eb6a44" providerId="LiveId" clId="{C6C753D0-C1FD-421B-A4B9-35D3032A2568}" dt="2025-07-19T07:09:28.614" v="296" actId="14100"/>
          <ac:picMkLst>
            <pc:docMk/>
            <pc:sldMk cId="993253469" sldId="292"/>
            <ac:picMk id="5" creationId="{817BE687-5466-383E-273F-9BFEBF0ED437}"/>
          </ac:picMkLst>
        </pc:picChg>
      </pc:sldChg>
      <pc:sldChg chg="modSp mod">
        <pc:chgData name="KIRAN K A" userId="c006811ef3eb6a44" providerId="LiveId" clId="{C6C753D0-C1FD-421B-A4B9-35D3032A2568}" dt="2025-07-19T07:09:39.899" v="298" actId="179"/>
        <pc:sldMkLst>
          <pc:docMk/>
          <pc:sldMk cId="3648517629" sldId="293"/>
        </pc:sldMkLst>
        <pc:spChg chg="mod">
          <ac:chgData name="KIRAN K A" userId="c006811ef3eb6a44" providerId="LiveId" clId="{C6C753D0-C1FD-421B-A4B9-35D3032A2568}" dt="2025-07-19T06:34:40.659" v="1"/>
          <ac:spMkLst>
            <pc:docMk/>
            <pc:sldMk cId="3648517629" sldId="293"/>
            <ac:spMk id="2" creationId="{FBAEB1D6-6B4F-4004-95BC-6397BD799CD0}"/>
          </ac:spMkLst>
        </pc:spChg>
        <pc:spChg chg="mod">
          <ac:chgData name="KIRAN K A" userId="c006811ef3eb6a44" providerId="LiveId" clId="{C6C753D0-C1FD-421B-A4B9-35D3032A2568}" dt="2025-07-19T07:09:39.899" v="298" actId="179"/>
          <ac:spMkLst>
            <pc:docMk/>
            <pc:sldMk cId="3648517629" sldId="293"/>
            <ac:spMk id="3" creationId="{DCB981A6-8042-2829-403F-FF4C21D3D642}"/>
          </ac:spMkLst>
        </pc:spChg>
      </pc:sldChg>
      <pc:sldChg chg="modSp mod">
        <pc:chgData name="KIRAN K A" userId="c006811ef3eb6a44" providerId="LiveId" clId="{C6C753D0-C1FD-421B-A4B9-35D3032A2568}" dt="2025-07-19T07:09:45.495" v="299" actId="1076"/>
        <pc:sldMkLst>
          <pc:docMk/>
          <pc:sldMk cId="538740306" sldId="294"/>
        </pc:sldMkLst>
        <pc:spChg chg="mod">
          <ac:chgData name="KIRAN K A" userId="c006811ef3eb6a44" providerId="LiveId" clId="{C6C753D0-C1FD-421B-A4B9-35D3032A2568}" dt="2025-07-19T06:34:40.659" v="1"/>
          <ac:spMkLst>
            <pc:docMk/>
            <pc:sldMk cId="538740306" sldId="294"/>
            <ac:spMk id="2" creationId="{18B17D2A-4237-FFD3-F1A8-B1374AF6AECF}"/>
          </ac:spMkLst>
        </pc:spChg>
        <pc:spChg chg="mod">
          <ac:chgData name="KIRAN K A" userId="c006811ef3eb6a44" providerId="LiveId" clId="{C6C753D0-C1FD-421B-A4B9-35D3032A2568}" dt="2025-07-19T06:34:40.659" v="1"/>
          <ac:spMkLst>
            <pc:docMk/>
            <pc:sldMk cId="538740306" sldId="294"/>
            <ac:spMk id="3" creationId="{79C2DCD0-DDF2-AFBF-AB16-A8D0866A7D00}"/>
          </ac:spMkLst>
        </pc:spChg>
        <pc:graphicFrameChg chg="mod">
          <ac:chgData name="KIRAN K A" userId="c006811ef3eb6a44" providerId="LiveId" clId="{C6C753D0-C1FD-421B-A4B9-35D3032A2568}" dt="2025-07-19T07:09:45.495" v="299" actId="1076"/>
          <ac:graphicFrameMkLst>
            <pc:docMk/>
            <pc:sldMk cId="538740306" sldId="294"/>
            <ac:graphicFrameMk id="5" creationId="{946A3343-487B-6ECC-6611-06DC62E1D5D3}"/>
          </ac:graphicFrameMkLst>
        </pc:graphicFrameChg>
      </pc:sldChg>
      <pc:sldChg chg="modSp mod">
        <pc:chgData name="KIRAN K A" userId="c006811ef3eb6a44" providerId="LiveId" clId="{C6C753D0-C1FD-421B-A4B9-35D3032A2568}" dt="2025-07-19T07:09:53.949" v="300" actId="179"/>
        <pc:sldMkLst>
          <pc:docMk/>
          <pc:sldMk cId="1755994195" sldId="295"/>
        </pc:sldMkLst>
        <pc:spChg chg="mod">
          <ac:chgData name="KIRAN K A" userId="c006811ef3eb6a44" providerId="LiveId" clId="{C6C753D0-C1FD-421B-A4B9-35D3032A2568}" dt="2025-07-19T06:34:40.659" v="1"/>
          <ac:spMkLst>
            <pc:docMk/>
            <pc:sldMk cId="1755994195" sldId="295"/>
            <ac:spMk id="2" creationId="{78C49D44-D1AF-F056-30A8-606AEEAFBAEE}"/>
          </ac:spMkLst>
        </pc:spChg>
        <pc:spChg chg="mod">
          <ac:chgData name="KIRAN K A" userId="c006811ef3eb6a44" providerId="LiveId" clId="{C6C753D0-C1FD-421B-A4B9-35D3032A2568}" dt="2025-07-19T07:09:53.949" v="300" actId="179"/>
          <ac:spMkLst>
            <pc:docMk/>
            <pc:sldMk cId="1755994195" sldId="295"/>
            <ac:spMk id="3" creationId="{0E28FD12-1DCE-6F01-4BCB-2F4F255EA612}"/>
          </ac:spMkLst>
        </pc:spChg>
      </pc:sldChg>
      <pc:sldChg chg="modSp mod">
        <pc:chgData name="KIRAN K A" userId="c006811ef3eb6a44" providerId="LiveId" clId="{C6C753D0-C1FD-421B-A4B9-35D3032A2568}" dt="2025-07-19T07:10:03.870" v="303" actId="14100"/>
        <pc:sldMkLst>
          <pc:docMk/>
          <pc:sldMk cId="4032548008" sldId="296"/>
        </pc:sldMkLst>
        <pc:spChg chg="mod">
          <ac:chgData name="KIRAN K A" userId="c006811ef3eb6a44" providerId="LiveId" clId="{C6C753D0-C1FD-421B-A4B9-35D3032A2568}" dt="2025-07-19T06:34:40.659" v="1"/>
          <ac:spMkLst>
            <pc:docMk/>
            <pc:sldMk cId="4032548008" sldId="296"/>
            <ac:spMk id="2" creationId="{3633EC1F-448F-CF3D-7DA3-5B922E8C6C02}"/>
          </ac:spMkLst>
        </pc:spChg>
        <pc:spChg chg="mod">
          <ac:chgData name="KIRAN K A" userId="c006811ef3eb6a44" providerId="LiveId" clId="{C6C753D0-C1FD-421B-A4B9-35D3032A2568}" dt="2025-07-19T06:34:40.659" v="1"/>
          <ac:spMkLst>
            <pc:docMk/>
            <pc:sldMk cId="4032548008" sldId="296"/>
            <ac:spMk id="3" creationId="{2AA3FFDC-CDD5-D951-466C-6D5F08C024DA}"/>
          </ac:spMkLst>
        </pc:spChg>
        <pc:picChg chg="mod">
          <ac:chgData name="KIRAN K A" userId="c006811ef3eb6a44" providerId="LiveId" clId="{C6C753D0-C1FD-421B-A4B9-35D3032A2568}" dt="2025-07-19T07:10:03.870" v="303" actId="14100"/>
          <ac:picMkLst>
            <pc:docMk/>
            <pc:sldMk cId="4032548008" sldId="296"/>
            <ac:picMk id="7" creationId="{B7C67D76-C4CD-7BA8-428B-F8080A71232A}"/>
          </ac:picMkLst>
        </pc:picChg>
      </pc:sldChg>
      <pc:sldChg chg="modSp mod">
        <pc:chgData name="KIRAN K A" userId="c006811ef3eb6a44" providerId="LiveId" clId="{C6C753D0-C1FD-421B-A4B9-35D3032A2568}" dt="2025-07-19T07:10:12.853" v="304" actId="1076"/>
        <pc:sldMkLst>
          <pc:docMk/>
          <pc:sldMk cId="4033074112" sldId="297"/>
        </pc:sldMkLst>
        <pc:spChg chg="mod">
          <ac:chgData name="KIRAN K A" userId="c006811ef3eb6a44" providerId="LiveId" clId="{C6C753D0-C1FD-421B-A4B9-35D3032A2568}" dt="2025-07-19T06:34:40.659" v="1"/>
          <ac:spMkLst>
            <pc:docMk/>
            <pc:sldMk cId="4033074112" sldId="297"/>
            <ac:spMk id="2" creationId="{885A3308-BD80-42DB-135B-DEB56CCD5735}"/>
          </ac:spMkLst>
        </pc:spChg>
        <pc:spChg chg="mod">
          <ac:chgData name="KIRAN K A" userId="c006811ef3eb6a44" providerId="LiveId" clId="{C6C753D0-C1FD-421B-A4B9-35D3032A2568}" dt="2025-07-19T06:34:40.659" v="1"/>
          <ac:spMkLst>
            <pc:docMk/>
            <pc:sldMk cId="4033074112" sldId="297"/>
            <ac:spMk id="3" creationId="{96282746-EA49-84F2-C9C6-711B1493E452}"/>
          </ac:spMkLst>
        </pc:spChg>
        <pc:graphicFrameChg chg="mod">
          <ac:chgData name="KIRAN K A" userId="c006811ef3eb6a44" providerId="LiveId" clId="{C6C753D0-C1FD-421B-A4B9-35D3032A2568}" dt="2025-07-19T07:10:12.853" v="304" actId="1076"/>
          <ac:graphicFrameMkLst>
            <pc:docMk/>
            <pc:sldMk cId="4033074112" sldId="297"/>
            <ac:graphicFrameMk id="4" creationId="{3AA6A617-A45A-539A-9B60-F6A7EB4AF4B3}"/>
          </ac:graphicFrameMkLst>
        </pc:graphicFrameChg>
      </pc:sldChg>
      <pc:sldChg chg="modSp mod">
        <pc:chgData name="KIRAN K A" userId="c006811ef3eb6a44" providerId="LiveId" clId="{C6C753D0-C1FD-421B-A4B9-35D3032A2568}" dt="2025-07-19T07:10:18.021" v="305" actId="1076"/>
        <pc:sldMkLst>
          <pc:docMk/>
          <pc:sldMk cId="1755721367" sldId="298"/>
        </pc:sldMkLst>
        <pc:spChg chg="mod">
          <ac:chgData name="KIRAN K A" userId="c006811ef3eb6a44" providerId="LiveId" clId="{C6C753D0-C1FD-421B-A4B9-35D3032A2568}" dt="2025-07-19T06:34:40.659" v="1"/>
          <ac:spMkLst>
            <pc:docMk/>
            <pc:sldMk cId="1755721367" sldId="298"/>
            <ac:spMk id="2" creationId="{B7995871-40A4-BEFE-2E59-1147358B6B2B}"/>
          </ac:spMkLst>
        </pc:spChg>
        <pc:spChg chg="mod">
          <ac:chgData name="KIRAN K A" userId="c006811ef3eb6a44" providerId="LiveId" clId="{C6C753D0-C1FD-421B-A4B9-35D3032A2568}" dt="2025-07-19T06:34:40.659" v="1"/>
          <ac:spMkLst>
            <pc:docMk/>
            <pc:sldMk cId="1755721367" sldId="298"/>
            <ac:spMk id="3" creationId="{63D74276-9AC1-2592-7DA4-F1E09EBE0C7F}"/>
          </ac:spMkLst>
        </pc:spChg>
        <pc:graphicFrameChg chg="mod">
          <ac:chgData name="KIRAN K A" userId="c006811ef3eb6a44" providerId="LiveId" clId="{C6C753D0-C1FD-421B-A4B9-35D3032A2568}" dt="2025-07-19T07:10:18.021" v="305" actId="1076"/>
          <ac:graphicFrameMkLst>
            <pc:docMk/>
            <pc:sldMk cId="1755721367" sldId="298"/>
            <ac:graphicFrameMk id="4" creationId="{AFE8ED26-560D-220F-AC63-08B1F084BC33}"/>
          </ac:graphicFrameMkLst>
        </pc:graphicFrameChg>
      </pc:sldChg>
      <pc:sldChg chg="modSp mod">
        <pc:chgData name="KIRAN K A" userId="c006811ef3eb6a44" providerId="LiveId" clId="{C6C753D0-C1FD-421B-A4B9-35D3032A2568}" dt="2025-07-19T07:10:27.178" v="307" actId="1076"/>
        <pc:sldMkLst>
          <pc:docMk/>
          <pc:sldMk cId="3977655719" sldId="299"/>
        </pc:sldMkLst>
        <pc:spChg chg="mod">
          <ac:chgData name="KIRAN K A" userId="c006811ef3eb6a44" providerId="LiveId" clId="{C6C753D0-C1FD-421B-A4B9-35D3032A2568}" dt="2025-07-19T06:34:40.659" v="1"/>
          <ac:spMkLst>
            <pc:docMk/>
            <pc:sldMk cId="3977655719" sldId="299"/>
            <ac:spMk id="2" creationId="{5EEC1CC0-6134-A7B3-AADD-3A34FB992F7C}"/>
          </ac:spMkLst>
        </pc:spChg>
        <pc:spChg chg="mod">
          <ac:chgData name="KIRAN K A" userId="c006811ef3eb6a44" providerId="LiveId" clId="{C6C753D0-C1FD-421B-A4B9-35D3032A2568}" dt="2025-07-19T07:10:23.133" v="306" actId="1076"/>
          <ac:spMkLst>
            <pc:docMk/>
            <pc:sldMk cId="3977655719" sldId="299"/>
            <ac:spMk id="3" creationId="{D7622934-51B7-F2FD-BF39-0539FA2A12CC}"/>
          </ac:spMkLst>
        </pc:spChg>
        <pc:spChg chg="mod">
          <ac:chgData name="KIRAN K A" userId="c006811ef3eb6a44" providerId="LiveId" clId="{C6C753D0-C1FD-421B-A4B9-35D3032A2568}" dt="2025-07-19T07:10:27.178" v="307" actId="1076"/>
          <ac:spMkLst>
            <pc:docMk/>
            <pc:sldMk cId="3977655719" sldId="299"/>
            <ac:spMk id="4" creationId="{8A301888-53D3-1FF3-1393-7323E4FE2149}"/>
          </ac:spMkLst>
        </pc:spChg>
      </pc:sldChg>
      <pc:sldChg chg="modSp mod">
        <pc:chgData name="KIRAN K A" userId="c006811ef3eb6a44" providerId="LiveId" clId="{C6C753D0-C1FD-421B-A4B9-35D3032A2568}" dt="2025-07-19T07:10:33.249" v="308" actId="1076"/>
        <pc:sldMkLst>
          <pc:docMk/>
          <pc:sldMk cId="2248232560" sldId="300"/>
        </pc:sldMkLst>
        <pc:spChg chg="mod">
          <ac:chgData name="KIRAN K A" userId="c006811ef3eb6a44" providerId="LiveId" clId="{C6C753D0-C1FD-421B-A4B9-35D3032A2568}" dt="2025-07-19T06:34:40.659" v="1"/>
          <ac:spMkLst>
            <pc:docMk/>
            <pc:sldMk cId="2248232560" sldId="300"/>
            <ac:spMk id="2" creationId="{2C74EC08-12B0-F175-ED63-FC1C9385C1D6}"/>
          </ac:spMkLst>
        </pc:spChg>
        <pc:spChg chg="mod">
          <ac:chgData name="KIRAN K A" userId="c006811ef3eb6a44" providerId="LiveId" clId="{C6C753D0-C1FD-421B-A4B9-35D3032A2568}" dt="2025-07-19T06:34:40.659" v="1"/>
          <ac:spMkLst>
            <pc:docMk/>
            <pc:sldMk cId="2248232560" sldId="300"/>
            <ac:spMk id="3" creationId="{D31DA5DA-280F-A19E-01BD-2EC28B2BC9B1}"/>
          </ac:spMkLst>
        </pc:spChg>
        <pc:graphicFrameChg chg="mod">
          <ac:chgData name="KIRAN K A" userId="c006811ef3eb6a44" providerId="LiveId" clId="{C6C753D0-C1FD-421B-A4B9-35D3032A2568}" dt="2025-07-19T07:10:33.249" v="308" actId="1076"/>
          <ac:graphicFrameMkLst>
            <pc:docMk/>
            <pc:sldMk cId="2248232560" sldId="300"/>
            <ac:graphicFrameMk id="4" creationId="{23629B4A-259E-4385-7EA4-C215E3147846}"/>
          </ac:graphicFrameMkLst>
        </pc:graphicFrameChg>
      </pc:sldChg>
      <pc:sldChg chg="modSp mod">
        <pc:chgData name="KIRAN K A" userId="c006811ef3eb6a44" providerId="LiveId" clId="{C6C753D0-C1FD-421B-A4B9-35D3032A2568}" dt="2025-07-19T07:10:42.847" v="310" actId="179"/>
        <pc:sldMkLst>
          <pc:docMk/>
          <pc:sldMk cId="2875042578" sldId="301"/>
        </pc:sldMkLst>
        <pc:spChg chg="mod">
          <ac:chgData name="KIRAN K A" userId="c006811ef3eb6a44" providerId="LiveId" clId="{C6C753D0-C1FD-421B-A4B9-35D3032A2568}" dt="2025-07-19T06:34:40.659" v="1"/>
          <ac:spMkLst>
            <pc:docMk/>
            <pc:sldMk cId="2875042578" sldId="301"/>
            <ac:spMk id="2" creationId="{D513F457-D15C-AE6B-CE24-CC303B68FDB7}"/>
          </ac:spMkLst>
        </pc:spChg>
        <pc:spChg chg="mod">
          <ac:chgData name="KIRAN K A" userId="c006811ef3eb6a44" providerId="LiveId" clId="{C6C753D0-C1FD-421B-A4B9-35D3032A2568}" dt="2025-07-19T07:10:42.847" v="310" actId="179"/>
          <ac:spMkLst>
            <pc:docMk/>
            <pc:sldMk cId="2875042578" sldId="301"/>
            <ac:spMk id="3" creationId="{C3A5EDAE-E0C5-3681-DFAA-6D9EB54FBF09}"/>
          </ac:spMkLst>
        </pc:spChg>
      </pc:sldChg>
      <pc:sldChg chg="modSp mod">
        <pc:chgData name="KIRAN K A" userId="c006811ef3eb6a44" providerId="LiveId" clId="{C6C753D0-C1FD-421B-A4B9-35D3032A2568}" dt="2025-07-19T07:10:47.977" v="311" actId="1076"/>
        <pc:sldMkLst>
          <pc:docMk/>
          <pc:sldMk cId="1719480221" sldId="302"/>
        </pc:sldMkLst>
        <pc:spChg chg="mod">
          <ac:chgData name="KIRAN K A" userId="c006811ef3eb6a44" providerId="LiveId" clId="{C6C753D0-C1FD-421B-A4B9-35D3032A2568}" dt="2025-07-19T06:34:40.659" v="1"/>
          <ac:spMkLst>
            <pc:docMk/>
            <pc:sldMk cId="1719480221" sldId="302"/>
            <ac:spMk id="2" creationId="{CD1D2A14-73E9-B546-CC72-09C4C57EFE90}"/>
          </ac:spMkLst>
        </pc:spChg>
        <pc:spChg chg="mod">
          <ac:chgData name="KIRAN K A" userId="c006811ef3eb6a44" providerId="LiveId" clId="{C6C753D0-C1FD-421B-A4B9-35D3032A2568}" dt="2025-07-19T06:34:40.659" v="1"/>
          <ac:spMkLst>
            <pc:docMk/>
            <pc:sldMk cId="1719480221" sldId="302"/>
            <ac:spMk id="3" creationId="{08F0BBD5-9886-7EEF-83CB-7349E015A3FD}"/>
          </ac:spMkLst>
        </pc:spChg>
        <pc:graphicFrameChg chg="mod">
          <ac:chgData name="KIRAN K A" userId="c006811ef3eb6a44" providerId="LiveId" clId="{C6C753D0-C1FD-421B-A4B9-35D3032A2568}" dt="2025-07-19T07:10:47.977" v="311" actId="1076"/>
          <ac:graphicFrameMkLst>
            <pc:docMk/>
            <pc:sldMk cId="1719480221" sldId="302"/>
            <ac:graphicFrameMk id="4" creationId="{0461419E-903F-C40A-E11B-2B31D3FD7AE3}"/>
          </ac:graphicFrameMkLst>
        </pc:graphicFrameChg>
      </pc:sldChg>
      <pc:sldChg chg="modSp mod">
        <pc:chgData name="KIRAN K A" userId="c006811ef3eb6a44" providerId="LiveId" clId="{C6C753D0-C1FD-421B-A4B9-35D3032A2568}" dt="2025-07-19T07:10:53.844" v="312" actId="1076"/>
        <pc:sldMkLst>
          <pc:docMk/>
          <pc:sldMk cId="3142235941" sldId="303"/>
        </pc:sldMkLst>
        <pc:spChg chg="mod">
          <ac:chgData name="KIRAN K A" userId="c006811ef3eb6a44" providerId="LiveId" clId="{C6C753D0-C1FD-421B-A4B9-35D3032A2568}" dt="2025-07-19T06:34:40.659" v="1"/>
          <ac:spMkLst>
            <pc:docMk/>
            <pc:sldMk cId="3142235941" sldId="303"/>
            <ac:spMk id="2" creationId="{6E330D42-94A0-E5D0-87B6-6EDCF64D0B59}"/>
          </ac:spMkLst>
        </pc:spChg>
        <pc:spChg chg="mod">
          <ac:chgData name="KIRAN K A" userId="c006811ef3eb6a44" providerId="LiveId" clId="{C6C753D0-C1FD-421B-A4B9-35D3032A2568}" dt="2025-07-19T06:34:40.659" v="1"/>
          <ac:spMkLst>
            <pc:docMk/>
            <pc:sldMk cId="3142235941" sldId="303"/>
            <ac:spMk id="3" creationId="{EED71C0F-75D7-6F3C-CB6C-849321418CAB}"/>
          </ac:spMkLst>
        </pc:spChg>
        <pc:graphicFrameChg chg="mod">
          <ac:chgData name="KIRAN K A" userId="c006811ef3eb6a44" providerId="LiveId" clId="{C6C753D0-C1FD-421B-A4B9-35D3032A2568}" dt="2025-07-19T07:10:53.844" v="312" actId="1076"/>
          <ac:graphicFrameMkLst>
            <pc:docMk/>
            <pc:sldMk cId="3142235941" sldId="303"/>
            <ac:graphicFrameMk id="4" creationId="{F4C69FA5-BA5D-F0AA-4F51-7F36CBFFE41E}"/>
          </ac:graphicFrameMkLst>
        </pc:graphicFrameChg>
      </pc:sldChg>
      <pc:sldChg chg="modSp mod">
        <pc:chgData name="KIRAN K A" userId="c006811ef3eb6a44" providerId="LiveId" clId="{C6C753D0-C1FD-421B-A4B9-35D3032A2568}" dt="2025-07-19T07:11:07.600" v="315" actId="1076"/>
        <pc:sldMkLst>
          <pc:docMk/>
          <pc:sldMk cId="1929646096" sldId="304"/>
        </pc:sldMkLst>
        <pc:spChg chg="mod">
          <ac:chgData name="KIRAN K A" userId="c006811ef3eb6a44" providerId="LiveId" clId="{C6C753D0-C1FD-421B-A4B9-35D3032A2568}" dt="2025-07-19T06:34:40.659" v="1"/>
          <ac:spMkLst>
            <pc:docMk/>
            <pc:sldMk cId="1929646096" sldId="304"/>
            <ac:spMk id="2" creationId="{B638FF99-88BE-2259-A963-060ED5A74766}"/>
          </ac:spMkLst>
        </pc:spChg>
        <pc:spChg chg="mod">
          <ac:chgData name="KIRAN K A" userId="c006811ef3eb6a44" providerId="LiveId" clId="{C6C753D0-C1FD-421B-A4B9-35D3032A2568}" dt="2025-07-19T07:11:01.896" v="313" actId="1076"/>
          <ac:spMkLst>
            <pc:docMk/>
            <pc:sldMk cId="1929646096" sldId="304"/>
            <ac:spMk id="3" creationId="{C4FF11DE-03CB-BE7F-36AD-40E9ECA7D750}"/>
          </ac:spMkLst>
        </pc:spChg>
        <pc:spChg chg="mod">
          <ac:chgData name="KIRAN K A" userId="c006811ef3eb6a44" providerId="LiveId" clId="{C6C753D0-C1FD-421B-A4B9-35D3032A2568}" dt="2025-07-19T07:11:07.600" v="315" actId="1076"/>
          <ac:spMkLst>
            <pc:docMk/>
            <pc:sldMk cId="1929646096" sldId="304"/>
            <ac:spMk id="4" creationId="{02AD0287-84DE-CFF7-29BD-23B36B29443B}"/>
          </ac:spMkLst>
        </pc:spChg>
      </pc:sldChg>
      <pc:sldChg chg="modSp">
        <pc:chgData name="KIRAN K A" userId="c006811ef3eb6a44" providerId="LiveId" clId="{C6C753D0-C1FD-421B-A4B9-35D3032A2568}" dt="2025-07-19T06:34:40.659" v="1"/>
        <pc:sldMkLst>
          <pc:docMk/>
          <pc:sldMk cId="2024409776" sldId="305"/>
        </pc:sldMkLst>
        <pc:spChg chg="mod">
          <ac:chgData name="KIRAN K A" userId="c006811ef3eb6a44" providerId="LiveId" clId="{C6C753D0-C1FD-421B-A4B9-35D3032A2568}" dt="2025-07-19T06:34:40.659" v="1"/>
          <ac:spMkLst>
            <pc:docMk/>
            <pc:sldMk cId="2024409776" sldId="305"/>
            <ac:spMk id="2" creationId="{7C429D7E-AF81-CAAF-D937-56D4F83251F5}"/>
          </ac:spMkLst>
        </pc:spChg>
      </pc:sldChg>
      <pc:sldChg chg="delSp modSp mod ord">
        <pc:chgData name="KIRAN K A" userId="c006811ef3eb6a44" providerId="LiveId" clId="{C6C753D0-C1FD-421B-A4B9-35D3032A2568}" dt="2025-07-19T07:12:21.674" v="335" actId="1076"/>
        <pc:sldMkLst>
          <pc:docMk/>
          <pc:sldMk cId="4221757949" sldId="306"/>
        </pc:sldMkLst>
        <pc:spChg chg="mod">
          <ac:chgData name="KIRAN K A" userId="c006811ef3eb6a44" providerId="LiveId" clId="{C6C753D0-C1FD-421B-A4B9-35D3032A2568}" dt="2025-07-19T06:34:40.659" v="1"/>
          <ac:spMkLst>
            <pc:docMk/>
            <pc:sldMk cId="4221757949" sldId="306"/>
            <ac:spMk id="2" creationId="{E0896E6C-A491-E6B8-2A8F-F3E67EE96159}"/>
          </ac:spMkLst>
        </pc:spChg>
        <pc:spChg chg="mod">
          <ac:chgData name="KIRAN K A" userId="c006811ef3eb6a44" providerId="LiveId" clId="{C6C753D0-C1FD-421B-A4B9-35D3032A2568}" dt="2025-07-19T07:12:11.276" v="332" actId="6549"/>
          <ac:spMkLst>
            <pc:docMk/>
            <pc:sldMk cId="4221757949" sldId="306"/>
            <ac:spMk id="3" creationId="{E4666DFC-C2CD-B1DA-CCF7-76E6225486AD}"/>
          </ac:spMkLst>
        </pc:spChg>
        <pc:picChg chg="del mod">
          <ac:chgData name="KIRAN K A" userId="c006811ef3eb6a44" providerId="LiveId" clId="{C6C753D0-C1FD-421B-A4B9-35D3032A2568}" dt="2025-07-19T07:12:07.329" v="330" actId="478"/>
          <ac:picMkLst>
            <pc:docMk/>
            <pc:sldMk cId="4221757949" sldId="306"/>
            <ac:picMk id="5" creationId="{18B3A433-2163-BB51-E30B-428FB87BB3B4}"/>
          </ac:picMkLst>
        </pc:picChg>
        <pc:picChg chg="mod">
          <ac:chgData name="KIRAN K A" userId="c006811ef3eb6a44" providerId="LiveId" clId="{C6C753D0-C1FD-421B-A4B9-35D3032A2568}" dt="2025-07-19T07:12:21.674" v="335" actId="1076"/>
          <ac:picMkLst>
            <pc:docMk/>
            <pc:sldMk cId="4221757949" sldId="306"/>
            <ac:picMk id="7" creationId="{4BB4A28D-F209-46C0-DC95-DA97FC3AFD2A}"/>
          </ac:picMkLst>
        </pc:picChg>
      </pc:sldChg>
      <pc:sldChg chg="modSp mod">
        <pc:chgData name="KIRAN K A" userId="c006811ef3eb6a44" providerId="LiveId" clId="{C6C753D0-C1FD-421B-A4B9-35D3032A2568}" dt="2025-07-19T07:12:30.758" v="337" actId="1076"/>
        <pc:sldMkLst>
          <pc:docMk/>
          <pc:sldMk cId="355489506" sldId="307"/>
        </pc:sldMkLst>
        <pc:spChg chg="mod">
          <ac:chgData name="KIRAN K A" userId="c006811ef3eb6a44" providerId="LiveId" clId="{C6C753D0-C1FD-421B-A4B9-35D3032A2568}" dt="2025-07-19T06:34:40.659" v="1"/>
          <ac:spMkLst>
            <pc:docMk/>
            <pc:sldMk cId="355489506" sldId="307"/>
            <ac:spMk id="2" creationId="{ADF8F47C-32D6-59A2-1F4F-5AD15094BA87}"/>
          </ac:spMkLst>
        </pc:spChg>
        <pc:spChg chg="mod">
          <ac:chgData name="KIRAN K A" userId="c006811ef3eb6a44" providerId="LiveId" clId="{C6C753D0-C1FD-421B-A4B9-35D3032A2568}" dt="2025-07-19T07:12:27.998" v="336" actId="1076"/>
          <ac:spMkLst>
            <pc:docMk/>
            <pc:sldMk cId="355489506" sldId="307"/>
            <ac:spMk id="3" creationId="{A2B4C961-3DBE-9A75-E34E-DC42E744736A}"/>
          </ac:spMkLst>
        </pc:spChg>
        <pc:spChg chg="mod">
          <ac:chgData name="KIRAN K A" userId="c006811ef3eb6a44" providerId="LiveId" clId="{C6C753D0-C1FD-421B-A4B9-35D3032A2568}" dt="2025-07-19T07:12:30.758" v="337" actId="1076"/>
          <ac:spMkLst>
            <pc:docMk/>
            <pc:sldMk cId="355489506" sldId="307"/>
            <ac:spMk id="4" creationId="{61572826-3E50-D37D-DE5B-86C215885689}"/>
          </ac:spMkLst>
        </pc:spChg>
      </pc:sldChg>
      <pc:sldChg chg="modSp mod">
        <pc:chgData name="KIRAN K A" userId="c006811ef3eb6a44" providerId="LiveId" clId="{C6C753D0-C1FD-421B-A4B9-35D3032A2568}" dt="2025-07-19T07:12:35.144" v="338" actId="1076"/>
        <pc:sldMkLst>
          <pc:docMk/>
          <pc:sldMk cId="638996245" sldId="308"/>
        </pc:sldMkLst>
        <pc:spChg chg="mod">
          <ac:chgData name="KIRAN K A" userId="c006811ef3eb6a44" providerId="LiveId" clId="{C6C753D0-C1FD-421B-A4B9-35D3032A2568}" dt="2025-07-19T06:34:40.659" v="1"/>
          <ac:spMkLst>
            <pc:docMk/>
            <pc:sldMk cId="638996245" sldId="308"/>
            <ac:spMk id="2" creationId="{3D8D197D-DE15-6ACB-6E1C-1EDF804BF17C}"/>
          </ac:spMkLst>
        </pc:spChg>
        <pc:spChg chg="mod">
          <ac:chgData name="KIRAN K A" userId="c006811ef3eb6a44" providerId="LiveId" clId="{C6C753D0-C1FD-421B-A4B9-35D3032A2568}" dt="2025-07-19T06:34:40.659" v="1"/>
          <ac:spMkLst>
            <pc:docMk/>
            <pc:sldMk cId="638996245" sldId="308"/>
            <ac:spMk id="3" creationId="{21E6E581-8247-90FD-C40C-D56C2B5845A5}"/>
          </ac:spMkLst>
        </pc:spChg>
        <pc:graphicFrameChg chg="mod">
          <ac:chgData name="KIRAN K A" userId="c006811ef3eb6a44" providerId="LiveId" clId="{C6C753D0-C1FD-421B-A4B9-35D3032A2568}" dt="2025-07-19T07:12:35.144" v="338" actId="1076"/>
          <ac:graphicFrameMkLst>
            <pc:docMk/>
            <pc:sldMk cId="638996245" sldId="308"/>
            <ac:graphicFrameMk id="4" creationId="{C2C62E92-3F1F-8A46-0496-8730A452BA8D}"/>
          </ac:graphicFrameMkLst>
        </pc:graphicFrameChg>
      </pc:sldChg>
      <pc:sldChg chg="modSp mod">
        <pc:chgData name="KIRAN K A" userId="c006811ef3eb6a44" providerId="LiveId" clId="{C6C753D0-C1FD-421B-A4B9-35D3032A2568}" dt="2025-07-19T06:34:40.947" v="14" actId="27636"/>
        <pc:sldMkLst>
          <pc:docMk/>
          <pc:sldMk cId="1933660809" sldId="309"/>
        </pc:sldMkLst>
        <pc:spChg chg="mod">
          <ac:chgData name="KIRAN K A" userId="c006811ef3eb6a44" providerId="LiveId" clId="{C6C753D0-C1FD-421B-A4B9-35D3032A2568}" dt="2025-07-19T06:34:40.659" v="1"/>
          <ac:spMkLst>
            <pc:docMk/>
            <pc:sldMk cId="1933660809" sldId="309"/>
            <ac:spMk id="2" creationId="{0C3CACD0-CA17-A0C5-1943-592E8AB4C21B}"/>
          </ac:spMkLst>
        </pc:spChg>
        <pc:spChg chg="mod">
          <ac:chgData name="KIRAN K A" userId="c006811ef3eb6a44" providerId="LiveId" clId="{C6C753D0-C1FD-421B-A4B9-35D3032A2568}" dt="2025-07-19T06:34:40.947" v="14" actId="27636"/>
          <ac:spMkLst>
            <pc:docMk/>
            <pc:sldMk cId="1933660809" sldId="309"/>
            <ac:spMk id="3" creationId="{2B44D6A4-822D-7591-3F25-75114695B667}"/>
          </ac:spMkLst>
        </pc:spChg>
      </pc:sldChg>
      <pc:sldChg chg="modSp mod">
        <pc:chgData name="KIRAN K A" userId="c006811ef3eb6a44" providerId="LiveId" clId="{C6C753D0-C1FD-421B-A4B9-35D3032A2568}" dt="2025-07-19T06:35:17.355" v="109" actId="27636"/>
        <pc:sldMkLst>
          <pc:docMk/>
          <pc:sldMk cId="3193708297" sldId="310"/>
        </pc:sldMkLst>
        <pc:spChg chg="mod">
          <ac:chgData name="KIRAN K A" userId="c006811ef3eb6a44" providerId="LiveId" clId="{C6C753D0-C1FD-421B-A4B9-35D3032A2568}" dt="2025-07-19T06:34:40.659" v="1"/>
          <ac:spMkLst>
            <pc:docMk/>
            <pc:sldMk cId="3193708297" sldId="310"/>
            <ac:spMk id="2" creationId="{87007432-9828-0654-C40A-198696C64569}"/>
          </ac:spMkLst>
        </pc:spChg>
        <pc:spChg chg="mod">
          <ac:chgData name="KIRAN K A" userId="c006811ef3eb6a44" providerId="LiveId" clId="{C6C753D0-C1FD-421B-A4B9-35D3032A2568}" dt="2025-07-19T06:35:17.355" v="109" actId="27636"/>
          <ac:spMkLst>
            <pc:docMk/>
            <pc:sldMk cId="3193708297" sldId="310"/>
            <ac:spMk id="3" creationId="{44C6083D-8DD8-84D0-C5B3-CD3BC4CD93B3}"/>
          </ac:spMkLst>
        </pc:spChg>
      </pc:sldChg>
      <pc:sldChg chg="modSp mod">
        <pc:chgData name="KIRAN K A" userId="c006811ef3eb6a44" providerId="LiveId" clId="{C6C753D0-C1FD-421B-A4B9-35D3032A2568}" dt="2025-07-19T06:34:40.960" v="16" actId="27636"/>
        <pc:sldMkLst>
          <pc:docMk/>
          <pc:sldMk cId="3179903608" sldId="311"/>
        </pc:sldMkLst>
        <pc:spChg chg="mod">
          <ac:chgData name="KIRAN K A" userId="c006811ef3eb6a44" providerId="LiveId" clId="{C6C753D0-C1FD-421B-A4B9-35D3032A2568}" dt="2025-07-19T06:34:40.659" v="1"/>
          <ac:spMkLst>
            <pc:docMk/>
            <pc:sldMk cId="3179903608" sldId="311"/>
            <ac:spMk id="2" creationId="{9ED87A00-4B7F-F19D-93D6-18FFB837BED8}"/>
          </ac:spMkLst>
        </pc:spChg>
        <pc:spChg chg="mod">
          <ac:chgData name="KIRAN K A" userId="c006811ef3eb6a44" providerId="LiveId" clId="{C6C753D0-C1FD-421B-A4B9-35D3032A2568}" dt="2025-07-19T06:34:40.960" v="16" actId="27636"/>
          <ac:spMkLst>
            <pc:docMk/>
            <pc:sldMk cId="3179903608" sldId="311"/>
            <ac:spMk id="3" creationId="{A34065D9-8733-49A5-E862-29BDB7E6C835}"/>
          </ac:spMkLst>
        </pc:spChg>
      </pc:sldChg>
      <pc:sldChg chg="modSp">
        <pc:chgData name="KIRAN K A" userId="c006811ef3eb6a44" providerId="LiveId" clId="{C6C753D0-C1FD-421B-A4B9-35D3032A2568}" dt="2025-07-19T06:34:40.659" v="1"/>
        <pc:sldMkLst>
          <pc:docMk/>
          <pc:sldMk cId="1619209649" sldId="312"/>
        </pc:sldMkLst>
        <pc:spChg chg="mod">
          <ac:chgData name="KIRAN K A" userId="c006811ef3eb6a44" providerId="LiveId" clId="{C6C753D0-C1FD-421B-A4B9-35D3032A2568}" dt="2025-07-19T06:34:40.659" v="1"/>
          <ac:spMkLst>
            <pc:docMk/>
            <pc:sldMk cId="1619209649" sldId="312"/>
            <ac:spMk id="2" creationId="{AD46B9BD-AB9D-C2A5-A5E0-78F07E4EA4A1}"/>
          </ac:spMkLst>
        </pc:spChg>
        <pc:spChg chg="mod">
          <ac:chgData name="KIRAN K A" userId="c006811ef3eb6a44" providerId="LiveId" clId="{C6C753D0-C1FD-421B-A4B9-35D3032A2568}" dt="2025-07-19T06:34:40.659" v="1"/>
          <ac:spMkLst>
            <pc:docMk/>
            <pc:sldMk cId="1619209649" sldId="312"/>
            <ac:spMk id="3" creationId="{E6493276-B21E-ECB9-2174-5F73C1C501FB}"/>
          </ac:spMkLst>
        </pc:spChg>
      </pc:sldChg>
      <pc:sldChg chg="modSp mod">
        <pc:chgData name="KIRAN K A" userId="c006811ef3eb6a44" providerId="LiveId" clId="{C6C753D0-C1FD-421B-A4B9-35D3032A2568}" dt="2025-07-19T07:18:22.043" v="359" actId="179"/>
        <pc:sldMkLst>
          <pc:docMk/>
          <pc:sldMk cId="3457387811" sldId="313"/>
        </pc:sldMkLst>
        <pc:spChg chg="mod">
          <ac:chgData name="KIRAN K A" userId="c006811ef3eb6a44" providerId="LiveId" clId="{C6C753D0-C1FD-421B-A4B9-35D3032A2568}" dt="2025-07-19T06:34:40.659" v="1"/>
          <ac:spMkLst>
            <pc:docMk/>
            <pc:sldMk cId="3457387811" sldId="313"/>
            <ac:spMk id="2" creationId="{7C5C72A2-AC6E-DB6B-364C-1F7A04A5E824}"/>
          </ac:spMkLst>
        </pc:spChg>
        <pc:spChg chg="mod">
          <ac:chgData name="KIRAN K A" userId="c006811ef3eb6a44" providerId="LiveId" clId="{C6C753D0-C1FD-421B-A4B9-35D3032A2568}" dt="2025-07-19T07:18:22.043" v="359" actId="179"/>
          <ac:spMkLst>
            <pc:docMk/>
            <pc:sldMk cId="3457387811" sldId="313"/>
            <ac:spMk id="3" creationId="{109B3D1B-36BB-7364-ECDD-BC0F1434AC3C}"/>
          </ac:spMkLst>
        </pc:spChg>
      </pc:sldChg>
      <pc:sldChg chg="modSp mod">
        <pc:chgData name="KIRAN K A" userId="c006811ef3eb6a44" providerId="LiveId" clId="{C6C753D0-C1FD-421B-A4B9-35D3032A2568}" dt="2025-07-19T06:35:17.366" v="110" actId="27636"/>
        <pc:sldMkLst>
          <pc:docMk/>
          <pc:sldMk cId="2118858952" sldId="314"/>
        </pc:sldMkLst>
        <pc:spChg chg="mod">
          <ac:chgData name="KIRAN K A" userId="c006811ef3eb6a44" providerId="LiveId" clId="{C6C753D0-C1FD-421B-A4B9-35D3032A2568}" dt="2025-07-19T06:34:40.659" v="1"/>
          <ac:spMkLst>
            <pc:docMk/>
            <pc:sldMk cId="2118858952" sldId="314"/>
            <ac:spMk id="2" creationId="{3A327EE8-0093-9192-5A75-8A9CB997BFA3}"/>
          </ac:spMkLst>
        </pc:spChg>
        <pc:spChg chg="mod">
          <ac:chgData name="KIRAN K A" userId="c006811ef3eb6a44" providerId="LiveId" clId="{C6C753D0-C1FD-421B-A4B9-35D3032A2568}" dt="2025-07-19T06:35:17.366" v="110" actId="27636"/>
          <ac:spMkLst>
            <pc:docMk/>
            <pc:sldMk cId="2118858952" sldId="314"/>
            <ac:spMk id="3" creationId="{9CD30912-56FA-9D49-D1D1-660396FFABA4}"/>
          </ac:spMkLst>
        </pc:spChg>
      </pc:sldChg>
      <pc:sldChg chg="modSp mod">
        <pc:chgData name="KIRAN K A" userId="c006811ef3eb6a44" providerId="LiveId" clId="{C6C753D0-C1FD-421B-A4B9-35D3032A2568}" dt="2025-07-19T07:18:33.978" v="360" actId="179"/>
        <pc:sldMkLst>
          <pc:docMk/>
          <pc:sldMk cId="1580115981" sldId="315"/>
        </pc:sldMkLst>
        <pc:spChg chg="mod">
          <ac:chgData name="KIRAN K A" userId="c006811ef3eb6a44" providerId="LiveId" clId="{C6C753D0-C1FD-421B-A4B9-35D3032A2568}" dt="2025-07-19T06:34:40.659" v="1"/>
          <ac:spMkLst>
            <pc:docMk/>
            <pc:sldMk cId="1580115981" sldId="315"/>
            <ac:spMk id="2" creationId="{8B69E00D-DC11-2621-A227-324A52B6E273}"/>
          </ac:spMkLst>
        </pc:spChg>
        <pc:spChg chg="mod">
          <ac:chgData name="KIRAN K A" userId="c006811ef3eb6a44" providerId="LiveId" clId="{C6C753D0-C1FD-421B-A4B9-35D3032A2568}" dt="2025-07-19T07:18:33.978" v="360" actId="179"/>
          <ac:spMkLst>
            <pc:docMk/>
            <pc:sldMk cId="1580115981" sldId="315"/>
            <ac:spMk id="3" creationId="{7F5D07D2-46CA-E1D9-D1C4-A5432C282387}"/>
          </ac:spMkLst>
        </pc:spChg>
      </pc:sldChg>
      <pc:sldChg chg="modSp">
        <pc:chgData name="KIRAN K A" userId="c006811ef3eb6a44" providerId="LiveId" clId="{C6C753D0-C1FD-421B-A4B9-35D3032A2568}" dt="2025-07-19T06:34:40.659" v="1"/>
        <pc:sldMkLst>
          <pc:docMk/>
          <pc:sldMk cId="1567204085" sldId="316"/>
        </pc:sldMkLst>
        <pc:spChg chg="mod">
          <ac:chgData name="KIRAN K A" userId="c006811ef3eb6a44" providerId="LiveId" clId="{C6C753D0-C1FD-421B-A4B9-35D3032A2568}" dt="2025-07-19T06:34:40.659" v="1"/>
          <ac:spMkLst>
            <pc:docMk/>
            <pc:sldMk cId="1567204085" sldId="316"/>
            <ac:spMk id="2" creationId="{C4EA9221-595C-998B-8FA8-D823C1027CCD}"/>
          </ac:spMkLst>
        </pc:spChg>
        <pc:spChg chg="mod">
          <ac:chgData name="KIRAN K A" userId="c006811ef3eb6a44" providerId="LiveId" clId="{C6C753D0-C1FD-421B-A4B9-35D3032A2568}" dt="2025-07-19T06:34:40.659" v="1"/>
          <ac:spMkLst>
            <pc:docMk/>
            <pc:sldMk cId="1567204085" sldId="316"/>
            <ac:spMk id="3" creationId="{647E168B-52A1-B6B1-2723-C3365F885D3B}"/>
          </ac:spMkLst>
        </pc:spChg>
      </pc:sldChg>
      <pc:sldChg chg="modSp">
        <pc:chgData name="KIRAN K A" userId="c006811ef3eb6a44" providerId="LiveId" clId="{C6C753D0-C1FD-421B-A4B9-35D3032A2568}" dt="2025-07-19T06:34:40.659" v="1"/>
        <pc:sldMkLst>
          <pc:docMk/>
          <pc:sldMk cId="489229750" sldId="317"/>
        </pc:sldMkLst>
        <pc:spChg chg="mod">
          <ac:chgData name="KIRAN K A" userId="c006811ef3eb6a44" providerId="LiveId" clId="{C6C753D0-C1FD-421B-A4B9-35D3032A2568}" dt="2025-07-19T06:34:40.659" v="1"/>
          <ac:spMkLst>
            <pc:docMk/>
            <pc:sldMk cId="489229750" sldId="317"/>
            <ac:spMk id="2" creationId="{235070D0-EB70-95FA-B857-3F640EF3DE9F}"/>
          </ac:spMkLst>
        </pc:spChg>
        <pc:spChg chg="mod">
          <ac:chgData name="KIRAN K A" userId="c006811ef3eb6a44" providerId="LiveId" clId="{C6C753D0-C1FD-421B-A4B9-35D3032A2568}" dt="2025-07-19T06:34:40.659" v="1"/>
          <ac:spMkLst>
            <pc:docMk/>
            <pc:sldMk cId="489229750" sldId="317"/>
            <ac:spMk id="3" creationId="{225B425D-4356-1A76-CAD0-D6E03F9F0BF0}"/>
          </ac:spMkLst>
        </pc:spChg>
      </pc:sldChg>
      <pc:sldChg chg="modSp mod">
        <pc:chgData name="KIRAN K A" userId="c006811ef3eb6a44" providerId="LiveId" clId="{C6C753D0-C1FD-421B-A4B9-35D3032A2568}" dt="2025-07-19T07:18:41.367" v="361" actId="1076"/>
        <pc:sldMkLst>
          <pc:docMk/>
          <pc:sldMk cId="1268043959" sldId="319"/>
        </pc:sldMkLst>
        <pc:spChg chg="mod">
          <ac:chgData name="KIRAN K A" userId="c006811ef3eb6a44" providerId="LiveId" clId="{C6C753D0-C1FD-421B-A4B9-35D3032A2568}" dt="2025-07-19T06:34:40.659" v="1"/>
          <ac:spMkLst>
            <pc:docMk/>
            <pc:sldMk cId="1268043959" sldId="319"/>
            <ac:spMk id="2" creationId="{5261BFCC-8045-79A4-72CB-36AC20C1E1D9}"/>
          </ac:spMkLst>
        </pc:spChg>
        <pc:spChg chg="mod">
          <ac:chgData name="KIRAN K A" userId="c006811ef3eb6a44" providerId="LiveId" clId="{C6C753D0-C1FD-421B-A4B9-35D3032A2568}" dt="2025-07-19T06:34:40.659" v="1"/>
          <ac:spMkLst>
            <pc:docMk/>
            <pc:sldMk cId="1268043959" sldId="319"/>
            <ac:spMk id="3" creationId="{FB35C7F4-46D2-DA8F-101A-F3F9504CD285}"/>
          </ac:spMkLst>
        </pc:spChg>
        <pc:graphicFrameChg chg="mod">
          <ac:chgData name="KIRAN K A" userId="c006811ef3eb6a44" providerId="LiveId" clId="{C6C753D0-C1FD-421B-A4B9-35D3032A2568}" dt="2025-07-19T07:18:41.367" v="361" actId="1076"/>
          <ac:graphicFrameMkLst>
            <pc:docMk/>
            <pc:sldMk cId="1268043959" sldId="319"/>
            <ac:graphicFrameMk id="5" creationId="{7BAC9348-4C62-2D4E-B18D-99E1D8B45790}"/>
          </ac:graphicFrameMkLst>
        </pc:graphicFrameChg>
      </pc:sldChg>
      <pc:sldChg chg="modSp">
        <pc:chgData name="KIRAN K A" userId="c006811ef3eb6a44" providerId="LiveId" clId="{C6C753D0-C1FD-421B-A4B9-35D3032A2568}" dt="2025-07-19T06:34:40.659" v="1"/>
        <pc:sldMkLst>
          <pc:docMk/>
          <pc:sldMk cId="1429553095" sldId="320"/>
        </pc:sldMkLst>
        <pc:spChg chg="mod">
          <ac:chgData name="KIRAN K A" userId="c006811ef3eb6a44" providerId="LiveId" clId="{C6C753D0-C1FD-421B-A4B9-35D3032A2568}" dt="2025-07-19T06:34:40.659" v="1"/>
          <ac:spMkLst>
            <pc:docMk/>
            <pc:sldMk cId="1429553095" sldId="320"/>
            <ac:spMk id="2" creationId="{7A2E489E-8BEC-2D3D-CFFF-CA2E0DD0468B}"/>
          </ac:spMkLst>
        </pc:spChg>
        <pc:spChg chg="mod">
          <ac:chgData name="KIRAN K A" userId="c006811ef3eb6a44" providerId="LiveId" clId="{C6C753D0-C1FD-421B-A4B9-35D3032A2568}" dt="2025-07-19T06:34:40.659" v="1"/>
          <ac:spMkLst>
            <pc:docMk/>
            <pc:sldMk cId="1429553095" sldId="320"/>
            <ac:spMk id="3" creationId="{E0911854-869C-7594-6C2B-0D3AEAD789A6}"/>
          </ac:spMkLst>
        </pc:spChg>
      </pc:sldChg>
      <pc:sldChg chg="modSp mod">
        <pc:chgData name="KIRAN K A" userId="c006811ef3eb6a44" providerId="LiveId" clId="{C6C753D0-C1FD-421B-A4B9-35D3032A2568}" dt="2025-07-19T07:19:03.804" v="366" actId="179"/>
        <pc:sldMkLst>
          <pc:docMk/>
          <pc:sldMk cId="3245688088" sldId="321"/>
        </pc:sldMkLst>
        <pc:spChg chg="mod">
          <ac:chgData name="KIRAN K A" userId="c006811ef3eb6a44" providerId="LiveId" clId="{C6C753D0-C1FD-421B-A4B9-35D3032A2568}" dt="2025-07-19T06:34:40.659" v="1"/>
          <ac:spMkLst>
            <pc:docMk/>
            <pc:sldMk cId="3245688088" sldId="321"/>
            <ac:spMk id="2" creationId="{01931AFE-A834-62C2-127B-03704044C392}"/>
          </ac:spMkLst>
        </pc:spChg>
        <pc:spChg chg="mod">
          <ac:chgData name="KIRAN K A" userId="c006811ef3eb6a44" providerId="LiveId" clId="{C6C753D0-C1FD-421B-A4B9-35D3032A2568}" dt="2025-07-19T07:19:03.804" v="366" actId="179"/>
          <ac:spMkLst>
            <pc:docMk/>
            <pc:sldMk cId="3245688088" sldId="321"/>
            <ac:spMk id="3" creationId="{E3CBD44D-F762-B087-5744-826C4197E987}"/>
          </ac:spMkLst>
        </pc:spChg>
      </pc:sldChg>
      <pc:sldChg chg="modSp mod">
        <pc:chgData name="KIRAN K A" userId="c006811ef3eb6a44" providerId="LiveId" clId="{C6C753D0-C1FD-421B-A4B9-35D3032A2568}" dt="2025-07-19T06:35:17.383" v="112" actId="27636"/>
        <pc:sldMkLst>
          <pc:docMk/>
          <pc:sldMk cId="1583523721" sldId="322"/>
        </pc:sldMkLst>
        <pc:spChg chg="mod">
          <ac:chgData name="KIRAN K A" userId="c006811ef3eb6a44" providerId="LiveId" clId="{C6C753D0-C1FD-421B-A4B9-35D3032A2568}" dt="2025-07-19T06:34:40.659" v="1"/>
          <ac:spMkLst>
            <pc:docMk/>
            <pc:sldMk cId="1583523721" sldId="322"/>
            <ac:spMk id="2" creationId="{1551276D-94B0-E493-415D-23CA1B04357C}"/>
          </ac:spMkLst>
        </pc:spChg>
        <pc:spChg chg="mod">
          <ac:chgData name="KIRAN K A" userId="c006811ef3eb6a44" providerId="LiveId" clId="{C6C753D0-C1FD-421B-A4B9-35D3032A2568}" dt="2025-07-19T06:35:17.383" v="112" actId="27636"/>
          <ac:spMkLst>
            <pc:docMk/>
            <pc:sldMk cId="1583523721" sldId="322"/>
            <ac:spMk id="3" creationId="{9AA036CD-AA97-9F7A-C58D-8D5B494ABC95}"/>
          </ac:spMkLst>
        </pc:spChg>
      </pc:sldChg>
      <pc:sldChg chg="modSp mod">
        <pc:chgData name="KIRAN K A" userId="c006811ef3eb6a44" providerId="LiveId" clId="{C6C753D0-C1FD-421B-A4B9-35D3032A2568}" dt="2025-07-19T07:19:10.669" v="367" actId="179"/>
        <pc:sldMkLst>
          <pc:docMk/>
          <pc:sldMk cId="3672763106" sldId="323"/>
        </pc:sldMkLst>
        <pc:spChg chg="mod">
          <ac:chgData name="KIRAN K A" userId="c006811ef3eb6a44" providerId="LiveId" clId="{C6C753D0-C1FD-421B-A4B9-35D3032A2568}" dt="2025-07-19T06:34:40.659" v="1"/>
          <ac:spMkLst>
            <pc:docMk/>
            <pc:sldMk cId="3672763106" sldId="323"/>
            <ac:spMk id="2" creationId="{176AE5B9-74B2-8697-5A3B-5388D6F0C7B6}"/>
          </ac:spMkLst>
        </pc:spChg>
        <pc:spChg chg="mod">
          <ac:chgData name="KIRAN K A" userId="c006811ef3eb6a44" providerId="LiveId" clId="{C6C753D0-C1FD-421B-A4B9-35D3032A2568}" dt="2025-07-19T07:19:10.669" v="367" actId="179"/>
          <ac:spMkLst>
            <pc:docMk/>
            <pc:sldMk cId="3672763106" sldId="323"/>
            <ac:spMk id="3" creationId="{1CB8F13A-1247-2DA9-3C7E-33AD24C0FFE3}"/>
          </ac:spMkLst>
        </pc:spChg>
      </pc:sldChg>
      <pc:sldChg chg="modSp">
        <pc:chgData name="KIRAN K A" userId="c006811ef3eb6a44" providerId="LiveId" clId="{C6C753D0-C1FD-421B-A4B9-35D3032A2568}" dt="2025-07-19T06:34:40.659" v="1"/>
        <pc:sldMkLst>
          <pc:docMk/>
          <pc:sldMk cId="119734521" sldId="324"/>
        </pc:sldMkLst>
        <pc:spChg chg="mod">
          <ac:chgData name="KIRAN K A" userId="c006811ef3eb6a44" providerId="LiveId" clId="{C6C753D0-C1FD-421B-A4B9-35D3032A2568}" dt="2025-07-19T06:34:40.659" v="1"/>
          <ac:spMkLst>
            <pc:docMk/>
            <pc:sldMk cId="119734521" sldId="324"/>
            <ac:spMk id="2" creationId="{AB873D2B-DA85-47F6-CEA0-11BA95D4E60C}"/>
          </ac:spMkLst>
        </pc:spChg>
        <pc:spChg chg="mod">
          <ac:chgData name="KIRAN K A" userId="c006811ef3eb6a44" providerId="LiveId" clId="{C6C753D0-C1FD-421B-A4B9-35D3032A2568}" dt="2025-07-19T06:34:40.659" v="1"/>
          <ac:spMkLst>
            <pc:docMk/>
            <pc:sldMk cId="119734521" sldId="324"/>
            <ac:spMk id="3" creationId="{B82BCB99-2D3F-8427-E85C-1C0B39523A4E}"/>
          </ac:spMkLst>
        </pc:spChg>
      </pc:sldChg>
      <pc:sldChg chg="modSp mod">
        <pc:chgData name="KIRAN K A" userId="c006811ef3eb6a44" providerId="LiveId" clId="{C6C753D0-C1FD-421B-A4B9-35D3032A2568}" dt="2025-07-19T07:19:15.445" v="368" actId="14100"/>
        <pc:sldMkLst>
          <pc:docMk/>
          <pc:sldMk cId="453117644" sldId="325"/>
        </pc:sldMkLst>
        <pc:spChg chg="mod">
          <ac:chgData name="KIRAN K A" userId="c006811ef3eb6a44" providerId="LiveId" clId="{C6C753D0-C1FD-421B-A4B9-35D3032A2568}" dt="2025-07-19T06:34:40.659" v="1"/>
          <ac:spMkLst>
            <pc:docMk/>
            <pc:sldMk cId="453117644" sldId="325"/>
            <ac:spMk id="2" creationId="{E6BFAD28-C948-235F-69F7-4492B4371251}"/>
          </ac:spMkLst>
        </pc:spChg>
        <pc:spChg chg="mod">
          <ac:chgData name="KIRAN K A" userId="c006811ef3eb6a44" providerId="LiveId" clId="{C6C753D0-C1FD-421B-A4B9-35D3032A2568}" dt="2025-07-19T07:19:15.445" v="368" actId="14100"/>
          <ac:spMkLst>
            <pc:docMk/>
            <pc:sldMk cId="453117644" sldId="325"/>
            <ac:spMk id="3" creationId="{8BECA543-7192-1A36-7C0E-D04D296164EC}"/>
          </ac:spMkLst>
        </pc:spChg>
      </pc:sldChg>
      <pc:sldChg chg="modSp">
        <pc:chgData name="KIRAN K A" userId="c006811ef3eb6a44" providerId="LiveId" clId="{C6C753D0-C1FD-421B-A4B9-35D3032A2568}" dt="2025-07-19T06:34:40.659" v="1"/>
        <pc:sldMkLst>
          <pc:docMk/>
          <pc:sldMk cId="59004531" sldId="326"/>
        </pc:sldMkLst>
        <pc:spChg chg="mod">
          <ac:chgData name="KIRAN K A" userId="c006811ef3eb6a44" providerId="LiveId" clId="{C6C753D0-C1FD-421B-A4B9-35D3032A2568}" dt="2025-07-19T06:34:40.659" v="1"/>
          <ac:spMkLst>
            <pc:docMk/>
            <pc:sldMk cId="59004531" sldId="326"/>
            <ac:spMk id="2" creationId="{EE25CAA1-4531-E1EA-727D-C779BAAFAE89}"/>
          </ac:spMkLst>
        </pc:spChg>
        <pc:spChg chg="mod">
          <ac:chgData name="KIRAN K A" userId="c006811ef3eb6a44" providerId="LiveId" clId="{C6C753D0-C1FD-421B-A4B9-35D3032A2568}" dt="2025-07-19T06:34:40.659" v="1"/>
          <ac:spMkLst>
            <pc:docMk/>
            <pc:sldMk cId="59004531" sldId="326"/>
            <ac:spMk id="3" creationId="{32E085AB-A2BC-84DE-6F7A-5BB92045AD66}"/>
          </ac:spMkLst>
        </pc:spChg>
      </pc:sldChg>
      <pc:sldChg chg="modSp">
        <pc:chgData name="KIRAN K A" userId="c006811ef3eb6a44" providerId="LiveId" clId="{C6C753D0-C1FD-421B-A4B9-35D3032A2568}" dt="2025-07-19T06:34:40.659" v="1"/>
        <pc:sldMkLst>
          <pc:docMk/>
          <pc:sldMk cId="1251065529" sldId="327"/>
        </pc:sldMkLst>
        <pc:spChg chg="mod">
          <ac:chgData name="KIRAN K A" userId="c006811ef3eb6a44" providerId="LiveId" clId="{C6C753D0-C1FD-421B-A4B9-35D3032A2568}" dt="2025-07-19T06:34:40.659" v="1"/>
          <ac:spMkLst>
            <pc:docMk/>
            <pc:sldMk cId="1251065529" sldId="327"/>
            <ac:spMk id="2" creationId="{576943AD-0190-1BBC-730C-8035CC7A6ED5}"/>
          </ac:spMkLst>
        </pc:spChg>
        <pc:spChg chg="mod">
          <ac:chgData name="KIRAN K A" userId="c006811ef3eb6a44" providerId="LiveId" clId="{C6C753D0-C1FD-421B-A4B9-35D3032A2568}" dt="2025-07-19T06:34:40.659" v="1"/>
          <ac:spMkLst>
            <pc:docMk/>
            <pc:sldMk cId="1251065529" sldId="327"/>
            <ac:spMk id="3" creationId="{49CFCBCD-C991-2B05-4F65-CE897E86CE32}"/>
          </ac:spMkLst>
        </pc:spChg>
      </pc:sldChg>
      <pc:sldChg chg="modSp mod">
        <pc:chgData name="KIRAN K A" userId="c006811ef3eb6a44" providerId="LiveId" clId="{C6C753D0-C1FD-421B-A4B9-35D3032A2568}" dt="2025-07-19T07:20:38.824" v="375" actId="1076"/>
        <pc:sldMkLst>
          <pc:docMk/>
          <pc:sldMk cId="2510905464" sldId="328"/>
        </pc:sldMkLst>
        <pc:spChg chg="mod">
          <ac:chgData name="KIRAN K A" userId="c006811ef3eb6a44" providerId="LiveId" clId="{C6C753D0-C1FD-421B-A4B9-35D3032A2568}" dt="2025-07-19T06:34:40.659" v="1"/>
          <ac:spMkLst>
            <pc:docMk/>
            <pc:sldMk cId="2510905464" sldId="328"/>
            <ac:spMk id="2" creationId="{0E87475A-9882-27FB-C1CE-0266678AE781}"/>
          </ac:spMkLst>
        </pc:spChg>
        <pc:spChg chg="mod">
          <ac:chgData name="KIRAN K A" userId="c006811ef3eb6a44" providerId="LiveId" clId="{C6C753D0-C1FD-421B-A4B9-35D3032A2568}" dt="2025-07-19T07:20:35.730" v="374" actId="1076"/>
          <ac:spMkLst>
            <pc:docMk/>
            <pc:sldMk cId="2510905464" sldId="328"/>
            <ac:spMk id="3" creationId="{86839B4F-9D90-22CD-719A-42E142FF3079}"/>
          </ac:spMkLst>
        </pc:spChg>
        <pc:spChg chg="mod">
          <ac:chgData name="KIRAN K A" userId="c006811ef3eb6a44" providerId="LiveId" clId="{C6C753D0-C1FD-421B-A4B9-35D3032A2568}" dt="2025-07-19T07:20:38.824" v="375" actId="1076"/>
          <ac:spMkLst>
            <pc:docMk/>
            <pc:sldMk cId="2510905464" sldId="328"/>
            <ac:spMk id="4" creationId="{F484D350-0477-A7B6-018E-AD40DA0C3AA3}"/>
          </ac:spMkLst>
        </pc:spChg>
      </pc:sldChg>
      <pc:sldChg chg="modSp">
        <pc:chgData name="KIRAN K A" userId="c006811ef3eb6a44" providerId="LiveId" clId="{C6C753D0-C1FD-421B-A4B9-35D3032A2568}" dt="2025-07-19T06:34:40.659" v="1"/>
        <pc:sldMkLst>
          <pc:docMk/>
          <pc:sldMk cId="979301069" sldId="329"/>
        </pc:sldMkLst>
        <pc:spChg chg="mod">
          <ac:chgData name="KIRAN K A" userId="c006811ef3eb6a44" providerId="LiveId" clId="{C6C753D0-C1FD-421B-A4B9-35D3032A2568}" dt="2025-07-19T06:34:40.659" v="1"/>
          <ac:spMkLst>
            <pc:docMk/>
            <pc:sldMk cId="979301069" sldId="329"/>
            <ac:spMk id="2" creationId="{2D13DA29-1590-E59B-2755-FFB5F2BCC862}"/>
          </ac:spMkLst>
        </pc:spChg>
        <pc:spChg chg="mod">
          <ac:chgData name="KIRAN K A" userId="c006811ef3eb6a44" providerId="LiveId" clId="{C6C753D0-C1FD-421B-A4B9-35D3032A2568}" dt="2025-07-19T06:34:40.659" v="1"/>
          <ac:spMkLst>
            <pc:docMk/>
            <pc:sldMk cId="979301069" sldId="329"/>
            <ac:spMk id="3" creationId="{2E6D05EF-66DB-E47F-9C48-04A1ADA9FEA6}"/>
          </ac:spMkLst>
        </pc:spChg>
      </pc:sldChg>
      <pc:sldChg chg="modSp mod">
        <pc:chgData name="KIRAN K A" userId="c006811ef3eb6a44" providerId="LiveId" clId="{C6C753D0-C1FD-421B-A4B9-35D3032A2568}" dt="2025-07-19T07:19:25.369" v="370" actId="14100"/>
        <pc:sldMkLst>
          <pc:docMk/>
          <pc:sldMk cId="3985541743" sldId="330"/>
        </pc:sldMkLst>
        <pc:spChg chg="mod">
          <ac:chgData name="KIRAN K A" userId="c006811ef3eb6a44" providerId="LiveId" clId="{C6C753D0-C1FD-421B-A4B9-35D3032A2568}" dt="2025-07-19T06:34:40.659" v="1"/>
          <ac:spMkLst>
            <pc:docMk/>
            <pc:sldMk cId="3985541743" sldId="330"/>
            <ac:spMk id="2" creationId="{CF422819-CE1E-F9CB-D8CD-ED253BD491FB}"/>
          </ac:spMkLst>
        </pc:spChg>
        <pc:spChg chg="mod">
          <ac:chgData name="KIRAN K A" userId="c006811ef3eb6a44" providerId="LiveId" clId="{C6C753D0-C1FD-421B-A4B9-35D3032A2568}" dt="2025-07-19T06:34:40.659" v="1"/>
          <ac:spMkLst>
            <pc:docMk/>
            <pc:sldMk cId="3985541743" sldId="330"/>
            <ac:spMk id="3" creationId="{E9332A7B-6821-6603-5D6C-80D953572596}"/>
          </ac:spMkLst>
        </pc:spChg>
        <pc:picChg chg="mod">
          <ac:chgData name="KIRAN K A" userId="c006811ef3eb6a44" providerId="LiveId" clId="{C6C753D0-C1FD-421B-A4B9-35D3032A2568}" dt="2025-07-19T07:19:25.369" v="370" actId="14100"/>
          <ac:picMkLst>
            <pc:docMk/>
            <pc:sldMk cId="3985541743" sldId="330"/>
            <ac:picMk id="5" creationId="{4F26F8C0-9191-55A9-7763-E57624CFCF4E}"/>
          </ac:picMkLst>
        </pc:picChg>
      </pc:sldChg>
      <pc:sldChg chg="modSp mod">
        <pc:chgData name="KIRAN K A" userId="c006811ef3eb6a44" providerId="LiveId" clId="{C6C753D0-C1FD-421B-A4B9-35D3032A2568}" dt="2025-07-19T07:19:37.560" v="373" actId="1076"/>
        <pc:sldMkLst>
          <pc:docMk/>
          <pc:sldMk cId="1376834136" sldId="331"/>
        </pc:sldMkLst>
        <pc:spChg chg="mod">
          <ac:chgData name="KIRAN K A" userId="c006811ef3eb6a44" providerId="LiveId" clId="{C6C753D0-C1FD-421B-A4B9-35D3032A2568}" dt="2025-07-19T06:34:40.659" v="1"/>
          <ac:spMkLst>
            <pc:docMk/>
            <pc:sldMk cId="1376834136" sldId="331"/>
            <ac:spMk id="2" creationId="{94E27CB5-F632-46E4-09B4-5CA996DC09CC}"/>
          </ac:spMkLst>
        </pc:spChg>
        <pc:spChg chg="mod">
          <ac:chgData name="KIRAN K A" userId="c006811ef3eb6a44" providerId="LiveId" clId="{C6C753D0-C1FD-421B-A4B9-35D3032A2568}" dt="2025-07-19T07:19:30.868" v="372" actId="27636"/>
          <ac:spMkLst>
            <pc:docMk/>
            <pc:sldMk cId="1376834136" sldId="331"/>
            <ac:spMk id="3" creationId="{88F50E2C-A88D-5383-BA96-5743BCC2AF57}"/>
          </ac:spMkLst>
        </pc:spChg>
        <pc:spChg chg="mod">
          <ac:chgData name="KIRAN K A" userId="c006811ef3eb6a44" providerId="LiveId" clId="{C6C753D0-C1FD-421B-A4B9-35D3032A2568}" dt="2025-07-19T07:19:37.560" v="373" actId="1076"/>
          <ac:spMkLst>
            <pc:docMk/>
            <pc:sldMk cId="1376834136" sldId="331"/>
            <ac:spMk id="4" creationId="{0713AA6C-7E3D-E864-8506-0C84523F0A46}"/>
          </ac:spMkLst>
        </pc:spChg>
      </pc:sldChg>
      <pc:sldChg chg="modSp mod">
        <pc:chgData name="KIRAN K A" userId="c006811ef3eb6a44" providerId="LiveId" clId="{C6C753D0-C1FD-421B-A4B9-35D3032A2568}" dt="2025-07-19T06:35:17.407" v="114" actId="27636"/>
        <pc:sldMkLst>
          <pc:docMk/>
          <pc:sldMk cId="2117469203" sldId="332"/>
        </pc:sldMkLst>
        <pc:spChg chg="mod">
          <ac:chgData name="KIRAN K A" userId="c006811ef3eb6a44" providerId="LiveId" clId="{C6C753D0-C1FD-421B-A4B9-35D3032A2568}" dt="2025-07-19T06:34:40.659" v="1"/>
          <ac:spMkLst>
            <pc:docMk/>
            <pc:sldMk cId="2117469203" sldId="332"/>
            <ac:spMk id="2" creationId="{0CBC02E3-B07F-C50C-C7FC-7ECC7C3A70C5}"/>
          </ac:spMkLst>
        </pc:spChg>
        <pc:spChg chg="mod">
          <ac:chgData name="KIRAN K A" userId="c006811ef3eb6a44" providerId="LiveId" clId="{C6C753D0-C1FD-421B-A4B9-35D3032A2568}" dt="2025-07-19T06:35:17.407" v="114" actId="27636"/>
          <ac:spMkLst>
            <pc:docMk/>
            <pc:sldMk cId="2117469203" sldId="332"/>
            <ac:spMk id="3" creationId="{8477FEAA-9A84-085D-C759-CED254E47378}"/>
          </ac:spMkLst>
        </pc:spChg>
      </pc:sldChg>
      <pc:sldChg chg="modSp mod">
        <pc:chgData name="KIRAN K A" userId="c006811ef3eb6a44" providerId="LiveId" clId="{C6C753D0-C1FD-421B-A4B9-35D3032A2568}" dt="2025-07-19T07:32:14.304" v="378" actId="179"/>
        <pc:sldMkLst>
          <pc:docMk/>
          <pc:sldMk cId="3799863325" sldId="333"/>
        </pc:sldMkLst>
        <pc:spChg chg="mod">
          <ac:chgData name="KIRAN K A" userId="c006811ef3eb6a44" providerId="LiveId" clId="{C6C753D0-C1FD-421B-A4B9-35D3032A2568}" dt="2025-07-19T06:34:40.659" v="1"/>
          <ac:spMkLst>
            <pc:docMk/>
            <pc:sldMk cId="3799863325" sldId="333"/>
            <ac:spMk id="2" creationId="{10B7F37A-EB01-A4F4-ADA1-ECA21CF20C28}"/>
          </ac:spMkLst>
        </pc:spChg>
        <pc:spChg chg="mod">
          <ac:chgData name="KIRAN K A" userId="c006811ef3eb6a44" providerId="LiveId" clId="{C6C753D0-C1FD-421B-A4B9-35D3032A2568}" dt="2025-07-19T07:32:14.304" v="378" actId="179"/>
          <ac:spMkLst>
            <pc:docMk/>
            <pc:sldMk cId="3799863325" sldId="333"/>
            <ac:spMk id="3" creationId="{2A544400-4983-CF08-729E-002836059B22}"/>
          </ac:spMkLst>
        </pc:spChg>
      </pc:sldChg>
      <pc:sldChg chg="modSp mod">
        <pc:chgData name="KIRAN K A" userId="c006811ef3eb6a44" providerId="LiveId" clId="{C6C753D0-C1FD-421B-A4B9-35D3032A2568}" dt="2025-07-19T07:32:19.390" v="379" actId="1076"/>
        <pc:sldMkLst>
          <pc:docMk/>
          <pc:sldMk cId="3483582438" sldId="334"/>
        </pc:sldMkLst>
        <pc:spChg chg="mod">
          <ac:chgData name="KIRAN K A" userId="c006811ef3eb6a44" providerId="LiveId" clId="{C6C753D0-C1FD-421B-A4B9-35D3032A2568}" dt="2025-07-19T06:34:40.659" v="1"/>
          <ac:spMkLst>
            <pc:docMk/>
            <pc:sldMk cId="3483582438" sldId="334"/>
            <ac:spMk id="2" creationId="{73550840-85A5-6025-E2A1-1676EB25BAF5}"/>
          </ac:spMkLst>
        </pc:spChg>
        <pc:spChg chg="mod">
          <ac:chgData name="KIRAN K A" userId="c006811ef3eb6a44" providerId="LiveId" clId="{C6C753D0-C1FD-421B-A4B9-35D3032A2568}" dt="2025-07-19T06:34:40.659" v="1"/>
          <ac:spMkLst>
            <pc:docMk/>
            <pc:sldMk cId="3483582438" sldId="334"/>
            <ac:spMk id="3" creationId="{ABED635B-E1F3-E0A1-1823-F04E11EEBC44}"/>
          </ac:spMkLst>
        </pc:spChg>
        <pc:graphicFrameChg chg="mod">
          <ac:chgData name="KIRAN K A" userId="c006811ef3eb6a44" providerId="LiveId" clId="{C6C753D0-C1FD-421B-A4B9-35D3032A2568}" dt="2025-07-19T07:32:19.390" v="379" actId="1076"/>
          <ac:graphicFrameMkLst>
            <pc:docMk/>
            <pc:sldMk cId="3483582438" sldId="334"/>
            <ac:graphicFrameMk id="5" creationId="{B27A266C-36F0-A5A2-8F98-0EA72455B21B}"/>
          </ac:graphicFrameMkLst>
        </pc:graphicFrameChg>
      </pc:sldChg>
      <pc:sldChg chg="modSp mod">
        <pc:chgData name="KIRAN K A" userId="c006811ef3eb6a44" providerId="LiveId" clId="{C6C753D0-C1FD-421B-A4B9-35D3032A2568}" dt="2025-07-19T06:35:17.413" v="115" actId="27636"/>
        <pc:sldMkLst>
          <pc:docMk/>
          <pc:sldMk cId="356174952" sldId="335"/>
        </pc:sldMkLst>
        <pc:spChg chg="mod">
          <ac:chgData name="KIRAN K A" userId="c006811ef3eb6a44" providerId="LiveId" clId="{C6C753D0-C1FD-421B-A4B9-35D3032A2568}" dt="2025-07-19T06:34:40.659" v="1"/>
          <ac:spMkLst>
            <pc:docMk/>
            <pc:sldMk cId="356174952" sldId="335"/>
            <ac:spMk id="2" creationId="{DE100EE8-27B1-7507-343E-4769EE2A07AE}"/>
          </ac:spMkLst>
        </pc:spChg>
        <pc:spChg chg="mod">
          <ac:chgData name="KIRAN K A" userId="c006811ef3eb6a44" providerId="LiveId" clId="{C6C753D0-C1FD-421B-A4B9-35D3032A2568}" dt="2025-07-19T06:35:17.413" v="115" actId="27636"/>
          <ac:spMkLst>
            <pc:docMk/>
            <pc:sldMk cId="356174952" sldId="335"/>
            <ac:spMk id="3" creationId="{21BDCF33-7B17-BECB-B6D5-ED68507EA7D4}"/>
          </ac:spMkLst>
        </pc:spChg>
      </pc:sldChg>
      <pc:sldChg chg="modSp">
        <pc:chgData name="KIRAN K A" userId="c006811ef3eb6a44" providerId="LiveId" clId="{C6C753D0-C1FD-421B-A4B9-35D3032A2568}" dt="2025-07-19T06:34:40.659" v="1"/>
        <pc:sldMkLst>
          <pc:docMk/>
          <pc:sldMk cId="1704312343" sldId="336"/>
        </pc:sldMkLst>
        <pc:spChg chg="mod">
          <ac:chgData name="KIRAN K A" userId="c006811ef3eb6a44" providerId="LiveId" clId="{C6C753D0-C1FD-421B-A4B9-35D3032A2568}" dt="2025-07-19T06:34:40.659" v="1"/>
          <ac:spMkLst>
            <pc:docMk/>
            <pc:sldMk cId="1704312343" sldId="336"/>
            <ac:spMk id="2" creationId="{4EE43F7C-777D-BCB9-B69C-F97601A2F73C}"/>
          </ac:spMkLst>
        </pc:spChg>
        <pc:spChg chg="mod">
          <ac:chgData name="KIRAN K A" userId="c006811ef3eb6a44" providerId="LiveId" clId="{C6C753D0-C1FD-421B-A4B9-35D3032A2568}" dt="2025-07-19T06:34:40.659" v="1"/>
          <ac:spMkLst>
            <pc:docMk/>
            <pc:sldMk cId="1704312343" sldId="336"/>
            <ac:spMk id="3" creationId="{395E5DA8-5C7B-02C3-FE50-07E94D085160}"/>
          </ac:spMkLst>
        </pc:spChg>
      </pc:sldChg>
      <pc:sldChg chg="modSp mod">
        <pc:chgData name="KIRAN K A" userId="c006811ef3eb6a44" providerId="LiveId" clId="{C6C753D0-C1FD-421B-A4B9-35D3032A2568}" dt="2025-07-19T06:35:17.421" v="116" actId="27636"/>
        <pc:sldMkLst>
          <pc:docMk/>
          <pc:sldMk cId="8918804" sldId="337"/>
        </pc:sldMkLst>
        <pc:spChg chg="mod">
          <ac:chgData name="KIRAN K A" userId="c006811ef3eb6a44" providerId="LiveId" clId="{C6C753D0-C1FD-421B-A4B9-35D3032A2568}" dt="2025-07-19T06:34:40.659" v="1"/>
          <ac:spMkLst>
            <pc:docMk/>
            <pc:sldMk cId="8918804" sldId="337"/>
            <ac:spMk id="2" creationId="{76BAA38E-99A4-D695-651A-A6B6B0E4C2F7}"/>
          </ac:spMkLst>
        </pc:spChg>
        <pc:spChg chg="mod">
          <ac:chgData name="KIRAN K A" userId="c006811ef3eb6a44" providerId="LiveId" clId="{C6C753D0-C1FD-421B-A4B9-35D3032A2568}" dt="2025-07-19T06:35:17.421" v="116" actId="27636"/>
          <ac:spMkLst>
            <pc:docMk/>
            <pc:sldMk cId="8918804" sldId="337"/>
            <ac:spMk id="3" creationId="{9C0BB4DF-1AA5-E1B4-1C16-E139350531C1}"/>
          </ac:spMkLst>
        </pc:spChg>
      </pc:sldChg>
      <pc:sldChg chg="modSp">
        <pc:chgData name="KIRAN K A" userId="c006811ef3eb6a44" providerId="LiveId" clId="{C6C753D0-C1FD-421B-A4B9-35D3032A2568}" dt="2025-07-19T06:34:40.659" v="1"/>
        <pc:sldMkLst>
          <pc:docMk/>
          <pc:sldMk cId="760728790" sldId="338"/>
        </pc:sldMkLst>
        <pc:spChg chg="mod">
          <ac:chgData name="KIRAN K A" userId="c006811ef3eb6a44" providerId="LiveId" clId="{C6C753D0-C1FD-421B-A4B9-35D3032A2568}" dt="2025-07-19T06:34:40.659" v="1"/>
          <ac:spMkLst>
            <pc:docMk/>
            <pc:sldMk cId="760728790" sldId="338"/>
            <ac:spMk id="2" creationId="{ED0DF341-728E-A962-CB1D-EE1D22162411}"/>
          </ac:spMkLst>
        </pc:spChg>
        <pc:spChg chg="mod">
          <ac:chgData name="KIRAN K A" userId="c006811ef3eb6a44" providerId="LiveId" clId="{C6C753D0-C1FD-421B-A4B9-35D3032A2568}" dt="2025-07-19T06:34:40.659" v="1"/>
          <ac:spMkLst>
            <pc:docMk/>
            <pc:sldMk cId="760728790" sldId="338"/>
            <ac:spMk id="3" creationId="{373A2A00-DDB3-F70F-EB57-DF3D3566B763}"/>
          </ac:spMkLst>
        </pc:spChg>
      </pc:sldChg>
      <pc:sldChg chg="modSp mod">
        <pc:chgData name="KIRAN K A" userId="c006811ef3eb6a44" providerId="LiveId" clId="{C6C753D0-C1FD-421B-A4B9-35D3032A2568}" dt="2025-07-19T07:32:32.173" v="382" actId="179"/>
        <pc:sldMkLst>
          <pc:docMk/>
          <pc:sldMk cId="1451565448" sldId="339"/>
        </pc:sldMkLst>
        <pc:spChg chg="mod">
          <ac:chgData name="KIRAN K A" userId="c006811ef3eb6a44" providerId="LiveId" clId="{C6C753D0-C1FD-421B-A4B9-35D3032A2568}" dt="2025-07-19T06:34:40.659" v="1"/>
          <ac:spMkLst>
            <pc:docMk/>
            <pc:sldMk cId="1451565448" sldId="339"/>
            <ac:spMk id="2" creationId="{26F7B633-C1C1-F454-931D-72D83C47DE1F}"/>
          </ac:spMkLst>
        </pc:spChg>
        <pc:spChg chg="mod">
          <ac:chgData name="KIRAN K A" userId="c006811ef3eb6a44" providerId="LiveId" clId="{C6C753D0-C1FD-421B-A4B9-35D3032A2568}" dt="2025-07-19T07:32:32.173" v="382" actId="179"/>
          <ac:spMkLst>
            <pc:docMk/>
            <pc:sldMk cId="1451565448" sldId="339"/>
            <ac:spMk id="3" creationId="{6CABEEB4-90A7-FE32-1BD1-3FB81462E48F}"/>
          </ac:spMkLst>
        </pc:spChg>
      </pc:sldChg>
      <pc:sldChg chg="modSp mod">
        <pc:chgData name="KIRAN K A" userId="c006811ef3eb6a44" providerId="LiveId" clId="{C6C753D0-C1FD-421B-A4B9-35D3032A2568}" dt="2025-07-19T07:32:42.361" v="385" actId="179"/>
        <pc:sldMkLst>
          <pc:docMk/>
          <pc:sldMk cId="4096553998" sldId="340"/>
        </pc:sldMkLst>
        <pc:spChg chg="mod">
          <ac:chgData name="KIRAN K A" userId="c006811ef3eb6a44" providerId="LiveId" clId="{C6C753D0-C1FD-421B-A4B9-35D3032A2568}" dt="2025-07-19T06:34:40.659" v="1"/>
          <ac:spMkLst>
            <pc:docMk/>
            <pc:sldMk cId="4096553998" sldId="340"/>
            <ac:spMk id="2" creationId="{2CC44A2D-2CFF-40A1-66F0-217839572C7F}"/>
          </ac:spMkLst>
        </pc:spChg>
        <pc:spChg chg="mod">
          <ac:chgData name="KIRAN K A" userId="c006811ef3eb6a44" providerId="LiveId" clId="{C6C753D0-C1FD-421B-A4B9-35D3032A2568}" dt="2025-07-19T07:32:42.361" v="385" actId="179"/>
          <ac:spMkLst>
            <pc:docMk/>
            <pc:sldMk cId="4096553998" sldId="340"/>
            <ac:spMk id="3" creationId="{07A4A573-6C07-908E-C6C2-1393C72685B9}"/>
          </ac:spMkLst>
        </pc:spChg>
      </pc:sldChg>
      <pc:sldChg chg="modSp">
        <pc:chgData name="KIRAN K A" userId="c006811ef3eb6a44" providerId="LiveId" clId="{C6C753D0-C1FD-421B-A4B9-35D3032A2568}" dt="2025-07-19T06:34:40.659" v="1"/>
        <pc:sldMkLst>
          <pc:docMk/>
          <pc:sldMk cId="2910150550" sldId="341"/>
        </pc:sldMkLst>
        <pc:spChg chg="mod">
          <ac:chgData name="KIRAN K A" userId="c006811ef3eb6a44" providerId="LiveId" clId="{C6C753D0-C1FD-421B-A4B9-35D3032A2568}" dt="2025-07-19T06:34:40.659" v="1"/>
          <ac:spMkLst>
            <pc:docMk/>
            <pc:sldMk cId="2910150550" sldId="341"/>
            <ac:spMk id="2" creationId="{2C9405FB-D966-80C2-34F7-A618108271E1}"/>
          </ac:spMkLst>
        </pc:spChg>
        <pc:spChg chg="mod">
          <ac:chgData name="KIRAN K A" userId="c006811ef3eb6a44" providerId="LiveId" clId="{C6C753D0-C1FD-421B-A4B9-35D3032A2568}" dt="2025-07-19T06:34:40.659" v="1"/>
          <ac:spMkLst>
            <pc:docMk/>
            <pc:sldMk cId="2910150550" sldId="341"/>
            <ac:spMk id="3" creationId="{9DFFA5DE-3AEF-C49A-F632-732271F42208}"/>
          </ac:spMkLst>
        </pc:spChg>
      </pc:sldChg>
      <pc:sldChg chg="modSp">
        <pc:chgData name="KIRAN K A" userId="c006811ef3eb6a44" providerId="LiveId" clId="{C6C753D0-C1FD-421B-A4B9-35D3032A2568}" dt="2025-07-19T06:34:40.659" v="1"/>
        <pc:sldMkLst>
          <pc:docMk/>
          <pc:sldMk cId="2730613579" sldId="342"/>
        </pc:sldMkLst>
        <pc:spChg chg="mod">
          <ac:chgData name="KIRAN K A" userId="c006811ef3eb6a44" providerId="LiveId" clId="{C6C753D0-C1FD-421B-A4B9-35D3032A2568}" dt="2025-07-19T06:34:40.659" v="1"/>
          <ac:spMkLst>
            <pc:docMk/>
            <pc:sldMk cId="2730613579" sldId="342"/>
            <ac:spMk id="2" creationId="{2386426D-77C3-A7CE-7953-AF86DC677B00}"/>
          </ac:spMkLst>
        </pc:spChg>
        <pc:spChg chg="mod">
          <ac:chgData name="KIRAN K A" userId="c006811ef3eb6a44" providerId="LiveId" clId="{C6C753D0-C1FD-421B-A4B9-35D3032A2568}" dt="2025-07-19T06:34:40.659" v="1"/>
          <ac:spMkLst>
            <pc:docMk/>
            <pc:sldMk cId="2730613579" sldId="342"/>
            <ac:spMk id="3" creationId="{A976B3E6-2734-E997-9353-E750BA9D2226}"/>
          </ac:spMkLst>
        </pc:spChg>
      </pc:sldChg>
      <pc:sldChg chg="delSp modSp mod">
        <pc:chgData name="KIRAN K A" userId="c006811ef3eb6a44" providerId="LiveId" clId="{C6C753D0-C1FD-421B-A4B9-35D3032A2568}" dt="2025-07-19T07:33:16.617" v="397" actId="179"/>
        <pc:sldMkLst>
          <pc:docMk/>
          <pc:sldMk cId="1615097709" sldId="343"/>
        </pc:sldMkLst>
        <pc:spChg chg="mod">
          <ac:chgData name="KIRAN K A" userId="c006811ef3eb6a44" providerId="LiveId" clId="{C6C753D0-C1FD-421B-A4B9-35D3032A2568}" dt="2025-07-19T06:34:40.659" v="1"/>
          <ac:spMkLst>
            <pc:docMk/>
            <pc:sldMk cId="1615097709" sldId="343"/>
            <ac:spMk id="2" creationId="{71CAACCC-E7FD-68D8-E830-89DA23225B45}"/>
          </ac:spMkLst>
        </pc:spChg>
        <pc:spChg chg="mod">
          <ac:chgData name="KIRAN K A" userId="c006811ef3eb6a44" providerId="LiveId" clId="{C6C753D0-C1FD-421B-A4B9-35D3032A2568}" dt="2025-07-19T07:33:16.617" v="397" actId="179"/>
          <ac:spMkLst>
            <pc:docMk/>
            <pc:sldMk cId="1615097709" sldId="343"/>
            <ac:spMk id="3" creationId="{A50CD35B-94C7-2F68-DA90-E7D42018658D}"/>
          </ac:spMkLst>
        </pc:spChg>
        <pc:spChg chg="del mod">
          <ac:chgData name="KIRAN K A" userId="c006811ef3eb6a44" providerId="LiveId" clId="{C6C753D0-C1FD-421B-A4B9-35D3032A2568}" dt="2025-07-19T07:32:56.562" v="388" actId="478"/>
          <ac:spMkLst>
            <pc:docMk/>
            <pc:sldMk cId="1615097709" sldId="343"/>
            <ac:spMk id="4" creationId="{39B9AA55-D378-EB10-EB9A-9D09B5957F0D}"/>
          </ac:spMkLst>
        </pc:spChg>
      </pc:sldChg>
      <pc:sldChg chg="modSp">
        <pc:chgData name="KIRAN K A" userId="c006811ef3eb6a44" providerId="LiveId" clId="{C6C753D0-C1FD-421B-A4B9-35D3032A2568}" dt="2025-07-19T06:34:40.659" v="1"/>
        <pc:sldMkLst>
          <pc:docMk/>
          <pc:sldMk cId="1898463255" sldId="344"/>
        </pc:sldMkLst>
        <pc:spChg chg="mod">
          <ac:chgData name="KIRAN K A" userId="c006811ef3eb6a44" providerId="LiveId" clId="{C6C753D0-C1FD-421B-A4B9-35D3032A2568}" dt="2025-07-19T06:34:40.659" v="1"/>
          <ac:spMkLst>
            <pc:docMk/>
            <pc:sldMk cId="1898463255" sldId="344"/>
            <ac:spMk id="2" creationId="{C23B0106-CAD4-52E2-D341-88B0A8BB7766}"/>
          </ac:spMkLst>
        </pc:spChg>
        <pc:spChg chg="mod">
          <ac:chgData name="KIRAN K A" userId="c006811ef3eb6a44" providerId="LiveId" clId="{C6C753D0-C1FD-421B-A4B9-35D3032A2568}" dt="2025-07-19T06:34:40.659" v="1"/>
          <ac:spMkLst>
            <pc:docMk/>
            <pc:sldMk cId="1898463255" sldId="344"/>
            <ac:spMk id="3" creationId="{737769A4-ECF1-46C6-5127-F084B0F9192F}"/>
          </ac:spMkLst>
        </pc:spChg>
      </pc:sldChg>
      <pc:sldChg chg="modSp">
        <pc:chgData name="KIRAN K A" userId="c006811ef3eb6a44" providerId="LiveId" clId="{C6C753D0-C1FD-421B-A4B9-35D3032A2568}" dt="2025-07-19T06:34:40.659" v="1"/>
        <pc:sldMkLst>
          <pc:docMk/>
          <pc:sldMk cId="2448923001" sldId="345"/>
        </pc:sldMkLst>
        <pc:spChg chg="mod">
          <ac:chgData name="KIRAN K A" userId="c006811ef3eb6a44" providerId="LiveId" clId="{C6C753D0-C1FD-421B-A4B9-35D3032A2568}" dt="2025-07-19T06:34:40.659" v="1"/>
          <ac:spMkLst>
            <pc:docMk/>
            <pc:sldMk cId="2448923001" sldId="345"/>
            <ac:spMk id="2" creationId="{9E0B4AD4-68D4-F9D9-50B1-15F29B81F497}"/>
          </ac:spMkLst>
        </pc:spChg>
        <pc:spChg chg="mod">
          <ac:chgData name="KIRAN K A" userId="c006811ef3eb6a44" providerId="LiveId" clId="{C6C753D0-C1FD-421B-A4B9-35D3032A2568}" dt="2025-07-19T06:34:40.659" v="1"/>
          <ac:spMkLst>
            <pc:docMk/>
            <pc:sldMk cId="2448923001" sldId="345"/>
            <ac:spMk id="3" creationId="{28690CCA-C17A-EAD0-B9E1-EB44FE6D3526}"/>
          </ac:spMkLst>
        </pc:spChg>
      </pc:sldChg>
      <pc:sldChg chg="modSp mod">
        <pc:chgData name="KIRAN K A" userId="c006811ef3eb6a44" providerId="LiveId" clId="{C6C753D0-C1FD-421B-A4B9-35D3032A2568}" dt="2025-07-19T07:33:29.716" v="400" actId="1076"/>
        <pc:sldMkLst>
          <pc:docMk/>
          <pc:sldMk cId="848808470" sldId="346"/>
        </pc:sldMkLst>
        <pc:spChg chg="mod">
          <ac:chgData name="KIRAN K A" userId="c006811ef3eb6a44" providerId="LiveId" clId="{C6C753D0-C1FD-421B-A4B9-35D3032A2568}" dt="2025-07-19T06:34:40.659" v="1"/>
          <ac:spMkLst>
            <pc:docMk/>
            <pc:sldMk cId="848808470" sldId="346"/>
            <ac:spMk id="2" creationId="{4D4F987C-A88D-8813-484A-9ED969D5CF81}"/>
          </ac:spMkLst>
        </pc:spChg>
        <pc:spChg chg="mod">
          <ac:chgData name="KIRAN K A" userId="c006811ef3eb6a44" providerId="LiveId" clId="{C6C753D0-C1FD-421B-A4B9-35D3032A2568}" dt="2025-07-19T07:33:23.647" v="399" actId="27636"/>
          <ac:spMkLst>
            <pc:docMk/>
            <pc:sldMk cId="848808470" sldId="346"/>
            <ac:spMk id="3" creationId="{7ACD67EC-0D6A-0CAD-5524-CBD6D6DBD9F9}"/>
          </ac:spMkLst>
        </pc:spChg>
        <pc:spChg chg="mod">
          <ac:chgData name="KIRAN K A" userId="c006811ef3eb6a44" providerId="LiveId" clId="{C6C753D0-C1FD-421B-A4B9-35D3032A2568}" dt="2025-07-19T07:33:29.716" v="400" actId="1076"/>
          <ac:spMkLst>
            <pc:docMk/>
            <pc:sldMk cId="848808470" sldId="346"/>
            <ac:spMk id="4" creationId="{EDC48E1E-C149-69F1-F9D3-F14F5B50033C}"/>
          </ac:spMkLst>
        </pc:spChg>
      </pc:sldChg>
      <pc:sldChg chg="modSp mod">
        <pc:chgData name="KIRAN K A" userId="c006811ef3eb6a44" providerId="LiveId" clId="{C6C753D0-C1FD-421B-A4B9-35D3032A2568}" dt="2025-07-19T07:33:33.781" v="402" actId="27636"/>
        <pc:sldMkLst>
          <pc:docMk/>
          <pc:sldMk cId="3803995470" sldId="347"/>
        </pc:sldMkLst>
        <pc:spChg chg="mod">
          <ac:chgData name="KIRAN K A" userId="c006811ef3eb6a44" providerId="LiveId" clId="{C6C753D0-C1FD-421B-A4B9-35D3032A2568}" dt="2025-07-19T06:34:40.659" v="1"/>
          <ac:spMkLst>
            <pc:docMk/>
            <pc:sldMk cId="3803995470" sldId="347"/>
            <ac:spMk id="2" creationId="{A2259D05-EA39-35A7-FA5B-153DE16E7034}"/>
          </ac:spMkLst>
        </pc:spChg>
        <pc:spChg chg="mod">
          <ac:chgData name="KIRAN K A" userId="c006811ef3eb6a44" providerId="LiveId" clId="{C6C753D0-C1FD-421B-A4B9-35D3032A2568}" dt="2025-07-19T07:33:33.781" v="402" actId="27636"/>
          <ac:spMkLst>
            <pc:docMk/>
            <pc:sldMk cId="3803995470" sldId="347"/>
            <ac:spMk id="3" creationId="{9E54CA31-F98A-360A-E223-5C723466D9C1}"/>
          </ac:spMkLst>
        </pc:spChg>
      </pc:sldChg>
      <pc:sldChg chg="modSp">
        <pc:chgData name="KIRAN K A" userId="c006811ef3eb6a44" providerId="LiveId" clId="{C6C753D0-C1FD-421B-A4B9-35D3032A2568}" dt="2025-07-19T06:34:40.659" v="1"/>
        <pc:sldMkLst>
          <pc:docMk/>
          <pc:sldMk cId="138582439" sldId="348"/>
        </pc:sldMkLst>
        <pc:spChg chg="mod">
          <ac:chgData name="KIRAN K A" userId="c006811ef3eb6a44" providerId="LiveId" clId="{C6C753D0-C1FD-421B-A4B9-35D3032A2568}" dt="2025-07-19T06:34:40.659" v="1"/>
          <ac:spMkLst>
            <pc:docMk/>
            <pc:sldMk cId="138582439" sldId="348"/>
            <ac:spMk id="2" creationId="{FA956A50-E249-8DF3-D519-53AB60F1F25F}"/>
          </ac:spMkLst>
        </pc:spChg>
        <pc:spChg chg="mod">
          <ac:chgData name="KIRAN K A" userId="c006811ef3eb6a44" providerId="LiveId" clId="{C6C753D0-C1FD-421B-A4B9-35D3032A2568}" dt="2025-07-19T06:34:40.659" v="1"/>
          <ac:spMkLst>
            <pc:docMk/>
            <pc:sldMk cId="138582439" sldId="348"/>
            <ac:spMk id="3" creationId="{4B0AB41F-07B6-D7B5-77B3-BCCC8D395256}"/>
          </ac:spMkLst>
        </pc:spChg>
      </pc:sldChg>
      <pc:sldChg chg="modSp mod">
        <pc:chgData name="KIRAN K A" userId="c006811ef3eb6a44" providerId="LiveId" clId="{C6C753D0-C1FD-421B-A4B9-35D3032A2568}" dt="2025-07-19T07:33:39.340" v="403" actId="14100"/>
        <pc:sldMkLst>
          <pc:docMk/>
          <pc:sldMk cId="4166585809" sldId="349"/>
        </pc:sldMkLst>
        <pc:spChg chg="mod">
          <ac:chgData name="KIRAN K A" userId="c006811ef3eb6a44" providerId="LiveId" clId="{C6C753D0-C1FD-421B-A4B9-35D3032A2568}" dt="2025-07-19T06:34:40.659" v="1"/>
          <ac:spMkLst>
            <pc:docMk/>
            <pc:sldMk cId="4166585809" sldId="349"/>
            <ac:spMk id="2" creationId="{1DD53CE3-14E7-2617-74C3-B681DF07E8AB}"/>
          </ac:spMkLst>
        </pc:spChg>
        <pc:spChg chg="mod">
          <ac:chgData name="KIRAN K A" userId="c006811ef3eb6a44" providerId="LiveId" clId="{C6C753D0-C1FD-421B-A4B9-35D3032A2568}" dt="2025-07-19T07:33:39.340" v="403" actId="14100"/>
          <ac:spMkLst>
            <pc:docMk/>
            <pc:sldMk cId="4166585809" sldId="349"/>
            <ac:spMk id="3" creationId="{08BFBA8E-6D9C-9737-4708-085F3F969AC0}"/>
          </ac:spMkLst>
        </pc:spChg>
      </pc:sldChg>
      <pc:sldChg chg="modSp mod">
        <pc:chgData name="KIRAN K A" userId="c006811ef3eb6a44" providerId="LiveId" clId="{C6C753D0-C1FD-421B-A4B9-35D3032A2568}" dt="2025-07-19T07:34:22.479" v="413" actId="14100"/>
        <pc:sldMkLst>
          <pc:docMk/>
          <pc:sldMk cId="831266397" sldId="350"/>
        </pc:sldMkLst>
        <pc:spChg chg="mod">
          <ac:chgData name="KIRAN K A" userId="c006811ef3eb6a44" providerId="LiveId" clId="{C6C753D0-C1FD-421B-A4B9-35D3032A2568}" dt="2025-07-19T06:34:40.659" v="1"/>
          <ac:spMkLst>
            <pc:docMk/>
            <pc:sldMk cId="831266397" sldId="350"/>
            <ac:spMk id="2" creationId="{861D1655-CF1B-EEAE-634D-30196CADC86E}"/>
          </ac:spMkLst>
        </pc:spChg>
        <pc:spChg chg="mod">
          <ac:chgData name="KIRAN K A" userId="c006811ef3eb6a44" providerId="LiveId" clId="{C6C753D0-C1FD-421B-A4B9-35D3032A2568}" dt="2025-07-19T07:34:22.479" v="413" actId="14100"/>
          <ac:spMkLst>
            <pc:docMk/>
            <pc:sldMk cId="831266397" sldId="350"/>
            <ac:spMk id="3" creationId="{2E3B35E2-9B15-39F6-64C5-59484EA6EA98}"/>
          </ac:spMkLst>
        </pc:spChg>
      </pc:sldChg>
      <pc:sldChg chg="modSp mod">
        <pc:chgData name="KIRAN K A" userId="c006811ef3eb6a44" providerId="LiveId" clId="{C6C753D0-C1FD-421B-A4B9-35D3032A2568}" dt="2025-07-19T07:33:50.222" v="406" actId="403"/>
        <pc:sldMkLst>
          <pc:docMk/>
          <pc:sldMk cId="2030139756" sldId="351"/>
        </pc:sldMkLst>
        <pc:spChg chg="mod">
          <ac:chgData name="KIRAN K A" userId="c006811ef3eb6a44" providerId="LiveId" clId="{C6C753D0-C1FD-421B-A4B9-35D3032A2568}" dt="2025-07-19T06:34:40.659" v="1"/>
          <ac:spMkLst>
            <pc:docMk/>
            <pc:sldMk cId="2030139756" sldId="351"/>
            <ac:spMk id="2" creationId="{98B4E9A7-41ED-A8E6-CCE1-D330EF8B8B9C}"/>
          </ac:spMkLst>
        </pc:spChg>
        <pc:spChg chg="mod">
          <ac:chgData name="KIRAN K A" userId="c006811ef3eb6a44" providerId="LiveId" clId="{C6C753D0-C1FD-421B-A4B9-35D3032A2568}" dt="2025-07-19T07:33:50.222" v="406" actId="403"/>
          <ac:spMkLst>
            <pc:docMk/>
            <pc:sldMk cId="2030139756" sldId="351"/>
            <ac:spMk id="3" creationId="{08C23C62-8046-7119-FFB3-F115A61A1C06}"/>
          </ac:spMkLst>
        </pc:spChg>
        <pc:spChg chg="mod">
          <ac:chgData name="KIRAN K A" userId="c006811ef3eb6a44" providerId="LiveId" clId="{C6C753D0-C1FD-421B-A4B9-35D3032A2568}" dt="2025-07-19T07:33:50.222" v="406" actId="403"/>
          <ac:spMkLst>
            <pc:docMk/>
            <pc:sldMk cId="2030139756" sldId="351"/>
            <ac:spMk id="4" creationId="{083A2E9D-C541-A711-B0B8-D6A0B5CF45E2}"/>
          </ac:spMkLst>
        </pc:spChg>
      </pc:sldChg>
      <pc:sldChg chg="modSp mod">
        <pc:chgData name="KIRAN K A" userId="c006811ef3eb6a44" providerId="LiveId" clId="{C6C753D0-C1FD-421B-A4B9-35D3032A2568}" dt="2025-07-19T07:34:12.842" v="412" actId="6549"/>
        <pc:sldMkLst>
          <pc:docMk/>
          <pc:sldMk cId="2053289346" sldId="352"/>
        </pc:sldMkLst>
        <pc:spChg chg="mod">
          <ac:chgData name="KIRAN K A" userId="c006811ef3eb6a44" providerId="LiveId" clId="{C6C753D0-C1FD-421B-A4B9-35D3032A2568}" dt="2025-07-19T06:34:40.659" v="1"/>
          <ac:spMkLst>
            <pc:docMk/>
            <pc:sldMk cId="2053289346" sldId="352"/>
            <ac:spMk id="2" creationId="{196B8E0A-4166-DE9E-7418-EB5380F7827C}"/>
          </ac:spMkLst>
        </pc:spChg>
        <pc:spChg chg="mod">
          <ac:chgData name="KIRAN K A" userId="c006811ef3eb6a44" providerId="LiveId" clId="{C6C753D0-C1FD-421B-A4B9-35D3032A2568}" dt="2025-07-19T07:34:09.117" v="411" actId="14100"/>
          <ac:spMkLst>
            <pc:docMk/>
            <pc:sldMk cId="2053289346" sldId="352"/>
            <ac:spMk id="3" creationId="{9BB8F2B5-7727-DCE2-2042-E046F3254E3D}"/>
          </ac:spMkLst>
        </pc:spChg>
        <pc:spChg chg="mod">
          <ac:chgData name="KIRAN K A" userId="c006811ef3eb6a44" providerId="LiveId" clId="{C6C753D0-C1FD-421B-A4B9-35D3032A2568}" dt="2025-07-19T07:34:12.842" v="412" actId="6549"/>
          <ac:spMkLst>
            <pc:docMk/>
            <pc:sldMk cId="2053289346" sldId="352"/>
            <ac:spMk id="4" creationId="{3F894E53-0BAF-9953-5410-A5B7E84C8706}"/>
          </ac:spMkLst>
        </pc:spChg>
      </pc:sldChg>
      <pc:sldChg chg="modSp mod">
        <pc:chgData name="KIRAN K A" userId="c006811ef3eb6a44" providerId="LiveId" clId="{C6C753D0-C1FD-421B-A4B9-35D3032A2568}" dt="2025-07-19T07:34:27.022" v="414" actId="14100"/>
        <pc:sldMkLst>
          <pc:docMk/>
          <pc:sldMk cId="0" sldId="353"/>
        </pc:sldMkLst>
        <pc:spChg chg="mod">
          <ac:chgData name="KIRAN K A" userId="c006811ef3eb6a44" providerId="LiveId" clId="{C6C753D0-C1FD-421B-A4B9-35D3032A2568}" dt="2025-07-19T06:34:40.659" v="1"/>
          <ac:spMkLst>
            <pc:docMk/>
            <pc:sldMk cId="0" sldId="353"/>
            <ac:spMk id="4" creationId="{00000000-0000-0000-0000-000000000000}"/>
          </ac:spMkLst>
        </pc:spChg>
        <pc:spChg chg="mod">
          <ac:chgData name="KIRAN K A" userId="c006811ef3eb6a44" providerId="LiveId" clId="{C6C753D0-C1FD-421B-A4B9-35D3032A2568}" dt="2025-07-19T07:34:27.022" v="414" actId="14100"/>
          <ac:spMkLst>
            <pc:docMk/>
            <pc:sldMk cId="0" sldId="353"/>
            <ac:spMk id="5" creationId="{00000000-0000-0000-0000-000000000000}"/>
          </ac:spMkLst>
        </pc:spChg>
      </pc:sldChg>
      <pc:sldChg chg="modSp">
        <pc:chgData name="KIRAN K A" userId="c006811ef3eb6a44" providerId="LiveId" clId="{C6C753D0-C1FD-421B-A4B9-35D3032A2568}" dt="2025-07-19T06:34:40.659" v="1"/>
        <pc:sldMkLst>
          <pc:docMk/>
          <pc:sldMk cId="0" sldId="354"/>
        </pc:sldMkLst>
        <pc:spChg chg="mod">
          <ac:chgData name="KIRAN K A" userId="c006811ef3eb6a44" providerId="LiveId" clId="{C6C753D0-C1FD-421B-A4B9-35D3032A2568}" dt="2025-07-19T06:34:40.659" v="1"/>
          <ac:spMkLst>
            <pc:docMk/>
            <pc:sldMk cId="0" sldId="354"/>
            <ac:spMk id="2" creationId="{00000000-0000-0000-0000-000000000000}"/>
          </ac:spMkLst>
        </pc:spChg>
        <pc:spChg chg="mod">
          <ac:chgData name="KIRAN K A" userId="c006811ef3eb6a44" providerId="LiveId" clId="{C6C753D0-C1FD-421B-A4B9-35D3032A2568}" dt="2025-07-19T06:34:40.659" v="1"/>
          <ac:spMkLst>
            <pc:docMk/>
            <pc:sldMk cId="0" sldId="354"/>
            <ac:spMk id="3" creationId="{00000000-0000-0000-0000-000000000000}"/>
          </ac:spMkLst>
        </pc:spChg>
      </pc:sldChg>
      <pc:sldChg chg="modSp mod">
        <pc:chgData name="KIRAN K A" userId="c006811ef3eb6a44" providerId="LiveId" clId="{C6C753D0-C1FD-421B-A4B9-35D3032A2568}" dt="2025-07-19T07:34:38.302" v="415" actId="179"/>
        <pc:sldMkLst>
          <pc:docMk/>
          <pc:sldMk cId="0" sldId="355"/>
        </pc:sldMkLst>
        <pc:spChg chg="mod">
          <ac:chgData name="KIRAN K A" userId="c006811ef3eb6a44" providerId="LiveId" clId="{C6C753D0-C1FD-421B-A4B9-35D3032A2568}" dt="2025-07-19T06:34:40.659" v="1"/>
          <ac:spMkLst>
            <pc:docMk/>
            <pc:sldMk cId="0" sldId="355"/>
            <ac:spMk id="2" creationId="{00000000-0000-0000-0000-000000000000}"/>
          </ac:spMkLst>
        </pc:spChg>
        <pc:spChg chg="mod">
          <ac:chgData name="KIRAN K A" userId="c006811ef3eb6a44" providerId="LiveId" clId="{C6C753D0-C1FD-421B-A4B9-35D3032A2568}" dt="2025-07-19T07:34:38.302" v="415" actId="179"/>
          <ac:spMkLst>
            <pc:docMk/>
            <pc:sldMk cId="0" sldId="355"/>
            <ac:spMk id="3" creationId="{00000000-0000-0000-0000-000000000000}"/>
          </ac:spMkLst>
        </pc:spChg>
      </pc:sldChg>
      <pc:sldChg chg="modSp mod">
        <pc:chgData name="KIRAN K A" userId="c006811ef3eb6a44" providerId="LiveId" clId="{C6C753D0-C1FD-421B-A4B9-35D3032A2568}" dt="2025-07-19T06:35:17.454" v="118" actId="27636"/>
        <pc:sldMkLst>
          <pc:docMk/>
          <pc:sldMk cId="0" sldId="356"/>
        </pc:sldMkLst>
        <pc:spChg chg="mod">
          <ac:chgData name="KIRAN K A" userId="c006811ef3eb6a44" providerId="LiveId" clId="{C6C753D0-C1FD-421B-A4B9-35D3032A2568}" dt="2025-07-19T06:34:40.659" v="1"/>
          <ac:spMkLst>
            <pc:docMk/>
            <pc:sldMk cId="0" sldId="356"/>
            <ac:spMk id="2" creationId="{00000000-0000-0000-0000-000000000000}"/>
          </ac:spMkLst>
        </pc:spChg>
        <pc:spChg chg="mod">
          <ac:chgData name="KIRAN K A" userId="c006811ef3eb6a44" providerId="LiveId" clId="{C6C753D0-C1FD-421B-A4B9-35D3032A2568}" dt="2025-07-19T06:35:17.454" v="118" actId="27636"/>
          <ac:spMkLst>
            <pc:docMk/>
            <pc:sldMk cId="0" sldId="356"/>
            <ac:spMk id="3" creationId="{00000000-0000-0000-0000-000000000000}"/>
          </ac:spMkLst>
        </pc:spChg>
      </pc:sldChg>
      <pc:sldChg chg="modSp mod">
        <pc:chgData name="KIRAN K A" userId="c006811ef3eb6a44" providerId="LiveId" clId="{C6C753D0-C1FD-421B-A4B9-35D3032A2568}" dt="2025-07-19T07:34:47.413" v="416" actId="179"/>
        <pc:sldMkLst>
          <pc:docMk/>
          <pc:sldMk cId="0" sldId="357"/>
        </pc:sldMkLst>
        <pc:spChg chg="mod">
          <ac:chgData name="KIRAN K A" userId="c006811ef3eb6a44" providerId="LiveId" clId="{C6C753D0-C1FD-421B-A4B9-35D3032A2568}" dt="2025-07-19T06:34:40.659" v="1"/>
          <ac:spMkLst>
            <pc:docMk/>
            <pc:sldMk cId="0" sldId="357"/>
            <ac:spMk id="2" creationId="{00000000-0000-0000-0000-000000000000}"/>
          </ac:spMkLst>
        </pc:spChg>
        <pc:spChg chg="mod">
          <ac:chgData name="KIRAN K A" userId="c006811ef3eb6a44" providerId="LiveId" clId="{C6C753D0-C1FD-421B-A4B9-35D3032A2568}" dt="2025-07-19T07:34:47.413" v="416" actId="179"/>
          <ac:spMkLst>
            <pc:docMk/>
            <pc:sldMk cId="0" sldId="357"/>
            <ac:spMk id="3" creationId="{00000000-0000-0000-0000-000000000000}"/>
          </ac:spMkLst>
        </pc:spChg>
      </pc:sldChg>
      <pc:sldChg chg="modSp">
        <pc:chgData name="KIRAN K A" userId="c006811ef3eb6a44" providerId="LiveId" clId="{C6C753D0-C1FD-421B-A4B9-35D3032A2568}" dt="2025-07-19T06:34:40.659" v="1"/>
        <pc:sldMkLst>
          <pc:docMk/>
          <pc:sldMk cId="0" sldId="358"/>
        </pc:sldMkLst>
        <pc:spChg chg="mod">
          <ac:chgData name="KIRAN K A" userId="c006811ef3eb6a44" providerId="LiveId" clId="{C6C753D0-C1FD-421B-A4B9-35D3032A2568}" dt="2025-07-19T06:34:40.659" v="1"/>
          <ac:spMkLst>
            <pc:docMk/>
            <pc:sldMk cId="0" sldId="358"/>
            <ac:spMk id="2" creationId="{00000000-0000-0000-0000-000000000000}"/>
          </ac:spMkLst>
        </pc:spChg>
        <pc:spChg chg="mod">
          <ac:chgData name="KIRAN K A" userId="c006811ef3eb6a44" providerId="LiveId" clId="{C6C753D0-C1FD-421B-A4B9-35D3032A2568}" dt="2025-07-19T06:34:40.659" v="1"/>
          <ac:spMkLst>
            <pc:docMk/>
            <pc:sldMk cId="0" sldId="358"/>
            <ac:spMk id="3" creationId="{00000000-0000-0000-0000-000000000000}"/>
          </ac:spMkLst>
        </pc:spChg>
      </pc:sldChg>
      <pc:sldChg chg="modSp mod">
        <pc:chgData name="KIRAN K A" userId="c006811ef3eb6a44" providerId="LiveId" clId="{C6C753D0-C1FD-421B-A4B9-35D3032A2568}" dt="2025-07-19T07:34:58.205" v="417" actId="179"/>
        <pc:sldMkLst>
          <pc:docMk/>
          <pc:sldMk cId="0" sldId="359"/>
        </pc:sldMkLst>
        <pc:spChg chg="mod">
          <ac:chgData name="KIRAN K A" userId="c006811ef3eb6a44" providerId="LiveId" clId="{C6C753D0-C1FD-421B-A4B9-35D3032A2568}" dt="2025-07-19T06:34:40.659" v="1"/>
          <ac:spMkLst>
            <pc:docMk/>
            <pc:sldMk cId="0" sldId="359"/>
            <ac:spMk id="2" creationId="{00000000-0000-0000-0000-000000000000}"/>
          </ac:spMkLst>
        </pc:spChg>
        <pc:spChg chg="mod">
          <ac:chgData name="KIRAN K A" userId="c006811ef3eb6a44" providerId="LiveId" clId="{C6C753D0-C1FD-421B-A4B9-35D3032A2568}" dt="2025-07-19T07:34:58.205" v="417" actId="179"/>
          <ac:spMkLst>
            <pc:docMk/>
            <pc:sldMk cId="0" sldId="359"/>
            <ac:spMk id="3" creationId="{00000000-0000-0000-0000-000000000000}"/>
          </ac:spMkLst>
        </pc:spChg>
      </pc:sldChg>
      <pc:sldChg chg="modSp">
        <pc:chgData name="KIRAN K A" userId="c006811ef3eb6a44" providerId="LiveId" clId="{C6C753D0-C1FD-421B-A4B9-35D3032A2568}" dt="2025-07-19T06:34:40.659" v="1"/>
        <pc:sldMkLst>
          <pc:docMk/>
          <pc:sldMk cId="0" sldId="360"/>
        </pc:sldMkLst>
        <pc:spChg chg="mod">
          <ac:chgData name="KIRAN K A" userId="c006811ef3eb6a44" providerId="LiveId" clId="{C6C753D0-C1FD-421B-A4B9-35D3032A2568}" dt="2025-07-19T06:34:40.659" v="1"/>
          <ac:spMkLst>
            <pc:docMk/>
            <pc:sldMk cId="0" sldId="360"/>
            <ac:spMk id="2" creationId="{00000000-0000-0000-0000-000000000000}"/>
          </ac:spMkLst>
        </pc:spChg>
        <pc:spChg chg="mod">
          <ac:chgData name="KIRAN K A" userId="c006811ef3eb6a44" providerId="LiveId" clId="{C6C753D0-C1FD-421B-A4B9-35D3032A2568}" dt="2025-07-19T06:34:40.659" v="1"/>
          <ac:spMkLst>
            <pc:docMk/>
            <pc:sldMk cId="0" sldId="360"/>
            <ac:spMk id="3" creationId="{00000000-0000-0000-0000-000000000000}"/>
          </ac:spMkLst>
        </pc:spChg>
      </pc:sldChg>
      <pc:sldChg chg="modSp mod">
        <pc:chgData name="KIRAN K A" userId="c006811ef3eb6a44" providerId="LiveId" clId="{C6C753D0-C1FD-421B-A4B9-35D3032A2568}" dt="2025-07-19T07:35:07.146" v="418" actId="179"/>
        <pc:sldMkLst>
          <pc:docMk/>
          <pc:sldMk cId="0" sldId="361"/>
        </pc:sldMkLst>
        <pc:spChg chg="mod">
          <ac:chgData name="KIRAN K A" userId="c006811ef3eb6a44" providerId="LiveId" clId="{C6C753D0-C1FD-421B-A4B9-35D3032A2568}" dt="2025-07-19T06:34:40.659" v="1"/>
          <ac:spMkLst>
            <pc:docMk/>
            <pc:sldMk cId="0" sldId="361"/>
            <ac:spMk id="2" creationId="{00000000-0000-0000-0000-000000000000}"/>
          </ac:spMkLst>
        </pc:spChg>
        <pc:spChg chg="mod">
          <ac:chgData name="KIRAN K A" userId="c006811ef3eb6a44" providerId="LiveId" clId="{C6C753D0-C1FD-421B-A4B9-35D3032A2568}" dt="2025-07-19T07:35:07.146" v="418" actId="179"/>
          <ac:spMkLst>
            <pc:docMk/>
            <pc:sldMk cId="0" sldId="361"/>
            <ac:spMk id="3" creationId="{00000000-0000-0000-0000-000000000000}"/>
          </ac:spMkLst>
        </pc:spChg>
      </pc:sldChg>
      <pc:sldChg chg="modSp mod">
        <pc:chgData name="KIRAN K A" userId="c006811ef3eb6a44" providerId="LiveId" clId="{C6C753D0-C1FD-421B-A4B9-35D3032A2568}" dt="2025-07-19T07:35:12.077" v="419" actId="1076"/>
        <pc:sldMkLst>
          <pc:docMk/>
          <pc:sldMk cId="0" sldId="362"/>
        </pc:sldMkLst>
        <pc:spChg chg="mod">
          <ac:chgData name="KIRAN K A" userId="c006811ef3eb6a44" providerId="LiveId" clId="{C6C753D0-C1FD-421B-A4B9-35D3032A2568}" dt="2025-07-19T06:34:40.659" v="1"/>
          <ac:spMkLst>
            <pc:docMk/>
            <pc:sldMk cId="0" sldId="362"/>
            <ac:spMk id="2" creationId="{00000000-0000-0000-0000-000000000000}"/>
          </ac:spMkLst>
        </pc:spChg>
        <pc:spChg chg="mod">
          <ac:chgData name="KIRAN K A" userId="c006811ef3eb6a44" providerId="LiveId" clId="{C6C753D0-C1FD-421B-A4B9-35D3032A2568}" dt="2025-07-19T06:34:40.659" v="1"/>
          <ac:spMkLst>
            <pc:docMk/>
            <pc:sldMk cId="0" sldId="362"/>
            <ac:spMk id="3" creationId="{00000000-0000-0000-0000-000000000000}"/>
          </ac:spMkLst>
        </pc:spChg>
        <pc:picChg chg="mod">
          <ac:chgData name="KIRAN K A" userId="c006811ef3eb6a44" providerId="LiveId" clId="{C6C753D0-C1FD-421B-A4B9-35D3032A2568}" dt="2025-07-19T07:35:12.077" v="419" actId="1076"/>
          <ac:picMkLst>
            <pc:docMk/>
            <pc:sldMk cId="0" sldId="362"/>
            <ac:picMk id="4" creationId="{00000000-0000-0000-0000-000000000000}"/>
          </ac:picMkLst>
        </pc:picChg>
      </pc:sldChg>
      <pc:sldChg chg="modSp mod">
        <pc:chgData name="KIRAN K A" userId="c006811ef3eb6a44" providerId="LiveId" clId="{C6C753D0-C1FD-421B-A4B9-35D3032A2568}" dt="2025-07-19T07:35:20.411" v="422" actId="14100"/>
        <pc:sldMkLst>
          <pc:docMk/>
          <pc:sldMk cId="0" sldId="363"/>
        </pc:sldMkLst>
        <pc:spChg chg="mod">
          <ac:chgData name="KIRAN K A" userId="c006811ef3eb6a44" providerId="LiveId" clId="{C6C753D0-C1FD-421B-A4B9-35D3032A2568}" dt="2025-07-19T06:34:40.659" v="1"/>
          <ac:spMkLst>
            <pc:docMk/>
            <pc:sldMk cId="0" sldId="363"/>
            <ac:spMk id="2" creationId="{00000000-0000-0000-0000-000000000000}"/>
          </ac:spMkLst>
        </pc:spChg>
        <pc:spChg chg="mod">
          <ac:chgData name="KIRAN K A" userId="c006811ef3eb6a44" providerId="LiveId" clId="{C6C753D0-C1FD-421B-A4B9-35D3032A2568}" dt="2025-07-19T06:34:40.659" v="1"/>
          <ac:spMkLst>
            <pc:docMk/>
            <pc:sldMk cId="0" sldId="363"/>
            <ac:spMk id="3" creationId="{00000000-0000-0000-0000-000000000000}"/>
          </ac:spMkLst>
        </pc:spChg>
        <pc:picChg chg="mod">
          <ac:chgData name="KIRAN K A" userId="c006811ef3eb6a44" providerId="LiveId" clId="{C6C753D0-C1FD-421B-A4B9-35D3032A2568}" dt="2025-07-19T07:35:20.411" v="422" actId="14100"/>
          <ac:picMkLst>
            <pc:docMk/>
            <pc:sldMk cId="0" sldId="363"/>
            <ac:picMk id="4" creationId="{00000000-0000-0000-0000-000000000000}"/>
          </ac:picMkLst>
        </pc:picChg>
      </pc:sldChg>
      <pc:sldChg chg="modSp mod">
        <pc:chgData name="KIRAN K A" userId="c006811ef3eb6a44" providerId="LiveId" clId="{C6C753D0-C1FD-421B-A4B9-35D3032A2568}" dt="2025-07-19T07:35:33.017" v="425" actId="179"/>
        <pc:sldMkLst>
          <pc:docMk/>
          <pc:sldMk cId="0" sldId="364"/>
        </pc:sldMkLst>
        <pc:spChg chg="mod">
          <ac:chgData name="KIRAN K A" userId="c006811ef3eb6a44" providerId="LiveId" clId="{C6C753D0-C1FD-421B-A4B9-35D3032A2568}" dt="2025-07-19T06:34:40.659" v="1"/>
          <ac:spMkLst>
            <pc:docMk/>
            <pc:sldMk cId="0" sldId="364"/>
            <ac:spMk id="2" creationId="{00000000-0000-0000-0000-000000000000}"/>
          </ac:spMkLst>
        </pc:spChg>
        <pc:spChg chg="mod">
          <ac:chgData name="KIRAN K A" userId="c006811ef3eb6a44" providerId="LiveId" clId="{C6C753D0-C1FD-421B-A4B9-35D3032A2568}" dt="2025-07-19T07:35:33.017" v="425" actId="179"/>
          <ac:spMkLst>
            <pc:docMk/>
            <pc:sldMk cId="0" sldId="364"/>
            <ac:spMk id="3" creationId="{00000000-0000-0000-0000-000000000000}"/>
          </ac:spMkLst>
        </pc:spChg>
      </pc:sldChg>
      <pc:sldChg chg="modSp mod">
        <pc:chgData name="KIRAN K A" userId="c006811ef3eb6a44" providerId="LiveId" clId="{C6C753D0-C1FD-421B-A4B9-35D3032A2568}" dt="2025-07-19T07:35:45.913" v="427" actId="14100"/>
        <pc:sldMkLst>
          <pc:docMk/>
          <pc:sldMk cId="0" sldId="365"/>
        </pc:sldMkLst>
        <pc:spChg chg="mod">
          <ac:chgData name="KIRAN K A" userId="c006811ef3eb6a44" providerId="LiveId" clId="{C6C753D0-C1FD-421B-A4B9-35D3032A2568}" dt="2025-07-19T06:34:40.659" v="1"/>
          <ac:spMkLst>
            <pc:docMk/>
            <pc:sldMk cId="0" sldId="365"/>
            <ac:spMk id="2" creationId="{00000000-0000-0000-0000-000000000000}"/>
          </ac:spMkLst>
        </pc:spChg>
        <pc:spChg chg="mod">
          <ac:chgData name="KIRAN K A" userId="c006811ef3eb6a44" providerId="LiveId" clId="{C6C753D0-C1FD-421B-A4B9-35D3032A2568}" dt="2025-07-19T06:34:40.659" v="1"/>
          <ac:spMkLst>
            <pc:docMk/>
            <pc:sldMk cId="0" sldId="365"/>
            <ac:spMk id="3" creationId="{00000000-0000-0000-0000-000000000000}"/>
          </ac:spMkLst>
        </pc:spChg>
        <pc:picChg chg="mod">
          <ac:chgData name="KIRAN K A" userId="c006811ef3eb6a44" providerId="LiveId" clId="{C6C753D0-C1FD-421B-A4B9-35D3032A2568}" dt="2025-07-19T07:35:45.913" v="427" actId="14100"/>
          <ac:picMkLst>
            <pc:docMk/>
            <pc:sldMk cId="0" sldId="365"/>
            <ac:picMk id="4" creationId="{00000000-0000-0000-0000-000000000000}"/>
          </ac:picMkLst>
        </pc:picChg>
      </pc:sldChg>
      <pc:sldChg chg="modSp mod">
        <pc:chgData name="KIRAN K A" userId="c006811ef3eb6a44" providerId="LiveId" clId="{C6C753D0-C1FD-421B-A4B9-35D3032A2568}" dt="2025-07-19T07:35:55.506" v="430" actId="179"/>
        <pc:sldMkLst>
          <pc:docMk/>
          <pc:sldMk cId="0" sldId="366"/>
        </pc:sldMkLst>
        <pc:spChg chg="mod">
          <ac:chgData name="KIRAN K A" userId="c006811ef3eb6a44" providerId="LiveId" clId="{C6C753D0-C1FD-421B-A4B9-35D3032A2568}" dt="2025-07-19T06:34:40.659" v="1"/>
          <ac:spMkLst>
            <pc:docMk/>
            <pc:sldMk cId="0" sldId="366"/>
            <ac:spMk id="2" creationId="{00000000-0000-0000-0000-000000000000}"/>
          </ac:spMkLst>
        </pc:spChg>
        <pc:spChg chg="mod">
          <ac:chgData name="KIRAN K A" userId="c006811ef3eb6a44" providerId="LiveId" clId="{C6C753D0-C1FD-421B-A4B9-35D3032A2568}" dt="2025-07-19T07:35:55.506" v="430" actId="179"/>
          <ac:spMkLst>
            <pc:docMk/>
            <pc:sldMk cId="0" sldId="366"/>
            <ac:spMk id="3" creationId="{00000000-0000-0000-0000-000000000000}"/>
          </ac:spMkLst>
        </pc:spChg>
      </pc:sldChg>
      <pc:sldChg chg="modSp mod">
        <pc:chgData name="KIRAN K A" userId="c006811ef3eb6a44" providerId="LiveId" clId="{C6C753D0-C1FD-421B-A4B9-35D3032A2568}" dt="2025-07-19T07:36:01.970" v="431" actId="14100"/>
        <pc:sldMkLst>
          <pc:docMk/>
          <pc:sldMk cId="0" sldId="367"/>
        </pc:sldMkLst>
        <pc:spChg chg="mod">
          <ac:chgData name="KIRAN K A" userId="c006811ef3eb6a44" providerId="LiveId" clId="{C6C753D0-C1FD-421B-A4B9-35D3032A2568}" dt="2025-07-19T06:34:40.659" v="1"/>
          <ac:spMkLst>
            <pc:docMk/>
            <pc:sldMk cId="0" sldId="367"/>
            <ac:spMk id="2" creationId="{00000000-0000-0000-0000-000000000000}"/>
          </ac:spMkLst>
        </pc:spChg>
        <pc:spChg chg="mod">
          <ac:chgData name="KIRAN K A" userId="c006811ef3eb6a44" providerId="LiveId" clId="{C6C753D0-C1FD-421B-A4B9-35D3032A2568}" dt="2025-07-19T06:35:17.524" v="121" actId="27636"/>
          <ac:spMkLst>
            <pc:docMk/>
            <pc:sldMk cId="0" sldId="367"/>
            <ac:spMk id="3" creationId="{00000000-0000-0000-0000-000000000000}"/>
          </ac:spMkLst>
        </pc:spChg>
        <pc:picChg chg="mod">
          <ac:chgData name="KIRAN K A" userId="c006811ef3eb6a44" providerId="LiveId" clId="{C6C753D0-C1FD-421B-A4B9-35D3032A2568}" dt="2025-07-19T07:36:01.970" v="431" actId="14100"/>
          <ac:picMkLst>
            <pc:docMk/>
            <pc:sldMk cId="0" sldId="367"/>
            <ac:picMk id="4" creationId="{00000000-0000-0000-0000-000000000000}"/>
          </ac:picMkLst>
        </pc:picChg>
      </pc:sldChg>
      <pc:sldChg chg="modSp mod">
        <pc:chgData name="KIRAN K A" userId="c006811ef3eb6a44" providerId="LiveId" clId="{C6C753D0-C1FD-421B-A4B9-35D3032A2568}" dt="2025-07-19T07:36:11.792" v="432" actId="179"/>
        <pc:sldMkLst>
          <pc:docMk/>
          <pc:sldMk cId="0" sldId="368"/>
        </pc:sldMkLst>
        <pc:spChg chg="mod">
          <ac:chgData name="KIRAN K A" userId="c006811ef3eb6a44" providerId="LiveId" clId="{C6C753D0-C1FD-421B-A4B9-35D3032A2568}" dt="2025-07-19T06:34:40.659" v="1"/>
          <ac:spMkLst>
            <pc:docMk/>
            <pc:sldMk cId="0" sldId="368"/>
            <ac:spMk id="2" creationId="{00000000-0000-0000-0000-000000000000}"/>
          </ac:spMkLst>
        </pc:spChg>
        <pc:spChg chg="mod">
          <ac:chgData name="KIRAN K A" userId="c006811ef3eb6a44" providerId="LiveId" clId="{C6C753D0-C1FD-421B-A4B9-35D3032A2568}" dt="2025-07-19T07:36:11.792" v="432" actId="179"/>
          <ac:spMkLst>
            <pc:docMk/>
            <pc:sldMk cId="0" sldId="368"/>
            <ac:spMk id="3" creationId="{00000000-0000-0000-0000-000000000000}"/>
          </ac:spMkLst>
        </pc:spChg>
      </pc:sldChg>
      <pc:sldChg chg="modSp mod">
        <pc:chgData name="KIRAN K A" userId="c006811ef3eb6a44" providerId="LiveId" clId="{C6C753D0-C1FD-421B-A4B9-35D3032A2568}" dt="2025-07-19T06:35:17.536" v="123" actId="27636"/>
        <pc:sldMkLst>
          <pc:docMk/>
          <pc:sldMk cId="0" sldId="369"/>
        </pc:sldMkLst>
        <pc:spChg chg="mod">
          <ac:chgData name="KIRAN K A" userId="c006811ef3eb6a44" providerId="LiveId" clId="{C6C753D0-C1FD-421B-A4B9-35D3032A2568}" dt="2025-07-19T06:34:40.659" v="1"/>
          <ac:spMkLst>
            <pc:docMk/>
            <pc:sldMk cId="0" sldId="369"/>
            <ac:spMk id="2" creationId="{00000000-0000-0000-0000-000000000000}"/>
          </ac:spMkLst>
        </pc:spChg>
        <pc:spChg chg="mod">
          <ac:chgData name="KIRAN K A" userId="c006811ef3eb6a44" providerId="LiveId" clId="{C6C753D0-C1FD-421B-A4B9-35D3032A2568}" dt="2025-07-19T06:35:17.536" v="123" actId="27636"/>
          <ac:spMkLst>
            <pc:docMk/>
            <pc:sldMk cId="0" sldId="369"/>
            <ac:spMk id="3" creationId="{00000000-0000-0000-0000-000000000000}"/>
          </ac:spMkLst>
        </pc:spChg>
      </pc:sldChg>
      <pc:sldChg chg="modSp mod">
        <pc:chgData name="KIRAN K A" userId="c006811ef3eb6a44" providerId="LiveId" clId="{C6C753D0-C1FD-421B-A4B9-35D3032A2568}" dt="2025-07-19T07:36:20.644" v="433" actId="179"/>
        <pc:sldMkLst>
          <pc:docMk/>
          <pc:sldMk cId="0" sldId="370"/>
        </pc:sldMkLst>
        <pc:spChg chg="mod">
          <ac:chgData name="KIRAN K A" userId="c006811ef3eb6a44" providerId="LiveId" clId="{C6C753D0-C1FD-421B-A4B9-35D3032A2568}" dt="2025-07-19T06:34:40.659" v="1"/>
          <ac:spMkLst>
            <pc:docMk/>
            <pc:sldMk cId="0" sldId="370"/>
            <ac:spMk id="2" creationId="{00000000-0000-0000-0000-000000000000}"/>
          </ac:spMkLst>
        </pc:spChg>
        <pc:spChg chg="mod">
          <ac:chgData name="KIRAN K A" userId="c006811ef3eb6a44" providerId="LiveId" clId="{C6C753D0-C1FD-421B-A4B9-35D3032A2568}" dt="2025-07-19T07:36:20.644" v="433" actId="179"/>
          <ac:spMkLst>
            <pc:docMk/>
            <pc:sldMk cId="0" sldId="370"/>
            <ac:spMk id="3" creationId="{00000000-0000-0000-0000-000000000000}"/>
          </ac:spMkLst>
        </pc:spChg>
      </pc:sldChg>
      <pc:sldChg chg="modSp">
        <pc:chgData name="KIRAN K A" userId="c006811ef3eb6a44" providerId="LiveId" clId="{C6C753D0-C1FD-421B-A4B9-35D3032A2568}" dt="2025-07-19T06:34:40.659" v="1"/>
        <pc:sldMkLst>
          <pc:docMk/>
          <pc:sldMk cId="0" sldId="371"/>
        </pc:sldMkLst>
        <pc:spChg chg="mod">
          <ac:chgData name="KIRAN K A" userId="c006811ef3eb6a44" providerId="LiveId" clId="{C6C753D0-C1FD-421B-A4B9-35D3032A2568}" dt="2025-07-19T06:34:40.659" v="1"/>
          <ac:spMkLst>
            <pc:docMk/>
            <pc:sldMk cId="0" sldId="371"/>
            <ac:spMk id="2" creationId="{00000000-0000-0000-0000-000000000000}"/>
          </ac:spMkLst>
        </pc:spChg>
        <pc:spChg chg="mod">
          <ac:chgData name="KIRAN K A" userId="c006811ef3eb6a44" providerId="LiveId" clId="{C6C753D0-C1FD-421B-A4B9-35D3032A2568}" dt="2025-07-19T06:34:40.659" v="1"/>
          <ac:spMkLst>
            <pc:docMk/>
            <pc:sldMk cId="0" sldId="371"/>
            <ac:spMk id="3" creationId="{00000000-0000-0000-0000-000000000000}"/>
          </ac:spMkLst>
        </pc:spChg>
      </pc:sldChg>
      <pc:sldChg chg="modSp mod">
        <pc:chgData name="KIRAN K A" userId="c006811ef3eb6a44" providerId="LiveId" clId="{C6C753D0-C1FD-421B-A4B9-35D3032A2568}" dt="2025-07-19T07:36:27.904" v="434" actId="179"/>
        <pc:sldMkLst>
          <pc:docMk/>
          <pc:sldMk cId="0" sldId="372"/>
        </pc:sldMkLst>
        <pc:spChg chg="mod">
          <ac:chgData name="KIRAN K A" userId="c006811ef3eb6a44" providerId="LiveId" clId="{C6C753D0-C1FD-421B-A4B9-35D3032A2568}" dt="2025-07-19T06:34:40.659" v="1"/>
          <ac:spMkLst>
            <pc:docMk/>
            <pc:sldMk cId="0" sldId="372"/>
            <ac:spMk id="2" creationId="{00000000-0000-0000-0000-000000000000}"/>
          </ac:spMkLst>
        </pc:spChg>
        <pc:spChg chg="mod">
          <ac:chgData name="KIRAN K A" userId="c006811ef3eb6a44" providerId="LiveId" clId="{C6C753D0-C1FD-421B-A4B9-35D3032A2568}" dt="2025-07-19T07:36:27.904" v="434" actId="179"/>
          <ac:spMkLst>
            <pc:docMk/>
            <pc:sldMk cId="0" sldId="372"/>
            <ac:spMk id="3" creationId="{00000000-0000-0000-0000-000000000000}"/>
          </ac:spMkLst>
        </pc:spChg>
      </pc:sldChg>
      <pc:sldChg chg="modSp mod">
        <pc:chgData name="KIRAN K A" userId="c006811ef3eb6a44" providerId="LiveId" clId="{C6C753D0-C1FD-421B-A4B9-35D3032A2568}" dt="2025-07-19T07:36:33.425" v="435" actId="1076"/>
        <pc:sldMkLst>
          <pc:docMk/>
          <pc:sldMk cId="0" sldId="373"/>
        </pc:sldMkLst>
        <pc:spChg chg="mod">
          <ac:chgData name="KIRAN K A" userId="c006811ef3eb6a44" providerId="LiveId" clId="{C6C753D0-C1FD-421B-A4B9-35D3032A2568}" dt="2025-07-19T06:34:40.659" v="1"/>
          <ac:spMkLst>
            <pc:docMk/>
            <pc:sldMk cId="0" sldId="373"/>
            <ac:spMk id="2" creationId="{00000000-0000-0000-0000-000000000000}"/>
          </ac:spMkLst>
        </pc:spChg>
        <pc:spChg chg="mod">
          <ac:chgData name="KIRAN K A" userId="c006811ef3eb6a44" providerId="LiveId" clId="{C6C753D0-C1FD-421B-A4B9-35D3032A2568}" dt="2025-07-19T06:34:40.659" v="1"/>
          <ac:spMkLst>
            <pc:docMk/>
            <pc:sldMk cId="0" sldId="373"/>
            <ac:spMk id="3" creationId="{00000000-0000-0000-0000-000000000000}"/>
          </ac:spMkLst>
        </pc:spChg>
        <pc:graphicFrameChg chg="mod">
          <ac:chgData name="KIRAN K A" userId="c006811ef3eb6a44" providerId="LiveId" clId="{C6C753D0-C1FD-421B-A4B9-35D3032A2568}" dt="2025-07-19T07:36:33.425" v="435" actId="1076"/>
          <ac:graphicFrameMkLst>
            <pc:docMk/>
            <pc:sldMk cId="0" sldId="373"/>
            <ac:graphicFrameMk id="5" creationId="{00000000-0000-0000-0000-000000000000}"/>
          </ac:graphicFrameMkLst>
        </pc:graphicFrameChg>
      </pc:sldChg>
      <pc:sldChg chg="modSp mod">
        <pc:chgData name="KIRAN K A" userId="c006811ef3eb6a44" providerId="LiveId" clId="{C6C753D0-C1FD-421B-A4B9-35D3032A2568}" dt="2025-07-19T06:35:17.557" v="125" actId="27636"/>
        <pc:sldMkLst>
          <pc:docMk/>
          <pc:sldMk cId="0" sldId="374"/>
        </pc:sldMkLst>
        <pc:spChg chg="mod">
          <ac:chgData name="KIRAN K A" userId="c006811ef3eb6a44" providerId="LiveId" clId="{C6C753D0-C1FD-421B-A4B9-35D3032A2568}" dt="2025-07-19T06:34:40.659" v="1"/>
          <ac:spMkLst>
            <pc:docMk/>
            <pc:sldMk cId="0" sldId="374"/>
            <ac:spMk id="2" creationId="{00000000-0000-0000-0000-000000000000}"/>
          </ac:spMkLst>
        </pc:spChg>
        <pc:spChg chg="mod">
          <ac:chgData name="KIRAN K A" userId="c006811ef3eb6a44" providerId="LiveId" clId="{C6C753D0-C1FD-421B-A4B9-35D3032A2568}" dt="2025-07-19T06:35:17.557" v="125" actId="27636"/>
          <ac:spMkLst>
            <pc:docMk/>
            <pc:sldMk cId="0" sldId="374"/>
            <ac:spMk id="3" creationId="{00000000-0000-0000-0000-000000000000}"/>
          </ac:spMkLst>
        </pc:spChg>
      </pc:sldChg>
      <pc:sldChg chg="modSp mod">
        <pc:chgData name="KIRAN K A" userId="c006811ef3eb6a44" providerId="LiveId" clId="{C6C753D0-C1FD-421B-A4B9-35D3032A2568}" dt="2025-07-19T07:36:39.509" v="436" actId="1076"/>
        <pc:sldMkLst>
          <pc:docMk/>
          <pc:sldMk cId="0" sldId="375"/>
        </pc:sldMkLst>
        <pc:spChg chg="mod">
          <ac:chgData name="KIRAN K A" userId="c006811ef3eb6a44" providerId="LiveId" clId="{C6C753D0-C1FD-421B-A4B9-35D3032A2568}" dt="2025-07-19T06:34:40.659" v="1"/>
          <ac:spMkLst>
            <pc:docMk/>
            <pc:sldMk cId="0" sldId="375"/>
            <ac:spMk id="2" creationId="{00000000-0000-0000-0000-000000000000}"/>
          </ac:spMkLst>
        </pc:spChg>
        <pc:spChg chg="mod">
          <ac:chgData name="KIRAN K A" userId="c006811ef3eb6a44" providerId="LiveId" clId="{C6C753D0-C1FD-421B-A4B9-35D3032A2568}" dt="2025-07-19T06:34:40.659" v="1"/>
          <ac:spMkLst>
            <pc:docMk/>
            <pc:sldMk cId="0" sldId="375"/>
            <ac:spMk id="3" creationId="{00000000-0000-0000-0000-000000000000}"/>
          </ac:spMkLst>
        </pc:spChg>
        <pc:graphicFrameChg chg="mod">
          <ac:chgData name="KIRAN K A" userId="c006811ef3eb6a44" providerId="LiveId" clId="{C6C753D0-C1FD-421B-A4B9-35D3032A2568}" dt="2025-07-19T07:36:39.509" v="436" actId="1076"/>
          <ac:graphicFrameMkLst>
            <pc:docMk/>
            <pc:sldMk cId="0" sldId="375"/>
            <ac:graphicFrameMk id="4" creationId="{00000000-0000-0000-0000-000000000000}"/>
          </ac:graphicFrameMkLst>
        </pc:graphicFrameChg>
      </pc:sldChg>
      <pc:sldChg chg="modSp mod">
        <pc:chgData name="KIRAN K A" userId="c006811ef3eb6a44" providerId="LiveId" clId="{C6C753D0-C1FD-421B-A4B9-35D3032A2568}" dt="2025-07-19T07:36:47.010" v="438" actId="1076"/>
        <pc:sldMkLst>
          <pc:docMk/>
          <pc:sldMk cId="0" sldId="376"/>
        </pc:sldMkLst>
        <pc:spChg chg="mod">
          <ac:chgData name="KIRAN K A" userId="c006811ef3eb6a44" providerId="LiveId" clId="{C6C753D0-C1FD-421B-A4B9-35D3032A2568}" dt="2025-07-19T06:34:40.659" v="1"/>
          <ac:spMkLst>
            <pc:docMk/>
            <pc:sldMk cId="0" sldId="376"/>
            <ac:spMk id="2" creationId="{00000000-0000-0000-0000-000000000000}"/>
          </ac:spMkLst>
        </pc:spChg>
        <pc:spChg chg="mod">
          <ac:chgData name="KIRAN K A" userId="c006811ef3eb6a44" providerId="LiveId" clId="{C6C753D0-C1FD-421B-A4B9-35D3032A2568}" dt="2025-07-19T07:36:44.591" v="437" actId="1076"/>
          <ac:spMkLst>
            <pc:docMk/>
            <pc:sldMk cId="0" sldId="376"/>
            <ac:spMk id="3" creationId="{00000000-0000-0000-0000-000000000000}"/>
          </ac:spMkLst>
        </pc:spChg>
        <pc:spChg chg="mod">
          <ac:chgData name="KIRAN K A" userId="c006811ef3eb6a44" providerId="LiveId" clId="{C6C753D0-C1FD-421B-A4B9-35D3032A2568}" dt="2025-07-19T07:36:47.010" v="438" actId="1076"/>
          <ac:spMkLst>
            <pc:docMk/>
            <pc:sldMk cId="0" sldId="376"/>
            <ac:spMk id="4" creationId="{00000000-0000-0000-0000-000000000000}"/>
          </ac:spMkLst>
        </pc:spChg>
      </pc:sldChg>
      <pc:sldChg chg="modSp mod">
        <pc:chgData name="KIRAN K A" userId="c006811ef3eb6a44" providerId="LiveId" clId="{C6C753D0-C1FD-421B-A4B9-35D3032A2568}" dt="2025-07-19T07:36:56.081" v="440" actId="14100"/>
        <pc:sldMkLst>
          <pc:docMk/>
          <pc:sldMk cId="3556808614" sldId="377"/>
        </pc:sldMkLst>
        <pc:spChg chg="mod">
          <ac:chgData name="KIRAN K A" userId="c006811ef3eb6a44" providerId="LiveId" clId="{C6C753D0-C1FD-421B-A4B9-35D3032A2568}" dt="2025-07-19T07:17:53.217" v="356" actId="207"/>
          <ac:spMkLst>
            <pc:docMk/>
            <pc:sldMk cId="3556808614" sldId="377"/>
            <ac:spMk id="2" creationId="{F18DE29B-3A49-F5E2-2CF8-DEF2BE24E810}"/>
          </ac:spMkLst>
        </pc:spChg>
        <pc:spChg chg="mod">
          <ac:chgData name="KIRAN K A" userId="c006811ef3eb6a44" providerId="LiveId" clId="{C6C753D0-C1FD-421B-A4B9-35D3032A2568}" dt="2025-07-19T07:36:56.081" v="440" actId="14100"/>
          <ac:spMkLst>
            <pc:docMk/>
            <pc:sldMk cId="3556808614" sldId="377"/>
            <ac:spMk id="3" creationId="{119D3C3A-2685-F87A-1E7A-FB0AF1CFA234}"/>
          </ac:spMkLst>
        </pc:spChg>
      </pc:sldChg>
      <pc:sldChg chg="modSp mod">
        <pc:chgData name="KIRAN K A" userId="c006811ef3eb6a44" providerId="LiveId" clId="{C6C753D0-C1FD-421B-A4B9-35D3032A2568}" dt="2025-07-19T07:17:50.447" v="355" actId="207"/>
        <pc:sldMkLst>
          <pc:docMk/>
          <pc:sldMk cId="4146441221" sldId="378"/>
        </pc:sldMkLst>
        <pc:spChg chg="mod">
          <ac:chgData name="KIRAN K A" userId="c006811ef3eb6a44" providerId="LiveId" clId="{C6C753D0-C1FD-421B-A4B9-35D3032A2568}" dt="2025-07-19T07:17:50.447" v="355" actId="207"/>
          <ac:spMkLst>
            <pc:docMk/>
            <pc:sldMk cId="4146441221" sldId="378"/>
            <ac:spMk id="2" creationId="{1051BFA0-D102-EEA5-778D-37BCAB6BA2E1}"/>
          </ac:spMkLst>
        </pc:spChg>
        <pc:spChg chg="mod">
          <ac:chgData name="KIRAN K A" userId="c006811ef3eb6a44" providerId="LiveId" clId="{C6C753D0-C1FD-421B-A4B9-35D3032A2568}" dt="2025-07-19T06:34:40.659" v="1"/>
          <ac:spMkLst>
            <pc:docMk/>
            <pc:sldMk cId="4146441221" sldId="378"/>
            <ac:spMk id="3" creationId="{C17BD06B-85E2-864A-2F4C-2025B6248F14}"/>
          </ac:spMkLst>
        </pc:spChg>
      </pc:sldChg>
      <pc:sldChg chg="modSp mod">
        <pc:chgData name="KIRAN K A" userId="c006811ef3eb6a44" providerId="LiveId" clId="{C6C753D0-C1FD-421B-A4B9-35D3032A2568}" dt="2025-07-19T07:17:46.073" v="354" actId="207"/>
        <pc:sldMkLst>
          <pc:docMk/>
          <pc:sldMk cId="1109165616" sldId="379"/>
        </pc:sldMkLst>
        <pc:spChg chg="mod">
          <ac:chgData name="KIRAN K A" userId="c006811ef3eb6a44" providerId="LiveId" clId="{C6C753D0-C1FD-421B-A4B9-35D3032A2568}" dt="2025-07-19T07:17:46.073" v="354" actId="207"/>
          <ac:spMkLst>
            <pc:docMk/>
            <pc:sldMk cId="1109165616" sldId="379"/>
            <ac:spMk id="2" creationId="{6E527F91-DCBC-22D7-637F-FA94AD46F761}"/>
          </ac:spMkLst>
        </pc:spChg>
        <pc:spChg chg="mod">
          <ac:chgData name="KIRAN K A" userId="c006811ef3eb6a44" providerId="LiveId" clId="{C6C753D0-C1FD-421B-A4B9-35D3032A2568}" dt="2025-07-19T06:34:40.659" v="1"/>
          <ac:spMkLst>
            <pc:docMk/>
            <pc:sldMk cId="1109165616" sldId="379"/>
            <ac:spMk id="3" creationId="{12F1CAEF-7EC9-F595-7708-A847E8023DC9}"/>
          </ac:spMkLst>
        </pc:spChg>
      </pc:sldChg>
      <pc:sldChg chg="modSp mod">
        <pc:chgData name="KIRAN K A" userId="c006811ef3eb6a44" providerId="LiveId" clId="{C6C753D0-C1FD-421B-A4B9-35D3032A2568}" dt="2025-07-19T07:37:05.481" v="442" actId="207"/>
        <pc:sldMkLst>
          <pc:docMk/>
          <pc:sldMk cId="799707368" sldId="380"/>
        </pc:sldMkLst>
        <pc:spChg chg="mod">
          <ac:chgData name="KIRAN K A" userId="c006811ef3eb6a44" providerId="LiveId" clId="{C6C753D0-C1FD-421B-A4B9-35D3032A2568}" dt="2025-07-19T07:37:05.481" v="442" actId="207"/>
          <ac:spMkLst>
            <pc:docMk/>
            <pc:sldMk cId="799707368" sldId="380"/>
            <ac:spMk id="2" creationId="{AA831E4A-9F37-D0AA-2987-275B41A06C8F}"/>
          </ac:spMkLst>
        </pc:spChg>
        <pc:graphicFrameChg chg="mod">
          <ac:chgData name="KIRAN K A" userId="c006811ef3eb6a44" providerId="LiveId" clId="{C6C753D0-C1FD-421B-A4B9-35D3032A2568}" dt="2025-07-19T07:37:03.063" v="441" actId="1076"/>
          <ac:graphicFrameMkLst>
            <pc:docMk/>
            <pc:sldMk cId="799707368" sldId="380"/>
            <ac:graphicFrameMk id="8" creationId="{B803D50D-D474-67D2-1911-DBE79C709F4B}"/>
          </ac:graphicFrameMkLst>
        </pc:graphicFrameChg>
      </pc:sldChg>
      <pc:sldChg chg="modSp mod">
        <pc:chgData name="KIRAN K A" userId="c006811ef3eb6a44" providerId="LiveId" clId="{C6C753D0-C1FD-421B-A4B9-35D3032A2568}" dt="2025-07-19T07:37:16.378" v="445" actId="1076"/>
        <pc:sldMkLst>
          <pc:docMk/>
          <pc:sldMk cId="2383772403" sldId="381"/>
        </pc:sldMkLst>
        <pc:spChg chg="mod">
          <ac:chgData name="KIRAN K A" userId="c006811ef3eb6a44" providerId="LiveId" clId="{C6C753D0-C1FD-421B-A4B9-35D3032A2568}" dt="2025-07-19T07:37:09.579" v="443" actId="207"/>
          <ac:spMkLst>
            <pc:docMk/>
            <pc:sldMk cId="2383772403" sldId="381"/>
            <ac:spMk id="2" creationId="{05500212-5C20-A0A8-0D7A-D7C397ABFC52}"/>
          </ac:spMkLst>
        </pc:spChg>
        <pc:spChg chg="mod">
          <ac:chgData name="KIRAN K A" userId="c006811ef3eb6a44" providerId="LiveId" clId="{C6C753D0-C1FD-421B-A4B9-35D3032A2568}" dt="2025-07-19T07:37:13.283" v="444" actId="1076"/>
          <ac:spMkLst>
            <pc:docMk/>
            <pc:sldMk cId="2383772403" sldId="381"/>
            <ac:spMk id="3" creationId="{A5D3C205-731F-E665-3B1A-B95033F0D6AB}"/>
          </ac:spMkLst>
        </pc:spChg>
        <pc:spChg chg="mod">
          <ac:chgData name="KIRAN K A" userId="c006811ef3eb6a44" providerId="LiveId" clId="{C6C753D0-C1FD-421B-A4B9-35D3032A2568}" dt="2025-07-19T07:37:16.378" v="445" actId="1076"/>
          <ac:spMkLst>
            <pc:docMk/>
            <pc:sldMk cId="2383772403" sldId="381"/>
            <ac:spMk id="4" creationId="{4E48CB6C-3D51-4546-48FB-491E14D27862}"/>
          </ac:spMkLst>
        </pc:spChg>
      </pc:sldChg>
      <pc:sldChg chg="modSp mod">
        <pc:chgData name="KIRAN K A" userId="c006811ef3eb6a44" providerId="LiveId" clId="{C6C753D0-C1FD-421B-A4B9-35D3032A2568}" dt="2025-07-19T07:37:28.714" v="448" actId="207"/>
        <pc:sldMkLst>
          <pc:docMk/>
          <pc:sldMk cId="3892559024" sldId="382"/>
        </pc:sldMkLst>
        <pc:spChg chg="mod">
          <ac:chgData name="KIRAN K A" userId="c006811ef3eb6a44" providerId="LiveId" clId="{C6C753D0-C1FD-421B-A4B9-35D3032A2568}" dt="2025-07-19T07:37:28.714" v="448" actId="207"/>
          <ac:spMkLst>
            <pc:docMk/>
            <pc:sldMk cId="3892559024" sldId="382"/>
            <ac:spMk id="2" creationId="{E5850669-BCC3-7AEE-F6D9-E4066710CBCF}"/>
          </ac:spMkLst>
        </pc:spChg>
        <pc:spChg chg="mod">
          <ac:chgData name="KIRAN K A" userId="c006811ef3eb6a44" providerId="LiveId" clId="{C6C753D0-C1FD-421B-A4B9-35D3032A2568}" dt="2025-07-19T07:37:21.842" v="446" actId="1076"/>
          <ac:spMkLst>
            <pc:docMk/>
            <pc:sldMk cId="3892559024" sldId="382"/>
            <ac:spMk id="3" creationId="{09A0EFBE-9EC9-9E11-5C70-B4CD41EEC8A0}"/>
          </ac:spMkLst>
        </pc:spChg>
        <pc:spChg chg="mod">
          <ac:chgData name="KIRAN K A" userId="c006811ef3eb6a44" providerId="LiveId" clId="{C6C753D0-C1FD-421B-A4B9-35D3032A2568}" dt="2025-07-19T07:37:24.441" v="447" actId="1076"/>
          <ac:spMkLst>
            <pc:docMk/>
            <pc:sldMk cId="3892559024" sldId="382"/>
            <ac:spMk id="4" creationId="{A4B93469-4F28-B668-B04E-BE57266340CE}"/>
          </ac:spMkLst>
        </pc:spChg>
      </pc:sldChg>
      <pc:sldChg chg="modSp mod">
        <pc:chgData name="KIRAN K A" userId="c006811ef3eb6a44" providerId="LiveId" clId="{C6C753D0-C1FD-421B-A4B9-35D3032A2568}" dt="2025-07-19T06:35:17.571" v="126" actId="27636"/>
        <pc:sldMkLst>
          <pc:docMk/>
          <pc:sldMk cId="1449914180" sldId="383"/>
        </pc:sldMkLst>
        <pc:spChg chg="mod">
          <ac:chgData name="KIRAN K A" userId="c006811ef3eb6a44" providerId="LiveId" clId="{C6C753D0-C1FD-421B-A4B9-35D3032A2568}" dt="2025-07-19T06:34:40.659" v="1"/>
          <ac:spMkLst>
            <pc:docMk/>
            <pc:sldMk cId="1449914180" sldId="383"/>
            <ac:spMk id="2" creationId="{FAF06250-5610-73D7-5B1E-FF996C2A5A2C}"/>
          </ac:spMkLst>
        </pc:spChg>
        <pc:spChg chg="mod">
          <ac:chgData name="KIRAN K A" userId="c006811ef3eb6a44" providerId="LiveId" clId="{C6C753D0-C1FD-421B-A4B9-35D3032A2568}" dt="2025-07-19T06:35:17.571" v="126" actId="27636"/>
          <ac:spMkLst>
            <pc:docMk/>
            <pc:sldMk cId="1449914180" sldId="383"/>
            <ac:spMk id="3" creationId="{67AFDED7-F146-7832-BBEB-9351758CE35E}"/>
          </ac:spMkLst>
        </pc:spChg>
      </pc:sldChg>
      <pc:sldChg chg="modSp mod">
        <pc:chgData name="KIRAN K A" userId="c006811ef3eb6a44" providerId="LiveId" clId="{C6C753D0-C1FD-421B-A4B9-35D3032A2568}" dt="2025-07-19T07:37:44.626" v="450" actId="14100"/>
        <pc:sldMkLst>
          <pc:docMk/>
          <pc:sldMk cId="2768764381" sldId="384"/>
        </pc:sldMkLst>
        <pc:spChg chg="mod">
          <ac:chgData name="KIRAN K A" userId="c006811ef3eb6a44" providerId="LiveId" clId="{C6C753D0-C1FD-421B-A4B9-35D3032A2568}" dt="2025-07-19T07:37:34.827" v="449" actId="207"/>
          <ac:spMkLst>
            <pc:docMk/>
            <pc:sldMk cId="2768764381" sldId="384"/>
            <ac:spMk id="2" creationId="{63825DD4-4C09-C909-685B-1D18078CE694}"/>
          </ac:spMkLst>
        </pc:spChg>
        <pc:spChg chg="mod">
          <ac:chgData name="KIRAN K A" userId="c006811ef3eb6a44" providerId="LiveId" clId="{C6C753D0-C1FD-421B-A4B9-35D3032A2568}" dt="2025-07-19T06:34:40.659" v="1"/>
          <ac:spMkLst>
            <pc:docMk/>
            <pc:sldMk cId="2768764381" sldId="384"/>
            <ac:spMk id="3" creationId="{B2A1AF0E-15E8-F94B-F538-493928DCC889}"/>
          </ac:spMkLst>
        </pc:spChg>
        <pc:spChg chg="mod">
          <ac:chgData name="KIRAN K A" userId="c006811ef3eb6a44" providerId="LiveId" clId="{C6C753D0-C1FD-421B-A4B9-35D3032A2568}" dt="2025-07-19T07:37:44.626" v="450" actId="14100"/>
          <ac:spMkLst>
            <pc:docMk/>
            <pc:sldMk cId="2768764381" sldId="384"/>
            <ac:spMk id="6" creationId="{6482EF8E-C61A-3646-635D-3CA8565B2EC2}"/>
          </ac:spMkLst>
        </pc:spChg>
      </pc:sldChg>
      <pc:sldChg chg="modSp mod">
        <pc:chgData name="KIRAN K A" userId="c006811ef3eb6a44" providerId="LiveId" clId="{C6C753D0-C1FD-421B-A4B9-35D3032A2568}" dt="2025-07-19T07:38:09.547" v="454" actId="179"/>
        <pc:sldMkLst>
          <pc:docMk/>
          <pc:sldMk cId="2440279136" sldId="386"/>
        </pc:sldMkLst>
        <pc:spChg chg="mod">
          <ac:chgData name="KIRAN K A" userId="c006811ef3eb6a44" providerId="LiveId" clId="{C6C753D0-C1FD-421B-A4B9-35D3032A2568}" dt="2025-07-19T07:38:02.202" v="451" actId="207"/>
          <ac:spMkLst>
            <pc:docMk/>
            <pc:sldMk cId="2440279136" sldId="386"/>
            <ac:spMk id="2" creationId="{9CCF2821-A24C-3A5E-D6AE-17F22DDD929B}"/>
          </ac:spMkLst>
        </pc:spChg>
        <pc:spChg chg="mod">
          <ac:chgData name="KIRAN K A" userId="c006811ef3eb6a44" providerId="LiveId" clId="{C6C753D0-C1FD-421B-A4B9-35D3032A2568}" dt="2025-07-19T07:38:09.547" v="454" actId="179"/>
          <ac:spMkLst>
            <pc:docMk/>
            <pc:sldMk cId="2440279136" sldId="386"/>
            <ac:spMk id="3" creationId="{9648B1C2-1EF0-233E-AFBD-FD686AB164BF}"/>
          </ac:spMkLst>
        </pc:spChg>
      </pc:sldChg>
      <pc:sldChg chg="modSp mod">
        <pc:chgData name="KIRAN K A" userId="c006811ef3eb6a44" providerId="LiveId" clId="{C6C753D0-C1FD-421B-A4B9-35D3032A2568}" dt="2025-07-19T07:38:25.245" v="458" actId="207"/>
        <pc:sldMkLst>
          <pc:docMk/>
          <pc:sldMk cId="2112241477" sldId="387"/>
        </pc:sldMkLst>
        <pc:spChg chg="mod">
          <ac:chgData name="KIRAN K A" userId="c006811ef3eb6a44" providerId="LiveId" clId="{C6C753D0-C1FD-421B-A4B9-35D3032A2568}" dt="2025-07-19T07:38:25.245" v="458" actId="207"/>
          <ac:spMkLst>
            <pc:docMk/>
            <pc:sldMk cId="2112241477" sldId="387"/>
            <ac:spMk id="2" creationId="{3DA54C06-D0CA-1DBD-AD6A-C7C4FAAA0C15}"/>
          </ac:spMkLst>
        </pc:spChg>
        <pc:spChg chg="mod">
          <ac:chgData name="KIRAN K A" userId="c006811ef3eb6a44" providerId="LiveId" clId="{C6C753D0-C1FD-421B-A4B9-35D3032A2568}" dt="2025-07-19T07:38:14.335" v="455" actId="1076"/>
          <ac:spMkLst>
            <pc:docMk/>
            <pc:sldMk cId="2112241477" sldId="387"/>
            <ac:spMk id="3" creationId="{EF56EBCD-FCCB-0A58-C446-1BFDC7452E32}"/>
          </ac:spMkLst>
        </pc:spChg>
        <pc:spChg chg="mod">
          <ac:chgData name="KIRAN K A" userId="c006811ef3eb6a44" providerId="LiveId" clId="{C6C753D0-C1FD-421B-A4B9-35D3032A2568}" dt="2025-07-19T07:38:20.480" v="457" actId="1076"/>
          <ac:spMkLst>
            <pc:docMk/>
            <pc:sldMk cId="2112241477" sldId="387"/>
            <ac:spMk id="4" creationId="{999BB0DD-EA79-3BAA-4046-F5D1E52E064E}"/>
          </ac:spMkLst>
        </pc:spChg>
      </pc:sldChg>
      <pc:sldChg chg="modSp mod">
        <pc:chgData name="KIRAN K A" userId="c006811ef3eb6a44" providerId="LiveId" clId="{C6C753D0-C1FD-421B-A4B9-35D3032A2568}" dt="2025-07-19T07:38:29.558" v="459" actId="207"/>
        <pc:sldMkLst>
          <pc:docMk/>
          <pc:sldMk cId="2816200951" sldId="388"/>
        </pc:sldMkLst>
        <pc:spChg chg="mod">
          <ac:chgData name="KIRAN K A" userId="c006811ef3eb6a44" providerId="LiveId" clId="{C6C753D0-C1FD-421B-A4B9-35D3032A2568}" dt="2025-07-19T07:38:29.558" v="459" actId="207"/>
          <ac:spMkLst>
            <pc:docMk/>
            <pc:sldMk cId="2816200951" sldId="388"/>
            <ac:spMk id="2" creationId="{49FE9AE4-4BD1-682A-D87B-469F1A0F569D}"/>
          </ac:spMkLst>
        </pc:spChg>
        <pc:spChg chg="mod">
          <ac:chgData name="KIRAN K A" userId="c006811ef3eb6a44" providerId="LiveId" clId="{C6C753D0-C1FD-421B-A4B9-35D3032A2568}" dt="2025-07-19T06:34:40.659" v="1"/>
          <ac:spMkLst>
            <pc:docMk/>
            <pc:sldMk cId="2816200951" sldId="388"/>
            <ac:spMk id="3" creationId="{2E6E5F25-C80A-4482-FF06-709F6D28F0DC}"/>
          </ac:spMkLst>
        </pc:spChg>
      </pc:sldChg>
      <pc:sldChg chg="modSp mod">
        <pc:chgData name="KIRAN K A" userId="c006811ef3eb6a44" providerId="LiveId" clId="{C6C753D0-C1FD-421B-A4B9-35D3032A2568}" dt="2025-07-19T07:38:35.821" v="460" actId="207"/>
        <pc:sldMkLst>
          <pc:docMk/>
          <pc:sldMk cId="3785905938" sldId="389"/>
        </pc:sldMkLst>
        <pc:spChg chg="mod">
          <ac:chgData name="KIRAN K A" userId="c006811ef3eb6a44" providerId="LiveId" clId="{C6C753D0-C1FD-421B-A4B9-35D3032A2568}" dt="2025-07-19T07:38:35.821" v="460" actId="207"/>
          <ac:spMkLst>
            <pc:docMk/>
            <pc:sldMk cId="3785905938" sldId="389"/>
            <ac:spMk id="2" creationId="{D3123CAD-C895-9AD1-EC8D-9B46FF29D075}"/>
          </ac:spMkLst>
        </pc:spChg>
        <pc:spChg chg="mod">
          <ac:chgData name="KIRAN K A" userId="c006811ef3eb6a44" providerId="LiveId" clId="{C6C753D0-C1FD-421B-A4B9-35D3032A2568}" dt="2025-07-19T06:35:17.587" v="127" actId="27636"/>
          <ac:spMkLst>
            <pc:docMk/>
            <pc:sldMk cId="3785905938" sldId="389"/>
            <ac:spMk id="3" creationId="{77F13449-D187-7BE6-E611-83ABA8A26BCE}"/>
          </ac:spMkLst>
        </pc:spChg>
      </pc:sldChg>
      <pc:sldChg chg="modSp mod">
        <pc:chgData name="KIRAN K A" userId="c006811ef3eb6a44" providerId="LiveId" clId="{C6C753D0-C1FD-421B-A4B9-35D3032A2568}" dt="2025-07-19T07:38:39.879" v="461" actId="207"/>
        <pc:sldMkLst>
          <pc:docMk/>
          <pc:sldMk cId="3140728996" sldId="390"/>
        </pc:sldMkLst>
        <pc:spChg chg="mod">
          <ac:chgData name="KIRAN K A" userId="c006811ef3eb6a44" providerId="LiveId" clId="{C6C753D0-C1FD-421B-A4B9-35D3032A2568}" dt="2025-07-19T07:38:39.879" v="461" actId="207"/>
          <ac:spMkLst>
            <pc:docMk/>
            <pc:sldMk cId="3140728996" sldId="390"/>
            <ac:spMk id="2" creationId="{E590D6EF-A6D5-9101-5DF6-2D3F7E5D84DD}"/>
          </ac:spMkLst>
        </pc:spChg>
        <pc:spChg chg="mod">
          <ac:chgData name="KIRAN K A" userId="c006811ef3eb6a44" providerId="LiveId" clId="{C6C753D0-C1FD-421B-A4B9-35D3032A2568}" dt="2025-07-19T06:34:40.659" v="1"/>
          <ac:spMkLst>
            <pc:docMk/>
            <pc:sldMk cId="3140728996" sldId="390"/>
            <ac:spMk id="3" creationId="{4C549D54-3D24-BBE7-3A43-ECEADA931C72}"/>
          </ac:spMkLst>
        </pc:spChg>
      </pc:sldChg>
      <pc:sldChg chg="modSp mod">
        <pc:chgData name="KIRAN K A" userId="c006811ef3eb6a44" providerId="LiveId" clId="{C6C753D0-C1FD-421B-A4B9-35D3032A2568}" dt="2025-07-19T07:38:45.204" v="462" actId="207"/>
        <pc:sldMkLst>
          <pc:docMk/>
          <pc:sldMk cId="3266610848" sldId="391"/>
        </pc:sldMkLst>
        <pc:spChg chg="mod">
          <ac:chgData name="KIRAN K A" userId="c006811ef3eb6a44" providerId="LiveId" clId="{C6C753D0-C1FD-421B-A4B9-35D3032A2568}" dt="2025-07-19T07:38:45.204" v="462" actId="207"/>
          <ac:spMkLst>
            <pc:docMk/>
            <pc:sldMk cId="3266610848" sldId="391"/>
            <ac:spMk id="2" creationId="{5D6E72FA-BFFC-EC43-92EE-50460F8B3E05}"/>
          </ac:spMkLst>
        </pc:spChg>
        <pc:spChg chg="mod">
          <ac:chgData name="KIRAN K A" userId="c006811ef3eb6a44" providerId="LiveId" clId="{C6C753D0-C1FD-421B-A4B9-35D3032A2568}" dt="2025-07-19T06:34:40.659" v="1"/>
          <ac:spMkLst>
            <pc:docMk/>
            <pc:sldMk cId="3266610848" sldId="391"/>
            <ac:spMk id="3" creationId="{6E2C23DE-6610-1807-0CAD-E5AFA755DDEF}"/>
          </ac:spMkLst>
        </pc:spChg>
      </pc:sldChg>
      <pc:sldChg chg="modSp mod">
        <pc:chgData name="KIRAN K A" userId="c006811ef3eb6a44" providerId="LiveId" clId="{C6C753D0-C1FD-421B-A4B9-35D3032A2568}" dt="2025-07-19T07:38:54.402" v="465" actId="1076"/>
        <pc:sldMkLst>
          <pc:docMk/>
          <pc:sldMk cId="2321925800" sldId="392"/>
        </pc:sldMkLst>
        <pc:spChg chg="mod">
          <ac:chgData name="KIRAN K A" userId="c006811ef3eb6a44" providerId="LiveId" clId="{C6C753D0-C1FD-421B-A4B9-35D3032A2568}" dt="2025-07-19T07:38:49.165" v="463" actId="207"/>
          <ac:spMkLst>
            <pc:docMk/>
            <pc:sldMk cId="2321925800" sldId="392"/>
            <ac:spMk id="2" creationId="{10AC3659-06B7-4A17-2E78-7E1F2E768066}"/>
          </ac:spMkLst>
        </pc:spChg>
        <pc:spChg chg="mod">
          <ac:chgData name="KIRAN K A" userId="c006811ef3eb6a44" providerId="LiveId" clId="{C6C753D0-C1FD-421B-A4B9-35D3032A2568}" dt="2025-07-19T07:38:51.748" v="464" actId="1076"/>
          <ac:spMkLst>
            <pc:docMk/>
            <pc:sldMk cId="2321925800" sldId="392"/>
            <ac:spMk id="3" creationId="{D824E0CD-FEDC-EBE2-B212-BC35ECA504A4}"/>
          </ac:spMkLst>
        </pc:spChg>
        <pc:spChg chg="mod">
          <ac:chgData name="KIRAN K A" userId="c006811ef3eb6a44" providerId="LiveId" clId="{C6C753D0-C1FD-421B-A4B9-35D3032A2568}" dt="2025-07-19T07:38:54.402" v="465" actId="1076"/>
          <ac:spMkLst>
            <pc:docMk/>
            <pc:sldMk cId="2321925800" sldId="392"/>
            <ac:spMk id="4" creationId="{7E5D1128-DE18-F58C-831C-382729C6EBC9}"/>
          </ac:spMkLst>
        </pc:spChg>
      </pc:sldChg>
      <pc:sldChg chg="modSp mod">
        <pc:chgData name="KIRAN K A" userId="c006811ef3eb6a44" providerId="LiveId" clId="{C6C753D0-C1FD-421B-A4B9-35D3032A2568}" dt="2025-07-19T07:39:00.402" v="466" actId="207"/>
        <pc:sldMkLst>
          <pc:docMk/>
          <pc:sldMk cId="4169599992" sldId="393"/>
        </pc:sldMkLst>
        <pc:spChg chg="mod">
          <ac:chgData name="KIRAN K A" userId="c006811ef3eb6a44" providerId="LiveId" clId="{C6C753D0-C1FD-421B-A4B9-35D3032A2568}" dt="2025-07-19T07:39:00.402" v="466" actId="207"/>
          <ac:spMkLst>
            <pc:docMk/>
            <pc:sldMk cId="4169599992" sldId="393"/>
            <ac:spMk id="2" creationId="{95844F83-3FD3-711C-0DFE-91AF55836FB1}"/>
          </ac:spMkLst>
        </pc:spChg>
        <pc:spChg chg="mod">
          <ac:chgData name="KIRAN K A" userId="c006811ef3eb6a44" providerId="LiveId" clId="{C6C753D0-C1FD-421B-A4B9-35D3032A2568}" dt="2025-07-19T06:34:40.659" v="1"/>
          <ac:spMkLst>
            <pc:docMk/>
            <pc:sldMk cId="4169599992" sldId="393"/>
            <ac:spMk id="3" creationId="{01269C71-B201-A88E-B900-B26AC45B8C37}"/>
          </ac:spMkLst>
        </pc:spChg>
      </pc:sldChg>
      <pc:sldChg chg="modSp mod">
        <pc:chgData name="KIRAN K A" userId="c006811ef3eb6a44" providerId="LiveId" clId="{C6C753D0-C1FD-421B-A4B9-35D3032A2568}" dt="2025-07-19T07:39:16.914" v="470" actId="207"/>
        <pc:sldMkLst>
          <pc:docMk/>
          <pc:sldMk cId="2419060397" sldId="394"/>
        </pc:sldMkLst>
        <pc:spChg chg="mod">
          <ac:chgData name="KIRAN K A" userId="c006811ef3eb6a44" providerId="LiveId" clId="{C6C753D0-C1FD-421B-A4B9-35D3032A2568}" dt="2025-07-19T07:39:16.914" v="470" actId="207"/>
          <ac:spMkLst>
            <pc:docMk/>
            <pc:sldMk cId="2419060397" sldId="394"/>
            <ac:spMk id="2" creationId="{4C024F97-524C-33D3-AA64-2B3EA12CB0C3}"/>
          </ac:spMkLst>
        </pc:spChg>
        <pc:spChg chg="mod">
          <ac:chgData name="KIRAN K A" userId="c006811ef3eb6a44" providerId="LiveId" clId="{C6C753D0-C1FD-421B-A4B9-35D3032A2568}" dt="2025-07-19T07:39:11.570" v="468" actId="1076"/>
          <ac:spMkLst>
            <pc:docMk/>
            <pc:sldMk cId="2419060397" sldId="394"/>
            <ac:spMk id="3" creationId="{4C558D83-898B-123A-4A38-BA94E1636DDD}"/>
          </ac:spMkLst>
        </pc:spChg>
        <pc:spChg chg="mod">
          <ac:chgData name="KIRAN K A" userId="c006811ef3eb6a44" providerId="LiveId" clId="{C6C753D0-C1FD-421B-A4B9-35D3032A2568}" dt="2025-07-19T07:39:13.948" v="469" actId="1076"/>
          <ac:spMkLst>
            <pc:docMk/>
            <pc:sldMk cId="2419060397" sldId="394"/>
            <ac:spMk id="4" creationId="{FE4EB996-D2B6-F7BF-DD30-30EE3F0A1152}"/>
          </ac:spMkLst>
        </pc:spChg>
      </pc:sldChg>
      <pc:sldChg chg="modSp mod">
        <pc:chgData name="KIRAN K A" userId="c006811ef3eb6a44" providerId="LiveId" clId="{C6C753D0-C1FD-421B-A4B9-35D3032A2568}" dt="2025-07-19T07:39:05.438" v="467" actId="207"/>
        <pc:sldMkLst>
          <pc:docMk/>
          <pc:sldMk cId="260867237" sldId="395"/>
        </pc:sldMkLst>
        <pc:spChg chg="mod">
          <ac:chgData name="KIRAN K A" userId="c006811ef3eb6a44" providerId="LiveId" clId="{C6C753D0-C1FD-421B-A4B9-35D3032A2568}" dt="2025-07-19T07:39:05.438" v="467" actId="207"/>
          <ac:spMkLst>
            <pc:docMk/>
            <pc:sldMk cId="260867237" sldId="395"/>
            <ac:spMk id="2" creationId="{75B16C9D-F11F-71E0-2D7F-F1AB3C9E27B3}"/>
          </ac:spMkLst>
        </pc:spChg>
        <pc:spChg chg="mod">
          <ac:chgData name="KIRAN K A" userId="c006811ef3eb6a44" providerId="LiveId" clId="{C6C753D0-C1FD-421B-A4B9-35D3032A2568}" dt="2025-07-19T06:34:40.659" v="1"/>
          <ac:spMkLst>
            <pc:docMk/>
            <pc:sldMk cId="260867237" sldId="395"/>
            <ac:spMk id="3" creationId="{E23C5931-15D6-FB86-BEB9-A2AD08B5D846}"/>
          </ac:spMkLst>
        </pc:spChg>
      </pc:sldChg>
      <pc:sldChg chg="modSp mod">
        <pc:chgData name="KIRAN K A" userId="c006811ef3eb6a44" providerId="LiveId" clId="{C6C753D0-C1FD-421B-A4B9-35D3032A2568}" dt="2025-07-19T07:39:20.557" v="471" actId="207"/>
        <pc:sldMkLst>
          <pc:docMk/>
          <pc:sldMk cId="1612125648" sldId="396"/>
        </pc:sldMkLst>
        <pc:spChg chg="mod">
          <ac:chgData name="KIRAN K A" userId="c006811ef3eb6a44" providerId="LiveId" clId="{C6C753D0-C1FD-421B-A4B9-35D3032A2568}" dt="2025-07-19T07:39:20.557" v="471" actId="207"/>
          <ac:spMkLst>
            <pc:docMk/>
            <pc:sldMk cId="1612125648" sldId="396"/>
            <ac:spMk id="2" creationId="{D9FE036E-332D-2E1E-A48F-401844DCB1C5}"/>
          </ac:spMkLst>
        </pc:spChg>
        <pc:spChg chg="mod">
          <ac:chgData name="KIRAN K A" userId="c006811ef3eb6a44" providerId="LiveId" clId="{C6C753D0-C1FD-421B-A4B9-35D3032A2568}" dt="2025-07-19T06:34:40.659" v="1"/>
          <ac:spMkLst>
            <pc:docMk/>
            <pc:sldMk cId="1612125648" sldId="396"/>
            <ac:spMk id="3" creationId="{43F96D44-EE7C-CEC3-0B53-BF88D02EDB4F}"/>
          </ac:spMkLst>
        </pc:spChg>
      </pc:sldChg>
      <pc:sldChg chg="modSp mod">
        <pc:chgData name="KIRAN K A" userId="c006811ef3eb6a44" providerId="LiveId" clId="{C6C753D0-C1FD-421B-A4B9-35D3032A2568}" dt="2025-07-19T07:39:24.414" v="472" actId="207"/>
        <pc:sldMkLst>
          <pc:docMk/>
          <pc:sldMk cId="1615860741" sldId="397"/>
        </pc:sldMkLst>
        <pc:spChg chg="mod">
          <ac:chgData name="KIRAN K A" userId="c006811ef3eb6a44" providerId="LiveId" clId="{C6C753D0-C1FD-421B-A4B9-35D3032A2568}" dt="2025-07-19T07:39:24.414" v="472" actId="207"/>
          <ac:spMkLst>
            <pc:docMk/>
            <pc:sldMk cId="1615860741" sldId="397"/>
            <ac:spMk id="2" creationId="{ED3EBF92-DFEC-702B-820B-3E377EB975A7}"/>
          </ac:spMkLst>
        </pc:spChg>
        <pc:spChg chg="mod">
          <ac:chgData name="KIRAN K A" userId="c006811ef3eb6a44" providerId="LiveId" clId="{C6C753D0-C1FD-421B-A4B9-35D3032A2568}" dt="2025-07-19T06:34:40.659" v="1"/>
          <ac:spMkLst>
            <pc:docMk/>
            <pc:sldMk cId="1615860741" sldId="397"/>
            <ac:spMk id="3" creationId="{AD488F9A-E396-2093-2D13-B65503BBCB27}"/>
          </ac:spMkLst>
        </pc:spChg>
      </pc:sldChg>
      <pc:sldChg chg="modSp mod">
        <pc:chgData name="KIRAN K A" userId="c006811ef3eb6a44" providerId="LiveId" clId="{C6C753D0-C1FD-421B-A4B9-35D3032A2568}" dt="2025-07-19T07:39:57.730" v="480" actId="179"/>
        <pc:sldMkLst>
          <pc:docMk/>
          <pc:sldMk cId="2689682600" sldId="398"/>
        </pc:sldMkLst>
        <pc:spChg chg="mod">
          <ac:chgData name="KIRAN K A" userId="c006811ef3eb6a44" providerId="LiveId" clId="{C6C753D0-C1FD-421B-A4B9-35D3032A2568}" dt="2025-07-19T07:39:29.770" v="473" actId="207"/>
          <ac:spMkLst>
            <pc:docMk/>
            <pc:sldMk cId="2689682600" sldId="398"/>
            <ac:spMk id="2" creationId="{26F75E73-86F7-9153-895A-997B0D918DA5}"/>
          </ac:spMkLst>
        </pc:spChg>
        <pc:spChg chg="mod">
          <ac:chgData name="KIRAN K A" userId="c006811ef3eb6a44" providerId="LiveId" clId="{C6C753D0-C1FD-421B-A4B9-35D3032A2568}" dt="2025-07-19T07:39:57.730" v="480" actId="179"/>
          <ac:spMkLst>
            <pc:docMk/>
            <pc:sldMk cId="2689682600" sldId="398"/>
            <ac:spMk id="3" creationId="{F65E370D-9339-2AC2-EC31-7C60661AD11B}"/>
          </ac:spMkLst>
        </pc:spChg>
      </pc:sldChg>
      <pc:sldChg chg="modSp mod">
        <pc:chgData name="KIRAN K A" userId="c006811ef3eb6a44" providerId="LiveId" clId="{C6C753D0-C1FD-421B-A4B9-35D3032A2568}" dt="2025-07-19T07:40:07.267" v="481" actId="207"/>
        <pc:sldMkLst>
          <pc:docMk/>
          <pc:sldMk cId="617592007" sldId="399"/>
        </pc:sldMkLst>
        <pc:spChg chg="mod">
          <ac:chgData name="KIRAN K A" userId="c006811ef3eb6a44" providerId="LiveId" clId="{C6C753D0-C1FD-421B-A4B9-35D3032A2568}" dt="2025-07-19T07:40:07.267" v="481" actId="207"/>
          <ac:spMkLst>
            <pc:docMk/>
            <pc:sldMk cId="617592007" sldId="399"/>
            <ac:spMk id="2" creationId="{A05BEC26-2804-3616-7E13-807EFE635609}"/>
          </ac:spMkLst>
        </pc:spChg>
        <pc:spChg chg="mod">
          <ac:chgData name="KIRAN K A" userId="c006811ef3eb6a44" providerId="LiveId" clId="{C6C753D0-C1FD-421B-A4B9-35D3032A2568}" dt="2025-07-19T06:34:40.659" v="1"/>
          <ac:spMkLst>
            <pc:docMk/>
            <pc:sldMk cId="617592007" sldId="399"/>
            <ac:spMk id="3" creationId="{3BC1DF3F-A7BE-039E-4D76-6BFF912D86BF}"/>
          </ac:spMkLst>
        </pc:spChg>
      </pc:sldChg>
      <pc:sldChg chg="modSp mod">
        <pc:chgData name="KIRAN K A" userId="c006811ef3eb6a44" providerId="LiveId" clId="{C6C753D0-C1FD-421B-A4B9-35D3032A2568}" dt="2025-07-19T07:40:10.917" v="482" actId="207"/>
        <pc:sldMkLst>
          <pc:docMk/>
          <pc:sldMk cId="1526851358" sldId="400"/>
        </pc:sldMkLst>
        <pc:spChg chg="mod">
          <ac:chgData name="KIRAN K A" userId="c006811ef3eb6a44" providerId="LiveId" clId="{C6C753D0-C1FD-421B-A4B9-35D3032A2568}" dt="2025-07-19T07:40:10.917" v="482" actId="207"/>
          <ac:spMkLst>
            <pc:docMk/>
            <pc:sldMk cId="1526851358" sldId="400"/>
            <ac:spMk id="2" creationId="{CEC31EF7-BA14-6463-949A-D9563CAF2DBE}"/>
          </ac:spMkLst>
        </pc:spChg>
      </pc:sldChg>
      <pc:sldChg chg="modSp mod">
        <pc:chgData name="KIRAN K A" userId="c006811ef3eb6a44" providerId="LiveId" clId="{C6C753D0-C1FD-421B-A4B9-35D3032A2568}" dt="2025-07-19T07:40:15.250" v="483" actId="207"/>
        <pc:sldMkLst>
          <pc:docMk/>
          <pc:sldMk cId="467476201" sldId="401"/>
        </pc:sldMkLst>
        <pc:spChg chg="mod">
          <ac:chgData name="KIRAN K A" userId="c006811ef3eb6a44" providerId="LiveId" clId="{C6C753D0-C1FD-421B-A4B9-35D3032A2568}" dt="2025-07-19T07:40:15.250" v="483" actId="207"/>
          <ac:spMkLst>
            <pc:docMk/>
            <pc:sldMk cId="467476201" sldId="401"/>
            <ac:spMk id="2" creationId="{58C60CB1-0FEA-C6AC-3691-2899B2EA3CFE}"/>
          </ac:spMkLst>
        </pc:spChg>
        <pc:spChg chg="mod">
          <ac:chgData name="KIRAN K A" userId="c006811ef3eb6a44" providerId="LiveId" clId="{C6C753D0-C1FD-421B-A4B9-35D3032A2568}" dt="2025-07-19T06:34:41.290" v="52" actId="27636"/>
          <ac:spMkLst>
            <pc:docMk/>
            <pc:sldMk cId="467476201" sldId="401"/>
            <ac:spMk id="3" creationId="{92216206-76F5-E597-4AC0-B7507ED9641B}"/>
          </ac:spMkLst>
        </pc:spChg>
      </pc:sldChg>
      <pc:sldChg chg="modSp">
        <pc:chgData name="KIRAN K A" userId="c006811ef3eb6a44" providerId="LiveId" clId="{C6C753D0-C1FD-421B-A4B9-35D3032A2568}" dt="2025-07-19T06:34:40.659" v="1"/>
        <pc:sldMkLst>
          <pc:docMk/>
          <pc:sldMk cId="1195551880" sldId="402"/>
        </pc:sldMkLst>
        <pc:spChg chg="mod">
          <ac:chgData name="KIRAN K A" userId="c006811ef3eb6a44" providerId="LiveId" clId="{C6C753D0-C1FD-421B-A4B9-35D3032A2568}" dt="2025-07-19T06:34:40.659" v="1"/>
          <ac:spMkLst>
            <pc:docMk/>
            <pc:sldMk cId="1195551880" sldId="402"/>
            <ac:spMk id="2" creationId="{D1DC9F5A-2A87-4C65-A83C-92D4462E0861}"/>
          </ac:spMkLst>
        </pc:spChg>
        <pc:spChg chg="mod">
          <ac:chgData name="KIRAN K A" userId="c006811ef3eb6a44" providerId="LiveId" clId="{C6C753D0-C1FD-421B-A4B9-35D3032A2568}" dt="2025-07-19T06:34:40.659" v="1"/>
          <ac:spMkLst>
            <pc:docMk/>
            <pc:sldMk cId="1195551880" sldId="402"/>
            <ac:spMk id="3" creationId="{041198CC-3637-BD57-AF13-A36B3B92F347}"/>
          </ac:spMkLst>
        </pc:spChg>
      </pc:sldChg>
      <pc:sldChg chg="modSp">
        <pc:chgData name="KIRAN K A" userId="c006811ef3eb6a44" providerId="LiveId" clId="{C6C753D0-C1FD-421B-A4B9-35D3032A2568}" dt="2025-07-19T06:34:40.659" v="1"/>
        <pc:sldMkLst>
          <pc:docMk/>
          <pc:sldMk cId="2083418922" sldId="403"/>
        </pc:sldMkLst>
        <pc:spChg chg="mod">
          <ac:chgData name="KIRAN K A" userId="c006811ef3eb6a44" providerId="LiveId" clId="{C6C753D0-C1FD-421B-A4B9-35D3032A2568}" dt="2025-07-19T06:34:40.659" v="1"/>
          <ac:spMkLst>
            <pc:docMk/>
            <pc:sldMk cId="2083418922" sldId="403"/>
            <ac:spMk id="2" creationId="{3EFB6AF8-0B78-8B16-0320-2DB312D627A6}"/>
          </ac:spMkLst>
        </pc:spChg>
        <pc:spChg chg="mod">
          <ac:chgData name="KIRAN K A" userId="c006811ef3eb6a44" providerId="LiveId" clId="{C6C753D0-C1FD-421B-A4B9-35D3032A2568}" dt="2025-07-19T06:34:40.659" v="1"/>
          <ac:spMkLst>
            <pc:docMk/>
            <pc:sldMk cId="2083418922" sldId="403"/>
            <ac:spMk id="3" creationId="{07815539-703E-280A-4572-D61F7C355955}"/>
          </ac:spMkLst>
        </pc:spChg>
      </pc:sldChg>
      <pc:sldChg chg="modSp mod">
        <pc:chgData name="KIRAN K A" userId="c006811ef3eb6a44" providerId="LiveId" clId="{C6C753D0-C1FD-421B-A4B9-35D3032A2568}" dt="2025-07-19T07:40:20.670" v="484" actId="207"/>
        <pc:sldMkLst>
          <pc:docMk/>
          <pc:sldMk cId="3342803122" sldId="404"/>
        </pc:sldMkLst>
        <pc:spChg chg="mod">
          <ac:chgData name="KIRAN K A" userId="c006811ef3eb6a44" providerId="LiveId" clId="{C6C753D0-C1FD-421B-A4B9-35D3032A2568}" dt="2025-07-19T07:40:20.670" v="484" actId="207"/>
          <ac:spMkLst>
            <pc:docMk/>
            <pc:sldMk cId="3342803122" sldId="404"/>
            <ac:spMk id="2" creationId="{719DE964-C2C1-D058-EC38-C32363AEE583}"/>
          </ac:spMkLst>
        </pc:spChg>
        <pc:spChg chg="mod">
          <ac:chgData name="KIRAN K A" userId="c006811ef3eb6a44" providerId="LiveId" clId="{C6C753D0-C1FD-421B-A4B9-35D3032A2568}" dt="2025-07-19T06:34:40.659" v="1"/>
          <ac:spMkLst>
            <pc:docMk/>
            <pc:sldMk cId="3342803122" sldId="404"/>
            <ac:spMk id="3" creationId="{0FE9A17D-BE58-FD6F-6ABF-0926B002530B}"/>
          </ac:spMkLst>
        </pc:spChg>
      </pc:sldChg>
      <pc:sldChg chg="modSp mod">
        <pc:chgData name="KIRAN K A" userId="c006811ef3eb6a44" providerId="LiveId" clId="{C6C753D0-C1FD-421B-A4B9-35D3032A2568}" dt="2025-07-19T07:40:23.464" v="485" actId="207"/>
        <pc:sldMkLst>
          <pc:docMk/>
          <pc:sldMk cId="2180045561" sldId="405"/>
        </pc:sldMkLst>
        <pc:spChg chg="mod">
          <ac:chgData name="KIRAN K A" userId="c006811ef3eb6a44" providerId="LiveId" clId="{C6C753D0-C1FD-421B-A4B9-35D3032A2568}" dt="2025-07-19T07:40:23.464" v="485" actId="207"/>
          <ac:spMkLst>
            <pc:docMk/>
            <pc:sldMk cId="2180045561" sldId="405"/>
            <ac:spMk id="2" creationId="{0E169199-137F-AAFB-F731-4DABD5690D60}"/>
          </ac:spMkLst>
        </pc:spChg>
        <pc:spChg chg="mod">
          <ac:chgData name="KIRAN K A" userId="c006811ef3eb6a44" providerId="LiveId" clId="{C6C753D0-C1FD-421B-A4B9-35D3032A2568}" dt="2025-07-19T06:34:40.659" v="1"/>
          <ac:spMkLst>
            <pc:docMk/>
            <pc:sldMk cId="2180045561" sldId="405"/>
            <ac:spMk id="3" creationId="{9DE84916-964A-0F7F-68B7-76D58AA77616}"/>
          </ac:spMkLst>
        </pc:spChg>
      </pc:sldChg>
      <pc:sldChg chg="modSp mod">
        <pc:chgData name="KIRAN K A" userId="c006811ef3eb6a44" providerId="LiveId" clId="{C6C753D0-C1FD-421B-A4B9-35D3032A2568}" dt="2025-07-19T07:40:32.437" v="486" actId="207"/>
        <pc:sldMkLst>
          <pc:docMk/>
          <pc:sldMk cId="1010209536" sldId="406"/>
        </pc:sldMkLst>
        <pc:spChg chg="mod">
          <ac:chgData name="KIRAN K A" userId="c006811ef3eb6a44" providerId="LiveId" clId="{C6C753D0-C1FD-421B-A4B9-35D3032A2568}" dt="2025-07-19T07:40:32.437" v="486" actId="207"/>
          <ac:spMkLst>
            <pc:docMk/>
            <pc:sldMk cId="1010209536" sldId="406"/>
            <ac:spMk id="2" creationId="{375B3D42-1275-B781-0706-5706AAAAF26B}"/>
          </ac:spMkLst>
        </pc:spChg>
        <pc:spChg chg="mod">
          <ac:chgData name="KIRAN K A" userId="c006811ef3eb6a44" providerId="LiveId" clId="{C6C753D0-C1FD-421B-A4B9-35D3032A2568}" dt="2025-07-19T06:34:40.659" v="1"/>
          <ac:spMkLst>
            <pc:docMk/>
            <pc:sldMk cId="1010209536" sldId="406"/>
            <ac:spMk id="3" creationId="{2B30BB43-ACC6-B6DA-1AB6-E9EA8C288AE0}"/>
          </ac:spMkLst>
        </pc:spChg>
      </pc:sldChg>
      <pc:sldChg chg="modSp mod">
        <pc:chgData name="KIRAN K A" userId="c006811ef3eb6a44" providerId="LiveId" clId="{C6C753D0-C1FD-421B-A4B9-35D3032A2568}" dt="2025-07-19T07:40:41.018" v="489" actId="1076"/>
        <pc:sldMkLst>
          <pc:docMk/>
          <pc:sldMk cId="2368022069" sldId="407"/>
        </pc:sldMkLst>
        <pc:spChg chg="mod">
          <ac:chgData name="KIRAN K A" userId="c006811ef3eb6a44" providerId="LiveId" clId="{C6C753D0-C1FD-421B-A4B9-35D3032A2568}" dt="2025-07-19T07:40:36.006" v="487" actId="207"/>
          <ac:spMkLst>
            <pc:docMk/>
            <pc:sldMk cId="2368022069" sldId="407"/>
            <ac:spMk id="2" creationId="{1BC51740-5D18-E607-014F-32F187960099}"/>
          </ac:spMkLst>
        </pc:spChg>
        <pc:spChg chg="mod">
          <ac:chgData name="KIRAN K A" userId="c006811ef3eb6a44" providerId="LiveId" clId="{C6C753D0-C1FD-421B-A4B9-35D3032A2568}" dt="2025-07-19T07:40:41.018" v="489" actId="1076"/>
          <ac:spMkLst>
            <pc:docMk/>
            <pc:sldMk cId="2368022069" sldId="407"/>
            <ac:spMk id="3" creationId="{5DE0AC4F-E257-C1E4-4BC8-643E0B0590AF}"/>
          </ac:spMkLst>
        </pc:spChg>
        <pc:spChg chg="mod">
          <ac:chgData name="KIRAN K A" userId="c006811ef3eb6a44" providerId="LiveId" clId="{C6C753D0-C1FD-421B-A4B9-35D3032A2568}" dt="2025-07-19T07:40:38.624" v="488" actId="1076"/>
          <ac:spMkLst>
            <pc:docMk/>
            <pc:sldMk cId="2368022069" sldId="407"/>
            <ac:spMk id="4" creationId="{1523962F-5D96-B14F-9E6A-74EAB005331C}"/>
          </ac:spMkLst>
        </pc:spChg>
      </pc:sldChg>
      <pc:sldChg chg="modSp mod">
        <pc:chgData name="KIRAN K A" userId="c006811ef3eb6a44" providerId="LiveId" clId="{C6C753D0-C1FD-421B-A4B9-35D3032A2568}" dt="2025-07-19T07:40:48.357" v="490" actId="207"/>
        <pc:sldMkLst>
          <pc:docMk/>
          <pc:sldMk cId="1148272943" sldId="408"/>
        </pc:sldMkLst>
        <pc:spChg chg="mod">
          <ac:chgData name="KIRAN K A" userId="c006811ef3eb6a44" providerId="LiveId" clId="{C6C753D0-C1FD-421B-A4B9-35D3032A2568}" dt="2025-07-19T07:40:48.357" v="490" actId="207"/>
          <ac:spMkLst>
            <pc:docMk/>
            <pc:sldMk cId="1148272943" sldId="408"/>
            <ac:spMk id="2" creationId="{5BA2D491-98EA-84C2-450A-0817C8C38ACE}"/>
          </ac:spMkLst>
        </pc:spChg>
        <pc:spChg chg="mod">
          <ac:chgData name="KIRAN K A" userId="c006811ef3eb6a44" providerId="LiveId" clId="{C6C753D0-C1FD-421B-A4B9-35D3032A2568}" dt="2025-07-19T06:34:40.659" v="1"/>
          <ac:spMkLst>
            <pc:docMk/>
            <pc:sldMk cId="1148272943" sldId="408"/>
            <ac:spMk id="3" creationId="{77D84A03-B705-C46C-64A0-E4CBCD0AB170}"/>
          </ac:spMkLst>
        </pc:spChg>
      </pc:sldChg>
      <pc:sldChg chg="modSp mod">
        <pc:chgData name="KIRAN K A" userId="c006811ef3eb6a44" providerId="LiveId" clId="{C6C753D0-C1FD-421B-A4B9-35D3032A2568}" dt="2025-07-19T07:40:57.236" v="493" actId="207"/>
        <pc:sldMkLst>
          <pc:docMk/>
          <pc:sldMk cId="224258494" sldId="409"/>
        </pc:sldMkLst>
        <pc:spChg chg="mod">
          <ac:chgData name="KIRAN K A" userId="c006811ef3eb6a44" providerId="LiveId" clId="{C6C753D0-C1FD-421B-A4B9-35D3032A2568}" dt="2025-07-19T07:40:57.236" v="493" actId="207"/>
          <ac:spMkLst>
            <pc:docMk/>
            <pc:sldMk cId="224258494" sldId="409"/>
            <ac:spMk id="2" creationId="{5C063904-1EDD-7C83-1867-234F32465CC7}"/>
          </ac:spMkLst>
        </pc:spChg>
        <pc:picChg chg="mod">
          <ac:chgData name="KIRAN K A" userId="c006811ef3eb6a44" providerId="LiveId" clId="{C6C753D0-C1FD-421B-A4B9-35D3032A2568}" dt="2025-07-19T07:40:54.471" v="492" actId="14100"/>
          <ac:picMkLst>
            <pc:docMk/>
            <pc:sldMk cId="224258494" sldId="409"/>
            <ac:picMk id="5" creationId="{6FF14749-790C-BFE6-E0A9-99DA6A6B59C5}"/>
          </ac:picMkLst>
        </pc:picChg>
      </pc:sldChg>
      <pc:sldChg chg="modSp mod">
        <pc:chgData name="KIRAN K A" userId="c006811ef3eb6a44" providerId="LiveId" clId="{C6C753D0-C1FD-421B-A4B9-35D3032A2568}" dt="2025-07-19T07:41:06.964" v="496" actId="207"/>
        <pc:sldMkLst>
          <pc:docMk/>
          <pc:sldMk cId="253513837" sldId="410"/>
        </pc:sldMkLst>
        <pc:spChg chg="mod">
          <ac:chgData name="KIRAN K A" userId="c006811ef3eb6a44" providerId="LiveId" clId="{C6C753D0-C1FD-421B-A4B9-35D3032A2568}" dt="2025-07-19T07:41:06.964" v="496" actId="207"/>
          <ac:spMkLst>
            <pc:docMk/>
            <pc:sldMk cId="253513837" sldId="410"/>
            <ac:spMk id="2" creationId="{501CB56B-3D65-C0D7-B20F-1BE1DEDABC6D}"/>
          </ac:spMkLst>
        </pc:spChg>
        <pc:spChg chg="mod">
          <ac:chgData name="KIRAN K A" userId="c006811ef3eb6a44" providerId="LiveId" clId="{C6C753D0-C1FD-421B-A4B9-35D3032A2568}" dt="2025-07-19T07:41:02.495" v="494" actId="1076"/>
          <ac:spMkLst>
            <pc:docMk/>
            <pc:sldMk cId="253513837" sldId="410"/>
            <ac:spMk id="3" creationId="{AF9662D5-C5FF-5B9B-DD06-326421D68AAA}"/>
          </ac:spMkLst>
        </pc:spChg>
        <pc:spChg chg="mod">
          <ac:chgData name="KIRAN K A" userId="c006811ef3eb6a44" providerId="LiveId" clId="{C6C753D0-C1FD-421B-A4B9-35D3032A2568}" dt="2025-07-19T07:41:04.969" v="495" actId="1076"/>
          <ac:spMkLst>
            <pc:docMk/>
            <pc:sldMk cId="253513837" sldId="410"/>
            <ac:spMk id="4" creationId="{E44E878B-1E8A-C3CA-9498-5762897CCCC4}"/>
          </ac:spMkLst>
        </pc:spChg>
      </pc:sldChg>
      <pc:sldChg chg="modSp mod">
        <pc:chgData name="KIRAN K A" userId="c006811ef3eb6a44" providerId="LiveId" clId="{C6C753D0-C1FD-421B-A4B9-35D3032A2568}" dt="2025-07-19T07:41:25.512" v="499" actId="207"/>
        <pc:sldMkLst>
          <pc:docMk/>
          <pc:sldMk cId="1962004210" sldId="411"/>
        </pc:sldMkLst>
        <pc:spChg chg="mod">
          <ac:chgData name="KIRAN K A" userId="c006811ef3eb6a44" providerId="LiveId" clId="{C6C753D0-C1FD-421B-A4B9-35D3032A2568}" dt="2025-07-19T07:41:25.512" v="499" actId="207"/>
          <ac:spMkLst>
            <pc:docMk/>
            <pc:sldMk cId="1962004210" sldId="411"/>
            <ac:spMk id="2" creationId="{F9EB591D-BF26-C174-BBCF-1E6D22428B0B}"/>
          </ac:spMkLst>
        </pc:spChg>
        <pc:spChg chg="mod">
          <ac:chgData name="KIRAN K A" userId="c006811ef3eb6a44" providerId="LiveId" clId="{C6C753D0-C1FD-421B-A4B9-35D3032A2568}" dt="2025-07-19T07:41:16.627" v="498" actId="179"/>
          <ac:spMkLst>
            <pc:docMk/>
            <pc:sldMk cId="1962004210" sldId="411"/>
            <ac:spMk id="3" creationId="{6826CD4A-64E5-C892-E83E-2606995DFFE1}"/>
          </ac:spMkLst>
        </pc:spChg>
      </pc:sldChg>
      <pc:sldChg chg="modSp mod">
        <pc:chgData name="KIRAN K A" userId="c006811ef3eb6a44" providerId="LiveId" clId="{C6C753D0-C1FD-421B-A4B9-35D3032A2568}" dt="2025-07-19T07:41:47.712" v="505" actId="14100"/>
        <pc:sldMkLst>
          <pc:docMk/>
          <pc:sldMk cId="3358297627" sldId="412"/>
        </pc:sldMkLst>
        <pc:spChg chg="mod">
          <ac:chgData name="KIRAN K A" userId="c006811ef3eb6a44" providerId="LiveId" clId="{C6C753D0-C1FD-421B-A4B9-35D3032A2568}" dt="2025-07-19T07:41:30.234" v="500" actId="207"/>
          <ac:spMkLst>
            <pc:docMk/>
            <pc:sldMk cId="3358297627" sldId="412"/>
            <ac:spMk id="2" creationId="{F5DE9A9E-8008-B91A-14EF-793B3C429366}"/>
          </ac:spMkLst>
        </pc:spChg>
        <pc:spChg chg="mod">
          <ac:chgData name="KIRAN K A" userId="c006811ef3eb6a44" providerId="LiveId" clId="{C6C753D0-C1FD-421B-A4B9-35D3032A2568}" dt="2025-07-19T07:41:43.746" v="504" actId="14100"/>
          <ac:spMkLst>
            <pc:docMk/>
            <pc:sldMk cId="3358297627" sldId="412"/>
            <ac:spMk id="3" creationId="{8515DB67-46E6-E683-E335-53DE2669F15A}"/>
          </ac:spMkLst>
        </pc:spChg>
        <pc:picChg chg="mod">
          <ac:chgData name="KIRAN K A" userId="c006811ef3eb6a44" providerId="LiveId" clId="{C6C753D0-C1FD-421B-A4B9-35D3032A2568}" dt="2025-07-19T07:41:47.712" v="505" actId="14100"/>
          <ac:picMkLst>
            <pc:docMk/>
            <pc:sldMk cId="3358297627" sldId="412"/>
            <ac:picMk id="5" creationId="{6C5AFF44-18AE-5261-4C1C-B4829EE39B04}"/>
          </ac:picMkLst>
        </pc:picChg>
      </pc:sldChg>
      <pc:sldChg chg="modSp mod">
        <pc:chgData name="KIRAN K A" userId="c006811ef3eb6a44" providerId="LiveId" clId="{C6C753D0-C1FD-421B-A4B9-35D3032A2568}" dt="2025-07-19T07:55:32.650" v="506" actId="207"/>
        <pc:sldMkLst>
          <pc:docMk/>
          <pc:sldMk cId="622506674" sldId="413"/>
        </pc:sldMkLst>
        <pc:spChg chg="mod">
          <ac:chgData name="KIRAN K A" userId="c006811ef3eb6a44" providerId="LiveId" clId="{C6C753D0-C1FD-421B-A4B9-35D3032A2568}" dt="2025-07-19T07:55:32.650" v="506" actId="207"/>
          <ac:spMkLst>
            <pc:docMk/>
            <pc:sldMk cId="622506674" sldId="413"/>
            <ac:spMk id="2" creationId="{E1DE03E0-56E7-0AB0-CFFF-74F6D122DABC}"/>
          </ac:spMkLst>
        </pc:spChg>
        <pc:spChg chg="mod">
          <ac:chgData name="KIRAN K A" userId="c006811ef3eb6a44" providerId="LiveId" clId="{C6C753D0-C1FD-421B-A4B9-35D3032A2568}" dt="2025-07-19T06:34:40.659" v="1"/>
          <ac:spMkLst>
            <pc:docMk/>
            <pc:sldMk cId="622506674" sldId="413"/>
            <ac:spMk id="3" creationId="{9EA96A50-ECCC-4A7A-866A-2DBC1BDBDE00}"/>
          </ac:spMkLst>
        </pc:spChg>
      </pc:sldChg>
      <pc:sldChg chg="modSp mod">
        <pc:chgData name="KIRAN K A" userId="c006811ef3eb6a44" providerId="LiveId" clId="{C6C753D0-C1FD-421B-A4B9-35D3032A2568}" dt="2025-07-19T07:55:39.006" v="509" actId="14100"/>
        <pc:sldMkLst>
          <pc:docMk/>
          <pc:sldMk cId="2927057003" sldId="414"/>
        </pc:sldMkLst>
        <pc:spChg chg="mod">
          <ac:chgData name="KIRAN K A" userId="c006811ef3eb6a44" providerId="LiveId" clId="{C6C753D0-C1FD-421B-A4B9-35D3032A2568}" dt="2025-07-19T07:55:35.608" v="507" actId="207"/>
          <ac:spMkLst>
            <pc:docMk/>
            <pc:sldMk cId="2927057003" sldId="414"/>
            <ac:spMk id="2" creationId="{4C51D987-9413-7A5F-D38F-6277177727E9}"/>
          </ac:spMkLst>
        </pc:spChg>
        <pc:picChg chg="mod">
          <ac:chgData name="KIRAN K A" userId="c006811ef3eb6a44" providerId="LiveId" clId="{C6C753D0-C1FD-421B-A4B9-35D3032A2568}" dt="2025-07-19T07:55:39.006" v="509" actId="14100"/>
          <ac:picMkLst>
            <pc:docMk/>
            <pc:sldMk cId="2927057003" sldId="414"/>
            <ac:picMk id="5" creationId="{6B838020-6D39-458A-3DE9-C568767F3EC8}"/>
          </ac:picMkLst>
        </pc:picChg>
      </pc:sldChg>
      <pc:sldChg chg="modSp mod">
        <pc:chgData name="KIRAN K A" userId="c006811ef3eb6a44" providerId="LiveId" clId="{C6C753D0-C1FD-421B-A4B9-35D3032A2568}" dt="2025-07-19T07:55:44.153" v="510" actId="207"/>
        <pc:sldMkLst>
          <pc:docMk/>
          <pc:sldMk cId="2976866543" sldId="415"/>
        </pc:sldMkLst>
        <pc:spChg chg="mod">
          <ac:chgData name="KIRAN K A" userId="c006811ef3eb6a44" providerId="LiveId" clId="{C6C753D0-C1FD-421B-A4B9-35D3032A2568}" dt="2025-07-19T07:55:44.153" v="510" actId="207"/>
          <ac:spMkLst>
            <pc:docMk/>
            <pc:sldMk cId="2976866543" sldId="415"/>
            <ac:spMk id="2" creationId="{E91EBC5C-DD30-AFB5-8B73-D23DA4131265}"/>
          </ac:spMkLst>
        </pc:spChg>
        <pc:spChg chg="mod">
          <ac:chgData name="KIRAN K A" userId="c006811ef3eb6a44" providerId="LiveId" clId="{C6C753D0-C1FD-421B-A4B9-35D3032A2568}" dt="2025-07-19T06:34:40.659" v="1"/>
          <ac:spMkLst>
            <pc:docMk/>
            <pc:sldMk cId="2976866543" sldId="415"/>
            <ac:spMk id="3" creationId="{9EA42452-3D04-4733-4661-380CCBE4B918}"/>
          </ac:spMkLst>
        </pc:spChg>
      </pc:sldChg>
      <pc:sldChg chg="modSp mod">
        <pc:chgData name="KIRAN K A" userId="c006811ef3eb6a44" providerId="LiveId" clId="{C6C753D0-C1FD-421B-A4B9-35D3032A2568}" dt="2025-07-19T07:55:47.942" v="511" actId="207"/>
        <pc:sldMkLst>
          <pc:docMk/>
          <pc:sldMk cId="290541525" sldId="416"/>
        </pc:sldMkLst>
        <pc:spChg chg="mod">
          <ac:chgData name="KIRAN K A" userId="c006811ef3eb6a44" providerId="LiveId" clId="{C6C753D0-C1FD-421B-A4B9-35D3032A2568}" dt="2025-07-19T07:55:47.942" v="511" actId="207"/>
          <ac:spMkLst>
            <pc:docMk/>
            <pc:sldMk cId="290541525" sldId="416"/>
            <ac:spMk id="2" creationId="{3D8EDC12-A881-9FED-83F3-DFD315CAF968}"/>
          </ac:spMkLst>
        </pc:spChg>
        <pc:spChg chg="mod">
          <ac:chgData name="KIRAN K A" userId="c006811ef3eb6a44" providerId="LiveId" clId="{C6C753D0-C1FD-421B-A4B9-35D3032A2568}" dt="2025-07-19T06:34:41.401" v="53" actId="27636"/>
          <ac:spMkLst>
            <pc:docMk/>
            <pc:sldMk cId="290541525" sldId="416"/>
            <ac:spMk id="3" creationId="{9056D78A-DDA2-FDDB-92D1-FF5B6055C870}"/>
          </ac:spMkLst>
        </pc:spChg>
      </pc:sldChg>
      <pc:sldChg chg="modSp mod">
        <pc:chgData name="KIRAN K A" userId="c006811ef3eb6a44" providerId="LiveId" clId="{C6C753D0-C1FD-421B-A4B9-35D3032A2568}" dt="2025-07-19T07:55:51.953" v="512" actId="207"/>
        <pc:sldMkLst>
          <pc:docMk/>
          <pc:sldMk cId="2770487621" sldId="417"/>
        </pc:sldMkLst>
        <pc:spChg chg="mod">
          <ac:chgData name="KIRAN K A" userId="c006811ef3eb6a44" providerId="LiveId" clId="{C6C753D0-C1FD-421B-A4B9-35D3032A2568}" dt="2025-07-19T07:55:51.953" v="512" actId="207"/>
          <ac:spMkLst>
            <pc:docMk/>
            <pc:sldMk cId="2770487621" sldId="417"/>
            <ac:spMk id="2" creationId="{DF7A3ED0-5B9C-7DA8-F717-B641BC0C8391}"/>
          </ac:spMkLst>
        </pc:spChg>
        <pc:spChg chg="mod">
          <ac:chgData name="KIRAN K A" userId="c006811ef3eb6a44" providerId="LiveId" clId="{C6C753D0-C1FD-421B-A4B9-35D3032A2568}" dt="2025-07-19T06:34:40.659" v="1"/>
          <ac:spMkLst>
            <pc:docMk/>
            <pc:sldMk cId="2770487621" sldId="417"/>
            <ac:spMk id="3" creationId="{A723EE92-330F-433C-83F9-76F771E5F145}"/>
          </ac:spMkLst>
        </pc:spChg>
      </pc:sldChg>
      <pc:sldChg chg="modSp mod">
        <pc:chgData name="KIRAN K A" userId="c006811ef3eb6a44" providerId="LiveId" clId="{C6C753D0-C1FD-421B-A4B9-35D3032A2568}" dt="2025-07-19T07:56:17.485" v="518" actId="207"/>
        <pc:sldMkLst>
          <pc:docMk/>
          <pc:sldMk cId="2634116904" sldId="418"/>
        </pc:sldMkLst>
        <pc:spChg chg="mod">
          <ac:chgData name="KIRAN K A" userId="c006811ef3eb6a44" providerId="LiveId" clId="{C6C753D0-C1FD-421B-A4B9-35D3032A2568}" dt="2025-07-19T07:56:17.485" v="518" actId="207"/>
          <ac:spMkLst>
            <pc:docMk/>
            <pc:sldMk cId="2634116904" sldId="418"/>
            <ac:spMk id="2" creationId="{4F34D0BA-5E42-F651-DB4B-BDADD1B47D8B}"/>
          </ac:spMkLst>
        </pc:spChg>
        <pc:spChg chg="mod">
          <ac:chgData name="KIRAN K A" userId="c006811ef3eb6a44" providerId="LiveId" clId="{C6C753D0-C1FD-421B-A4B9-35D3032A2568}" dt="2025-07-19T06:34:40.659" v="1"/>
          <ac:spMkLst>
            <pc:docMk/>
            <pc:sldMk cId="2634116904" sldId="418"/>
            <ac:spMk id="3" creationId="{39221D19-4524-6FC6-23B2-F6BF87EF781D}"/>
          </ac:spMkLst>
        </pc:spChg>
      </pc:sldChg>
      <pc:sldChg chg="modSp mod">
        <pc:chgData name="KIRAN K A" userId="c006811ef3eb6a44" providerId="LiveId" clId="{C6C753D0-C1FD-421B-A4B9-35D3032A2568}" dt="2025-07-19T07:56:28.956" v="522" actId="1076"/>
        <pc:sldMkLst>
          <pc:docMk/>
          <pc:sldMk cId="1885723960" sldId="419"/>
        </pc:sldMkLst>
        <pc:spChg chg="mod">
          <ac:chgData name="KIRAN K A" userId="c006811ef3eb6a44" providerId="LiveId" clId="{C6C753D0-C1FD-421B-A4B9-35D3032A2568}" dt="2025-07-19T07:56:21.814" v="519" actId="207"/>
          <ac:spMkLst>
            <pc:docMk/>
            <pc:sldMk cId="1885723960" sldId="419"/>
            <ac:spMk id="2" creationId="{7C63EDD0-905C-97AB-1950-AD8D023C98F6}"/>
          </ac:spMkLst>
        </pc:spChg>
        <pc:picChg chg="mod">
          <ac:chgData name="KIRAN K A" userId="c006811ef3eb6a44" providerId="LiveId" clId="{C6C753D0-C1FD-421B-A4B9-35D3032A2568}" dt="2025-07-19T07:56:28.956" v="522" actId="1076"/>
          <ac:picMkLst>
            <pc:docMk/>
            <pc:sldMk cId="1885723960" sldId="419"/>
            <ac:picMk id="5" creationId="{F3ADE5D4-53AB-1C4E-8D45-23589F492930}"/>
          </ac:picMkLst>
        </pc:picChg>
      </pc:sldChg>
      <pc:sldChg chg="modSp mod">
        <pc:chgData name="KIRAN K A" userId="c006811ef3eb6a44" providerId="LiveId" clId="{C6C753D0-C1FD-421B-A4B9-35D3032A2568}" dt="2025-07-19T07:56:41.380" v="525" actId="207"/>
        <pc:sldMkLst>
          <pc:docMk/>
          <pc:sldMk cId="983642737" sldId="420"/>
        </pc:sldMkLst>
        <pc:spChg chg="mod">
          <ac:chgData name="KIRAN K A" userId="c006811ef3eb6a44" providerId="LiveId" clId="{C6C753D0-C1FD-421B-A4B9-35D3032A2568}" dt="2025-07-19T07:56:41.380" v="525" actId="207"/>
          <ac:spMkLst>
            <pc:docMk/>
            <pc:sldMk cId="983642737" sldId="420"/>
            <ac:spMk id="2" creationId="{12302525-22B2-C292-F2C6-72FBDE3F10D9}"/>
          </ac:spMkLst>
        </pc:spChg>
        <pc:spChg chg="mod">
          <ac:chgData name="KIRAN K A" userId="c006811ef3eb6a44" providerId="LiveId" clId="{C6C753D0-C1FD-421B-A4B9-35D3032A2568}" dt="2025-07-19T07:56:35.496" v="523" actId="1076"/>
          <ac:spMkLst>
            <pc:docMk/>
            <pc:sldMk cId="983642737" sldId="420"/>
            <ac:spMk id="3" creationId="{5F51766E-1CF8-EB48-90C6-1D310CE0CFDA}"/>
          </ac:spMkLst>
        </pc:spChg>
        <pc:spChg chg="mod">
          <ac:chgData name="KIRAN K A" userId="c006811ef3eb6a44" providerId="LiveId" clId="{C6C753D0-C1FD-421B-A4B9-35D3032A2568}" dt="2025-07-19T07:56:37.908" v="524" actId="1076"/>
          <ac:spMkLst>
            <pc:docMk/>
            <pc:sldMk cId="983642737" sldId="420"/>
            <ac:spMk id="4" creationId="{074227CE-E10A-CA19-CC1A-E93D5521735A}"/>
          </ac:spMkLst>
        </pc:spChg>
      </pc:sldChg>
      <pc:sldChg chg="modSp mod">
        <pc:chgData name="KIRAN K A" userId="c006811ef3eb6a44" providerId="LiveId" clId="{C6C753D0-C1FD-421B-A4B9-35D3032A2568}" dt="2025-07-19T07:56:54.393" v="530" actId="207"/>
        <pc:sldMkLst>
          <pc:docMk/>
          <pc:sldMk cId="2223287074" sldId="421"/>
        </pc:sldMkLst>
        <pc:spChg chg="mod">
          <ac:chgData name="KIRAN K A" userId="c006811ef3eb6a44" providerId="LiveId" clId="{C6C753D0-C1FD-421B-A4B9-35D3032A2568}" dt="2025-07-19T07:56:54.393" v="530" actId="207"/>
          <ac:spMkLst>
            <pc:docMk/>
            <pc:sldMk cId="2223287074" sldId="421"/>
            <ac:spMk id="2" creationId="{B7EB8EEC-38CA-7431-72EB-AA9AF478F1B9}"/>
          </ac:spMkLst>
        </pc:spChg>
        <pc:spChg chg="mod">
          <ac:chgData name="KIRAN K A" userId="c006811ef3eb6a44" providerId="LiveId" clId="{C6C753D0-C1FD-421B-A4B9-35D3032A2568}" dt="2025-07-19T07:56:51.555" v="529" actId="179"/>
          <ac:spMkLst>
            <pc:docMk/>
            <pc:sldMk cId="2223287074" sldId="421"/>
            <ac:spMk id="3" creationId="{68BCFAFC-72A7-62E2-7DB2-910FCF519545}"/>
          </ac:spMkLst>
        </pc:spChg>
      </pc:sldChg>
      <pc:sldChg chg="modSp mod">
        <pc:chgData name="KIRAN K A" userId="c006811ef3eb6a44" providerId="LiveId" clId="{C6C753D0-C1FD-421B-A4B9-35D3032A2568}" dt="2025-07-19T07:58:24.647" v="554" actId="14100"/>
        <pc:sldMkLst>
          <pc:docMk/>
          <pc:sldMk cId="492937443" sldId="422"/>
        </pc:sldMkLst>
        <pc:spChg chg="mod">
          <ac:chgData name="KIRAN K A" userId="c006811ef3eb6a44" providerId="LiveId" clId="{C6C753D0-C1FD-421B-A4B9-35D3032A2568}" dt="2025-07-19T07:58:20.482" v="552" actId="207"/>
          <ac:spMkLst>
            <pc:docMk/>
            <pc:sldMk cId="492937443" sldId="422"/>
            <ac:spMk id="2" creationId="{9255EFA3-8FA1-71EE-E6CB-1E531374CAA7}"/>
          </ac:spMkLst>
        </pc:spChg>
        <pc:picChg chg="mod">
          <ac:chgData name="KIRAN K A" userId="c006811ef3eb6a44" providerId="LiveId" clId="{C6C753D0-C1FD-421B-A4B9-35D3032A2568}" dt="2025-07-19T07:58:24.647" v="554" actId="14100"/>
          <ac:picMkLst>
            <pc:docMk/>
            <pc:sldMk cId="492937443" sldId="422"/>
            <ac:picMk id="5" creationId="{C0C11132-32EA-0391-27F3-010834D94B30}"/>
          </ac:picMkLst>
        </pc:picChg>
      </pc:sldChg>
      <pc:sldChg chg="modSp mod">
        <pc:chgData name="KIRAN K A" userId="c006811ef3eb6a44" providerId="LiveId" clId="{C6C753D0-C1FD-421B-A4B9-35D3032A2568}" dt="2025-07-19T07:58:36.117" v="557" actId="207"/>
        <pc:sldMkLst>
          <pc:docMk/>
          <pc:sldMk cId="2479297614" sldId="423"/>
        </pc:sldMkLst>
        <pc:spChg chg="mod">
          <ac:chgData name="KIRAN K A" userId="c006811ef3eb6a44" providerId="LiveId" clId="{C6C753D0-C1FD-421B-A4B9-35D3032A2568}" dt="2025-07-19T07:58:36.117" v="557" actId="207"/>
          <ac:spMkLst>
            <pc:docMk/>
            <pc:sldMk cId="2479297614" sldId="423"/>
            <ac:spMk id="2" creationId="{87732672-894F-35D2-F9A1-75D6F9002EE3}"/>
          </ac:spMkLst>
        </pc:spChg>
        <pc:spChg chg="mod">
          <ac:chgData name="KIRAN K A" userId="c006811ef3eb6a44" providerId="LiveId" clId="{C6C753D0-C1FD-421B-A4B9-35D3032A2568}" dt="2025-07-19T07:58:29.846" v="555" actId="1076"/>
          <ac:spMkLst>
            <pc:docMk/>
            <pc:sldMk cId="2479297614" sldId="423"/>
            <ac:spMk id="3" creationId="{5B8EBDF7-FB18-960D-2FBD-FC9D92D4C764}"/>
          </ac:spMkLst>
        </pc:spChg>
        <pc:spChg chg="mod">
          <ac:chgData name="KIRAN K A" userId="c006811ef3eb6a44" providerId="LiveId" clId="{C6C753D0-C1FD-421B-A4B9-35D3032A2568}" dt="2025-07-19T07:58:33.279" v="556" actId="1076"/>
          <ac:spMkLst>
            <pc:docMk/>
            <pc:sldMk cId="2479297614" sldId="423"/>
            <ac:spMk id="4" creationId="{20756893-993D-EE44-4063-B148FEB8C754}"/>
          </ac:spMkLst>
        </pc:spChg>
      </pc:sldChg>
      <pc:sldChg chg="modSp mod">
        <pc:chgData name="KIRAN K A" userId="c006811ef3eb6a44" providerId="LiveId" clId="{C6C753D0-C1FD-421B-A4B9-35D3032A2568}" dt="2025-07-19T07:58:50.345" v="560" actId="207"/>
        <pc:sldMkLst>
          <pc:docMk/>
          <pc:sldMk cId="1779624825" sldId="424"/>
        </pc:sldMkLst>
        <pc:spChg chg="mod">
          <ac:chgData name="KIRAN K A" userId="c006811ef3eb6a44" providerId="LiveId" clId="{C6C753D0-C1FD-421B-A4B9-35D3032A2568}" dt="2025-07-19T07:58:50.345" v="560" actId="207"/>
          <ac:spMkLst>
            <pc:docMk/>
            <pc:sldMk cId="1779624825" sldId="424"/>
            <ac:spMk id="2" creationId="{8D9B370C-E9FC-4015-D14D-6FF88CEEA94E}"/>
          </ac:spMkLst>
        </pc:spChg>
        <pc:spChg chg="mod">
          <ac:chgData name="KIRAN K A" userId="c006811ef3eb6a44" providerId="LiveId" clId="{C6C753D0-C1FD-421B-A4B9-35D3032A2568}" dt="2025-07-19T07:58:45.879" v="558" actId="1076"/>
          <ac:spMkLst>
            <pc:docMk/>
            <pc:sldMk cId="1779624825" sldId="424"/>
            <ac:spMk id="3" creationId="{A8E59624-50D2-1A94-B209-291D18CA7190}"/>
          </ac:spMkLst>
        </pc:spChg>
        <pc:spChg chg="mod">
          <ac:chgData name="KIRAN K A" userId="c006811ef3eb6a44" providerId="LiveId" clId="{C6C753D0-C1FD-421B-A4B9-35D3032A2568}" dt="2025-07-19T07:58:47.959" v="559" actId="1076"/>
          <ac:spMkLst>
            <pc:docMk/>
            <pc:sldMk cId="1779624825" sldId="424"/>
            <ac:spMk id="4" creationId="{12F2D620-6034-F0E7-9511-94F333FE35C2}"/>
          </ac:spMkLst>
        </pc:spChg>
      </pc:sldChg>
      <pc:sldChg chg="modSp mod">
        <pc:chgData name="KIRAN K A" userId="c006811ef3eb6a44" providerId="LiveId" clId="{C6C753D0-C1FD-421B-A4B9-35D3032A2568}" dt="2025-07-19T07:58:57.540" v="561" actId="207"/>
        <pc:sldMkLst>
          <pc:docMk/>
          <pc:sldMk cId="447073" sldId="425"/>
        </pc:sldMkLst>
        <pc:spChg chg="mod">
          <ac:chgData name="KIRAN K A" userId="c006811ef3eb6a44" providerId="LiveId" clId="{C6C753D0-C1FD-421B-A4B9-35D3032A2568}" dt="2025-07-19T07:58:57.540" v="561" actId="207"/>
          <ac:spMkLst>
            <pc:docMk/>
            <pc:sldMk cId="447073" sldId="425"/>
            <ac:spMk id="2" creationId="{52FBDE61-7296-14EB-A270-46E5E59D16C4}"/>
          </ac:spMkLst>
        </pc:spChg>
        <pc:spChg chg="mod">
          <ac:chgData name="KIRAN K A" userId="c006811ef3eb6a44" providerId="LiveId" clId="{C6C753D0-C1FD-421B-A4B9-35D3032A2568}" dt="2025-07-19T06:34:40.659" v="1"/>
          <ac:spMkLst>
            <pc:docMk/>
            <pc:sldMk cId="447073" sldId="425"/>
            <ac:spMk id="3" creationId="{4F4464EB-97D1-58D6-43C8-386ABB5ABA72}"/>
          </ac:spMkLst>
        </pc:spChg>
      </pc:sldChg>
      <pc:sldChg chg="modSp mod">
        <pc:chgData name="KIRAN K A" userId="c006811ef3eb6a44" providerId="LiveId" clId="{C6C753D0-C1FD-421B-A4B9-35D3032A2568}" dt="2025-07-19T07:56:58.285" v="531" actId="207"/>
        <pc:sldMkLst>
          <pc:docMk/>
          <pc:sldMk cId="2339793305" sldId="426"/>
        </pc:sldMkLst>
        <pc:spChg chg="mod">
          <ac:chgData name="KIRAN K A" userId="c006811ef3eb6a44" providerId="LiveId" clId="{C6C753D0-C1FD-421B-A4B9-35D3032A2568}" dt="2025-07-19T07:56:58.285" v="531" actId="207"/>
          <ac:spMkLst>
            <pc:docMk/>
            <pc:sldMk cId="2339793305" sldId="426"/>
            <ac:spMk id="2" creationId="{94BD7C34-2697-93C2-AFE0-D48479A45AAF}"/>
          </ac:spMkLst>
        </pc:spChg>
        <pc:spChg chg="mod">
          <ac:chgData name="KIRAN K A" userId="c006811ef3eb6a44" providerId="LiveId" clId="{C6C753D0-C1FD-421B-A4B9-35D3032A2568}" dt="2025-07-19T06:34:40.659" v="1"/>
          <ac:spMkLst>
            <pc:docMk/>
            <pc:sldMk cId="2339793305" sldId="426"/>
            <ac:spMk id="3" creationId="{2229E424-9108-CECA-F218-CDCF46471893}"/>
          </ac:spMkLst>
        </pc:spChg>
      </pc:sldChg>
      <pc:sldChg chg="modSp mod">
        <pc:chgData name="KIRAN K A" userId="c006811ef3eb6a44" providerId="LiveId" clId="{C6C753D0-C1FD-421B-A4B9-35D3032A2568}" dt="2025-07-19T07:57:08.488" v="532" actId="207"/>
        <pc:sldMkLst>
          <pc:docMk/>
          <pc:sldMk cId="4151758370" sldId="427"/>
        </pc:sldMkLst>
        <pc:spChg chg="mod">
          <ac:chgData name="KIRAN K A" userId="c006811ef3eb6a44" providerId="LiveId" clId="{C6C753D0-C1FD-421B-A4B9-35D3032A2568}" dt="2025-07-19T07:57:08.488" v="532" actId="207"/>
          <ac:spMkLst>
            <pc:docMk/>
            <pc:sldMk cId="4151758370" sldId="427"/>
            <ac:spMk id="2" creationId="{A3853507-A01F-4745-E3D6-9F80B3A53738}"/>
          </ac:spMkLst>
        </pc:spChg>
        <pc:spChg chg="mod">
          <ac:chgData name="KIRAN K A" userId="c006811ef3eb6a44" providerId="LiveId" clId="{C6C753D0-C1FD-421B-A4B9-35D3032A2568}" dt="2025-07-19T06:34:40.659" v="1"/>
          <ac:spMkLst>
            <pc:docMk/>
            <pc:sldMk cId="4151758370" sldId="427"/>
            <ac:spMk id="3" creationId="{09E09F35-C10E-1222-377F-7C1DBE7B50C5}"/>
          </ac:spMkLst>
        </pc:spChg>
      </pc:sldChg>
      <pc:sldChg chg="delSp modSp mod">
        <pc:chgData name="KIRAN K A" userId="c006811ef3eb6a44" providerId="LiveId" clId="{C6C753D0-C1FD-421B-A4B9-35D3032A2568}" dt="2025-07-19T07:58:14.597" v="551" actId="1076"/>
        <pc:sldMkLst>
          <pc:docMk/>
          <pc:sldMk cId="3644596236" sldId="428"/>
        </pc:sldMkLst>
        <pc:spChg chg="mod">
          <ac:chgData name="KIRAN K A" userId="c006811ef3eb6a44" providerId="LiveId" clId="{C6C753D0-C1FD-421B-A4B9-35D3032A2568}" dt="2025-07-19T07:57:42.865" v="540" actId="207"/>
          <ac:spMkLst>
            <pc:docMk/>
            <pc:sldMk cId="3644596236" sldId="428"/>
            <ac:spMk id="2" creationId="{BB1DD40A-11C8-F12C-EB79-B9AB3C5DC664}"/>
          </ac:spMkLst>
        </pc:spChg>
        <pc:picChg chg="mod">
          <ac:chgData name="KIRAN K A" userId="c006811ef3eb6a44" providerId="LiveId" clId="{C6C753D0-C1FD-421B-A4B9-35D3032A2568}" dt="2025-07-19T07:58:14.597" v="551" actId="1076"/>
          <ac:picMkLst>
            <pc:docMk/>
            <pc:sldMk cId="3644596236" sldId="428"/>
            <ac:picMk id="5" creationId="{B179AA76-6AE5-9B51-9088-339507D4EF8B}"/>
          </ac:picMkLst>
        </pc:picChg>
        <pc:picChg chg="del mod">
          <ac:chgData name="KIRAN K A" userId="c006811ef3eb6a44" providerId="LiveId" clId="{C6C753D0-C1FD-421B-A4B9-35D3032A2568}" dt="2025-07-19T07:58:08.307" v="548" actId="478"/>
          <ac:picMkLst>
            <pc:docMk/>
            <pc:sldMk cId="3644596236" sldId="428"/>
            <ac:picMk id="6" creationId="{09DD426B-BB35-1CDC-C52F-97851BD067D6}"/>
          </ac:picMkLst>
        </pc:picChg>
      </pc:sldChg>
      <pc:sldChg chg="modSp mod">
        <pc:chgData name="KIRAN K A" userId="c006811ef3eb6a44" providerId="LiveId" clId="{C6C753D0-C1FD-421B-A4B9-35D3032A2568}" dt="2025-07-19T07:59:08.517" v="564" actId="207"/>
        <pc:sldMkLst>
          <pc:docMk/>
          <pc:sldMk cId="339589758" sldId="429"/>
        </pc:sldMkLst>
        <pc:spChg chg="mod">
          <ac:chgData name="KIRAN K A" userId="c006811ef3eb6a44" providerId="LiveId" clId="{C6C753D0-C1FD-421B-A4B9-35D3032A2568}" dt="2025-07-19T07:59:08.517" v="564" actId="207"/>
          <ac:spMkLst>
            <pc:docMk/>
            <pc:sldMk cId="339589758" sldId="429"/>
            <ac:spMk id="2" creationId="{41FEC13C-C954-6748-2610-7F03E4992620}"/>
          </ac:spMkLst>
        </pc:spChg>
        <pc:picChg chg="mod">
          <ac:chgData name="KIRAN K A" userId="c006811ef3eb6a44" providerId="LiveId" clId="{C6C753D0-C1FD-421B-A4B9-35D3032A2568}" dt="2025-07-19T07:59:04.494" v="563" actId="14100"/>
          <ac:picMkLst>
            <pc:docMk/>
            <pc:sldMk cId="339589758" sldId="429"/>
            <ac:picMk id="5" creationId="{33ADF081-F5F3-D968-B979-FC8E1F53F3CA}"/>
          </ac:picMkLst>
        </pc:picChg>
      </pc:sldChg>
      <pc:sldChg chg="modSp mod">
        <pc:chgData name="KIRAN K A" userId="c006811ef3eb6a44" providerId="LiveId" clId="{C6C753D0-C1FD-421B-A4B9-35D3032A2568}" dt="2025-07-19T07:59:14.102" v="565" actId="207"/>
        <pc:sldMkLst>
          <pc:docMk/>
          <pc:sldMk cId="2207375088" sldId="430"/>
        </pc:sldMkLst>
        <pc:spChg chg="mod">
          <ac:chgData name="KIRAN K A" userId="c006811ef3eb6a44" providerId="LiveId" clId="{C6C753D0-C1FD-421B-A4B9-35D3032A2568}" dt="2025-07-19T07:59:14.102" v="565" actId="207"/>
          <ac:spMkLst>
            <pc:docMk/>
            <pc:sldMk cId="2207375088" sldId="430"/>
            <ac:spMk id="2" creationId="{29DA4A2B-A9E0-4A4E-D629-B7D5328473AB}"/>
          </ac:spMkLst>
        </pc:spChg>
        <pc:spChg chg="mod">
          <ac:chgData name="KIRAN K A" userId="c006811ef3eb6a44" providerId="LiveId" clId="{C6C753D0-C1FD-421B-A4B9-35D3032A2568}" dt="2025-07-19T06:34:41.448" v="56" actId="27636"/>
          <ac:spMkLst>
            <pc:docMk/>
            <pc:sldMk cId="2207375088" sldId="430"/>
            <ac:spMk id="3" creationId="{D6DA6ED9-AEA8-EEAB-697C-D0139EA6C5B7}"/>
          </ac:spMkLst>
        </pc:spChg>
      </pc:sldChg>
      <pc:sldChg chg="modSp mod">
        <pc:chgData name="KIRAN K A" userId="c006811ef3eb6a44" providerId="LiveId" clId="{C6C753D0-C1FD-421B-A4B9-35D3032A2568}" dt="2025-07-19T07:59:25.553" v="566" actId="207"/>
        <pc:sldMkLst>
          <pc:docMk/>
          <pc:sldMk cId="2003495426" sldId="431"/>
        </pc:sldMkLst>
        <pc:spChg chg="mod">
          <ac:chgData name="KIRAN K A" userId="c006811ef3eb6a44" providerId="LiveId" clId="{C6C753D0-C1FD-421B-A4B9-35D3032A2568}" dt="2025-07-19T07:59:25.553" v="566" actId="207"/>
          <ac:spMkLst>
            <pc:docMk/>
            <pc:sldMk cId="2003495426" sldId="431"/>
            <ac:spMk id="2" creationId="{AA1E178A-8410-4739-31D5-AEC26627D839}"/>
          </ac:spMkLst>
        </pc:spChg>
        <pc:spChg chg="mod">
          <ac:chgData name="KIRAN K A" userId="c006811ef3eb6a44" providerId="LiveId" clId="{C6C753D0-C1FD-421B-A4B9-35D3032A2568}" dt="2025-07-19T06:34:41.448" v="57" actId="27636"/>
          <ac:spMkLst>
            <pc:docMk/>
            <pc:sldMk cId="2003495426" sldId="431"/>
            <ac:spMk id="3" creationId="{D918C70A-E584-5DD3-9897-AB694AFCF3E4}"/>
          </ac:spMkLst>
        </pc:spChg>
      </pc:sldChg>
      <pc:sldChg chg="modSp mod">
        <pc:chgData name="KIRAN K A" userId="c006811ef3eb6a44" providerId="LiveId" clId="{C6C753D0-C1FD-421B-A4B9-35D3032A2568}" dt="2025-07-19T07:55:56.481" v="513" actId="207"/>
        <pc:sldMkLst>
          <pc:docMk/>
          <pc:sldMk cId="1172573722" sldId="432"/>
        </pc:sldMkLst>
        <pc:spChg chg="mod">
          <ac:chgData name="KIRAN K A" userId="c006811ef3eb6a44" providerId="LiveId" clId="{C6C753D0-C1FD-421B-A4B9-35D3032A2568}" dt="2025-07-19T07:55:56.481" v="513" actId="207"/>
          <ac:spMkLst>
            <pc:docMk/>
            <pc:sldMk cId="1172573722" sldId="432"/>
            <ac:spMk id="2" creationId="{FA24B122-6677-C2E9-3609-D9E350C01BCB}"/>
          </ac:spMkLst>
        </pc:spChg>
        <pc:spChg chg="mod">
          <ac:chgData name="KIRAN K A" userId="c006811ef3eb6a44" providerId="LiveId" clId="{C6C753D0-C1FD-421B-A4B9-35D3032A2568}" dt="2025-07-19T06:34:40.659" v="1"/>
          <ac:spMkLst>
            <pc:docMk/>
            <pc:sldMk cId="1172573722" sldId="432"/>
            <ac:spMk id="3" creationId="{3733C182-9189-AF63-F863-0BF00CDF79CA}"/>
          </ac:spMkLst>
        </pc:spChg>
      </pc:sldChg>
      <pc:sldChg chg="modSp mod">
        <pc:chgData name="KIRAN K A" userId="c006811ef3eb6a44" providerId="LiveId" clId="{C6C753D0-C1FD-421B-A4B9-35D3032A2568}" dt="2025-07-19T07:56:00.991" v="514" actId="207"/>
        <pc:sldMkLst>
          <pc:docMk/>
          <pc:sldMk cId="386452850" sldId="433"/>
        </pc:sldMkLst>
        <pc:spChg chg="mod">
          <ac:chgData name="KIRAN K A" userId="c006811ef3eb6a44" providerId="LiveId" clId="{C6C753D0-C1FD-421B-A4B9-35D3032A2568}" dt="2025-07-19T07:56:00.991" v="514" actId="207"/>
          <ac:spMkLst>
            <pc:docMk/>
            <pc:sldMk cId="386452850" sldId="433"/>
            <ac:spMk id="2" creationId="{DB58A65D-01F4-7042-6F75-C4177E41ABAE}"/>
          </ac:spMkLst>
        </pc:spChg>
        <pc:spChg chg="mod">
          <ac:chgData name="KIRAN K A" userId="c006811ef3eb6a44" providerId="LiveId" clId="{C6C753D0-C1FD-421B-A4B9-35D3032A2568}" dt="2025-07-19T06:34:40.659" v="1"/>
          <ac:spMkLst>
            <pc:docMk/>
            <pc:sldMk cId="386452850" sldId="433"/>
            <ac:spMk id="3" creationId="{F1707095-D13C-7AFE-8F57-C495E0C4A347}"/>
          </ac:spMkLst>
        </pc:spChg>
      </pc:sldChg>
      <pc:sldChg chg="modSp mod">
        <pc:chgData name="KIRAN K A" userId="c006811ef3eb6a44" providerId="LiveId" clId="{C6C753D0-C1FD-421B-A4B9-35D3032A2568}" dt="2025-07-19T07:56:05.733" v="515" actId="207"/>
        <pc:sldMkLst>
          <pc:docMk/>
          <pc:sldMk cId="1560201834" sldId="434"/>
        </pc:sldMkLst>
        <pc:spChg chg="mod">
          <ac:chgData name="KIRAN K A" userId="c006811ef3eb6a44" providerId="LiveId" clId="{C6C753D0-C1FD-421B-A4B9-35D3032A2568}" dt="2025-07-19T07:56:05.733" v="515" actId="207"/>
          <ac:spMkLst>
            <pc:docMk/>
            <pc:sldMk cId="1560201834" sldId="434"/>
            <ac:spMk id="2" creationId="{29AF82D8-9A8C-D738-8FE6-EAE652D21CBF}"/>
          </ac:spMkLst>
        </pc:spChg>
        <pc:spChg chg="mod">
          <ac:chgData name="KIRAN K A" userId="c006811ef3eb6a44" providerId="LiveId" clId="{C6C753D0-C1FD-421B-A4B9-35D3032A2568}" dt="2025-07-19T06:34:40.659" v="1"/>
          <ac:spMkLst>
            <pc:docMk/>
            <pc:sldMk cId="1560201834" sldId="434"/>
            <ac:spMk id="3" creationId="{07E45B45-FC74-85D7-68A0-198789EA2DAC}"/>
          </ac:spMkLst>
        </pc:spChg>
      </pc:sldChg>
      <pc:sldChg chg="modSp mod">
        <pc:chgData name="KIRAN K A" userId="c006811ef3eb6a44" providerId="LiveId" clId="{C6C753D0-C1FD-421B-A4B9-35D3032A2568}" dt="2025-07-19T07:56:13.614" v="517" actId="1076"/>
        <pc:sldMkLst>
          <pc:docMk/>
          <pc:sldMk cId="3632418525" sldId="435"/>
        </pc:sldMkLst>
        <pc:spChg chg="mod">
          <ac:chgData name="KIRAN K A" userId="c006811ef3eb6a44" providerId="LiveId" clId="{C6C753D0-C1FD-421B-A4B9-35D3032A2568}" dt="2025-07-19T07:56:10.371" v="516" actId="207"/>
          <ac:spMkLst>
            <pc:docMk/>
            <pc:sldMk cId="3632418525" sldId="435"/>
            <ac:spMk id="2" creationId="{64651F64-C75B-9CF0-22A2-DD0740F5EEBB}"/>
          </ac:spMkLst>
        </pc:spChg>
        <pc:spChg chg="mod">
          <ac:chgData name="KIRAN K A" userId="c006811ef3eb6a44" providerId="LiveId" clId="{C6C753D0-C1FD-421B-A4B9-35D3032A2568}" dt="2025-07-19T07:56:13.614" v="517" actId="1076"/>
          <ac:spMkLst>
            <pc:docMk/>
            <pc:sldMk cId="3632418525" sldId="435"/>
            <ac:spMk id="3" creationId="{92D0139E-02E1-B610-414E-DBFFED88D0C1}"/>
          </ac:spMkLst>
        </pc:spChg>
      </pc:sldChg>
      <pc:sldChg chg="modSp mod">
        <pc:chgData name="KIRAN K A" userId="c006811ef3eb6a44" providerId="LiveId" clId="{C6C753D0-C1FD-421B-A4B9-35D3032A2568}" dt="2025-07-19T07:59:30.634" v="567" actId="207"/>
        <pc:sldMkLst>
          <pc:docMk/>
          <pc:sldMk cId="2434723499" sldId="436"/>
        </pc:sldMkLst>
        <pc:spChg chg="mod">
          <ac:chgData name="KIRAN K A" userId="c006811ef3eb6a44" providerId="LiveId" clId="{C6C753D0-C1FD-421B-A4B9-35D3032A2568}" dt="2025-07-19T07:59:30.634" v="567" actId="207"/>
          <ac:spMkLst>
            <pc:docMk/>
            <pc:sldMk cId="2434723499" sldId="436"/>
            <ac:spMk id="2" creationId="{38A27E10-3DBA-D5DD-AF1C-5BD6125F4987}"/>
          </ac:spMkLst>
        </pc:spChg>
        <pc:spChg chg="mod">
          <ac:chgData name="KIRAN K A" userId="c006811ef3eb6a44" providerId="LiveId" clId="{C6C753D0-C1FD-421B-A4B9-35D3032A2568}" dt="2025-07-19T06:34:40.659" v="1"/>
          <ac:spMkLst>
            <pc:docMk/>
            <pc:sldMk cId="2434723499" sldId="436"/>
            <ac:spMk id="3" creationId="{922D00AA-F201-E4F7-3C0B-605A6D16ED92}"/>
          </ac:spMkLst>
        </pc:spChg>
      </pc:sldChg>
      <pc:sldChg chg="modSp mod">
        <pc:chgData name="KIRAN K A" userId="c006811ef3eb6a44" providerId="LiveId" clId="{C6C753D0-C1FD-421B-A4B9-35D3032A2568}" dt="2025-07-19T07:59:34.772" v="568" actId="207"/>
        <pc:sldMkLst>
          <pc:docMk/>
          <pc:sldMk cId="4176932844" sldId="437"/>
        </pc:sldMkLst>
        <pc:spChg chg="mod">
          <ac:chgData name="KIRAN K A" userId="c006811ef3eb6a44" providerId="LiveId" clId="{C6C753D0-C1FD-421B-A4B9-35D3032A2568}" dt="2025-07-19T07:59:34.772" v="568" actId="207"/>
          <ac:spMkLst>
            <pc:docMk/>
            <pc:sldMk cId="4176932844" sldId="437"/>
            <ac:spMk id="2" creationId="{98C63789-E3FA-DB43-02E2-835D5C2551AD}"/>
          </ac:spMkLst>
        </pc:spChg>
        <pc:spChg chg="mod">
          <ac:chgData name="KIRAN K A" userId="c006811ef3eb6a44" providerId="LiveId" clId="{C6C753D0-C1FD-421B-A4B9-35D3032A2568}" dt="2025-07-19T06:34:40.659" v="1"/>
          <ac:spMkLst>
            <pc:docMk/>
            <pc:sldMk cId="4176932844" sldId="437"/>
            <ac:spMk id="3" creationId="{A975F02D-AF17-2ACF-B025-39276BC2D7B0}"/>
          </ac:spMkLst>
        </pc:spChg>
      </pc:sldChg>
      <pc:sldChg chg="modSp mod">
        <pc:chgData name="KIRAN K A" userId="c006811ef3eb6a44" providerId="LiveId" clId="{C6C753D0-C1FD-421B-A4B9-35D3032A2568}" dt="2025-07-19T07:59:38.798" v="569" actId="207"/>
        <pc:sldMkLst>
          <pc:docMk/>
          <pc:sldMk cId="720820742" sldId="438"/>
        </pc:sldMkLst>
        <pc:spChg chg="mod">
          <ac:chgData name="KIRAN K A" userId="c006811ef3eb6a44" providerId="LiveId" clId="{C6C753D0-C1FD-421B-A4B9-35D3032A2568}" dt="2025-07-19T07:59:38.798" v="569" actId="207"/>
          <ac:spMkLst>
            <pc:docMk/>
            <pc:sldMk cId="720820742" sldId="438"/>
            <ac:spMk id="2" creationId="{8D99BC28-EFEF-24F5-39F0-D3B7B6722B92}"/>
          </ac:spMkLst>
        </pc:spChg>
      </pc:sldChg>
      <pc:sldChg chg="modSp mod">
        <pc:chgData name="KIRAN K A" userId="c006811ef3eb6a44" providerId="LiveId" clId="{C6C753D0-C1FD-421B-A4B9-35D3032A2568}" dt="2025-07-19T07:59:44.477" v="570" actId="207"/>
        <pc:sldMkLst>
          <pc:docMk/>
          <pc:sldMk cId="3561576606" sldId="439"/>
        </pc:sldMkLst>
        <pc:spChg chg="mod">
          <ac:chgData name="KIRAN K A" userId="c006811ef3eb6a44" providerId="LiveId" clId="{C6C753D0-C1FD-421B-A4B9-35D3032A2568}" dt="2025-07-19T07:59:44.477" v="570" actId="207"/>
          <ac:spMkLst>
            <pc:docMk/>
            <pc:sldMk cId="3561576606" sldId="439"/>
            <ac:spMk id="2" creationId="{1BF41D24-DD10-E065-71B2-6A9C5B01B653}"/>
          </ac:spMkLst>
        </pc:spChg>
      </pc:sldChg>
      <pc:sldChg chg="modSp mod">
        <pc:chgData name="KIRAN K A" userId="c006811ef3eb6a44" providerId="LiveId" clId="{C6C753D0-C1FD-421B-A4B9-35D3032A2568}" dt="2025-07-19T07:59:48.381" v="571" actId="207"/>
        <pc:sldMkLst>
          <pc:docMk/>
          <pc:sldMk cId="3286045574" sldId="440"/>
        </pc:sldMkLst>
        <pc:spChg chg="mod">
          <ac:chgData name="KIRAN K A" userId="c006811ef3eb6a44" providerId="LiveId" clId="{C6C753D0-C1FD-421B-A4B9-35D3032A2568}" dt="2025-07-19T07:59:48.381" v="571" actId="207"/>
          <ac:spMkLst>
            <pc:docMk/>
            <pc:sldMk cId="3286045574" sldId="440"/>
            <ac:spMk id="2" creationId="{BDA74560-4E4A-3EBB-1302-CF8610D38C28}"/>
          </ac:spMkLst>
        </pc:spChg>
        <pc:spChg chg="mod">
          <ac:chgData name="KIRAN K A" userId="c006811ef3eb6a44" providerId="LiveId" clId="{C6C753D0-C1FD-421B-A4B9-35D3032A2568}" dt="2025-07-19T06:34:40.659" v="1"/>
          <ac:spMkLst>
            <pc:docMk/>
            <pc:sldMk cId="3286045574" sldId="440"/>
            <ac:spMk id="3" creationId="{8E0913EF-E0E9-A454-E04C-629795D3EC24}"/>
          </ac:spMkLst>
        </pc:spChg>
      </pc:sldChg>
      <pc:sldChg chg="modSp mod">
        <pc:chgData name="KIRAN K A" userId="c006811ef3eb6a44" providerId="LiveId" clId="{C6C753D0-C1FD-421B-A4B9-35D3032A2568}" dt="2025-07-19T07:59:52.451" v="572" actId="207"/>
        <pc:sldMkLst>
          <pc:docMk/>
          <pc:sldMk cId="2402791308" sldId="441"/>
        </pc:sldMkLst>
        <pc:spChg chg="mod">
          <ac:chgData name="KIRAN K A" userId="c006811ef3eb6a44" providerId="LiveId" clId="{C6C753D0-C1FD-421B-A4B9-35D3032A2568}" dt="2025-07-19T07:59:52.451" v="572" actId="207"/>
          <ac:spMkLst>
            <pc:docMk/>
            <pc:sldMk cId="2402791308" sldId="441"/>
            <ac:spMk id="2" creationId="{E50DDC5B-133A-23C2-D615-5487E2915508}"/>
          </ac:spMkLst>
        </pc:spChg>
        <pc:spChg chg="mod">
          <ac:chgData name="KIRAN K A" userId="c006811ef3eb6a44" providerId="LiveId" clId="{C6C753D0-C1FD-421B-A4B9-35D3032A2568}" dt="2025-07-19T06:34:41.474" v="58" actId="27636"/>
          <ac:spMkLst>
            <pc:docMk/>
            <pc:sldMk cId="2402791308" sldId="441"/>
            <ac:spMk id="3" creationId="{D6BB61BB-0537-40DD-25F5-FDD919889813}"/>
          </ac:spMkLst>
        </pc:spChg>
      </pc:sldChg>
      <pc:sldChg chg="modSp mod">
        <pc:chgData name="KIRAN K A" userId="c006811ef3eb6a44" providerId="LiveId" clId="{C6C753D0-C1FD-421B-A4B9-35D3032A2568}" dt="2025-07-19T07:59:56.116" v="573" actId="207"/>
        <pc:sldMkLst>
          <pc:docMk/>
          <pc:sldMk cId="3873761176" sldId="442"/>
        </pc:sldMkLst>
        <pc:spChg chg="mod">
          <ac:chgData name="KIRAN K A" userId="c006811ef3eb6a44" providerId="LiveId" clId="{C6C753D0-C1FD-421B-A4B9-35D3032A2568}" dt="2025-07-19T07:59:56.116" v="573" actId="207"/>
          <ac:spMkLst>
            <pc:docMk/>
            <pc:sldMk cId="3873761176" sldId="442"/>
            <ac:spMk id="2" creationId="{BD4D3055-D96E-4507-63F0-769B6E6B61B0}"/>
          </ac:spMkLst>
        </pc:spChg>
        <pc:spChg chg="mod">
          <ac:chgData name="KIRAN K A" userId="c006811ef3eb6a44" providerId="LiveId" clId="{C6C753D0-C1FD-421B-A4B9-35D3032A2568}" dt="2025-07-19T06:34:40.659" v="1"/>
          <ac:spMkLst>
            <pc:docMk/>
            <pc:sldMk cId="3873761176" sldId="442"/>
            <ac:spMk id="3" creationId="{AF07BB73-B60A-3F74-FF1E-065676828EE7}"/>
          </ac:spMkLst>
        </pc:spChg>
      </pc:sldChg>
      <pc:sldChg chg="modSp mod">
        <pc:chgData name="KIRAN K A" userId="c006811ef3eb6a44" providerId="LiveId" clId="{C6C753D0-C1FD-421B-A4B9-35D3032A2568}" dt="2025-07-19T08:00:05.474" v="577" actId="1076"/>
        <pc:sldMkLst>
          <pc:docMk/>
          <pc:sldMk cId="3791359763" sldId="443"/>
        </pc:sldMkLst>
        <pc:spChg chg="mod">
          <ac:chgData name="KIRAN K A" userId="c006811ef3eb6a44" providerId="LiveId" clId="{C6C753D0-C1FD-421B-A4B9-35D3032A2568}" dt="2025-07-19T07:59:59.657" v="574" actId="207"/>
          <ac:spMkLst>
            <pc:docMk/>
            <pc:sldMk cId="3791359763" sldId="443"/>
            <ac:spMk id="2" creationId="{637A1626-3384-2B51-6F3D-B9CE27EBC34A}"/>
          </ac:spMkLst>
        </pc:spChg>
        <pc:picChg chg="mod">
          <ac:chgData name="KIRAN K A" userId="c006811ef3eb6a44" providerId="LiveId" clId="{C6C753D0-C1FD-421B-A4B9-35D3032A2568}" dt="2025-07-19T08:00:05.474" v="577" actId="1076"/>
          <ac:picMkLst>
            <pc:docMk/>
            <pc:sldMk cId="3791359763" sldId="443"/>
            <ac:picMk id="5" creationId="{711DDF73-C2FC-59CF-E916-386DCF696EF9}"/>
          </ac:picMkLst>
        </pc:picChg>
      </pc:sldChg>
      <pc:sldChg chg="modSp mod">
        <pc:chgData name="KIRAN K A" userId="c006811ef3eb6a44" providerId="LiveId" clId="{C6C753D0-C1FD-421B-A4B9-35D3032A2568}" dt="2025-07-19T08:00:24.144" v="581" actId="14100"/>
        <pc:sldMkLst>
          <pc:docMk/>
          <pc:sldMk cId="746779859" sldId="444"/>
        </pc:sldMkLst>
        <pc:spChg chg="mod">
          <ac:chgData name="KIRAN K A" userId="c006811ef3eb6a44" providerId="LiveId" clId="{C6C753D0-C1FD-421B-A4B9-35D3032A2568}" dt="2025-07-19T08:00:15.317" v="578" actId="207"/>
          <ac:spMkLst>
            <pc:docMk/>
            <pc:sldMk cId="746779859" sldId="444"/>
            <ac:spMk id="2" creationId="{25FF81C8-1307-5FBD-AE66-C0CED02D6E3A}"/>
          </ac:spMkLst>
        </pc:spChg>
        <pc:spChg chg="mod">
          <ac:chgData name="KIRAN K A" userId="c006811ef3eb6a44" providerId="LiveId" clId="{C6C753D0-C1FD-421B-A4B9-35D3032A2568}" dt="2025-07-19T08:00:19.375" v="579" actId="1076"/>
          <ac:spMkLst>
            <pc:docMk/>
            <pc:sldMk cId="746779859" sldId="444"/>
            <ac:spMk id="3" creationId="{49B2581E-A2E1-A798-6A3C-54C6507FF31F}"/>
          </ac:spMkLst>
        </pc:spChg>
        <pc:spChg chg="mod">
          <ac:chgData name="KIRAN K A" userId="c006811ef3eb6a44" providerId="LiveId" clId="{C6C753D0-C1FD-421B-A4B9-35D3032A2568}" dt="2025-07-19T08:00:24.144" v="581" actId="14100"/>
          <ac:spMkLst>
            <pc:docMk/>
            <pc:sldMk cId="746779859" sldId="444"/>
            <ac:spMk id="4" creationId="{D67083BE-292C-6B29-B0C4-7E6145FBCECB}"/>
          </ac:spMkLst>
        </pc:spChg>
      </pc:sldChg>
      <pc:sldChg chg="modSp mod">
        <pc:chgData name="KIRAN K A" userId="c006811ef3eb6a44" providerId="LiveId" clId="{C6C753D0-C1FD-421B-A4B9-35D3032A2568}" dt="2025-07-19T08:02:27.414" v="597" actId="207"/>
        <pc:sldMkLst>
          <pc:docMk/>
          <pc:sldMk cId="3991842603" sldId="445"/>
        </pc:sldMkLst>
        <pc:spChg chg="mod">
          <ac:chgData name="KIRAN K A" userId="c006811ef3eb6a44" providerId="LiveId" clId="{C6C753D0-C1FD-421B-A4B9-35D3032A2568}" dt="2025-07-19T08:02:27.414" v="597" actId="207"/>
          <ac:spMkLst>
            <pc:docMk/>
            <pc:sldMk cId="3991842603" sldId="445"/>
            <ac:spMk id="2" creationId="{B77D1B51-FEEE-702C-883F-F0F049E26977}"/>
          </ac:spMkLst>
        </pc:spChg>
        <pc:spChg chg="mod">
          <ac:chgData name="KIRAN K A" userId="c006811ef3eb6a44" providerId="LiveId" clId="{C6C753D0-C1FD-421B-A4B9-35D3032A2568}" dt="2025-07-19T06:35:17.692" v="129" actId="27636"/>
          <ac:spMkLst>
            <pc:docMk/>
            <pc:sldMk cId="3991842603" sldId="445"/>
            <ac:spMk id="3" creationId="{B5DFD35B-5D25-133E-5556-B83514D2DEDB}"/>
          </ac:spMkLst>
        </pc:spChg>
      </pc:sldChg>
      <pc:sldChg chg="modSp mod">
        <pc:chgData name="KIRAN K A" userId="c006811ef3eb6a44" providerId="LiveId" clId="{C6C753D0-C1FD-421B-A4B9-35D3032A2568}" dt="2025-07-19T08:02:30.880" v="598" actId="207"/>
        <pc:sldMkLst>
          <pc:docMk/>
          <pc:sldMk cId="750702636" sldId="446"/>
        </pc:sldMkLst>
        <pc:spChg chg="mod">
          <ac:chgData name="KIRAN K A" userId="c006811ef3eb6a44" providerId="LiveId" clId="{C6C753D0-C1FD-421B-A4B9-35D3032A2568}" dt="2025-07-19T08:02:30.880" v="598" actId="207"/>
          <ac:spMkLst>
            <pc:docMk/>
            <pc:sldMk cId="750702636" sldId="446"/>
            <ac:spMk id="2" creationId="{8EF1364D-94DC-47DE-9519-4A555CC995C1}"/>
          </ac:spMkLst>
        </pc:spChg>
        <pc:spChg chg="mod">
          <ac:chgData name="KIRAN K A" userId="c006811ef3eb6a44" providerId="LiveId" clId="{C6C753D0-C1FD-421B-A4B9-35D3032A2568}" dt="2025-07-19T06:35:17.696" v="130" actId="27636"/>
          <ac:spMkLst>
            <pc:docMk/>
            <pc:sldMk cId="750702636" sldId="446"/>
            <ac:spMk id="3" creationId="{762B9217-B922-DC6D-979F-7B4D31DE195B}"/>
          </ac:spMkLst>
        </pc:spChg>
      </pc:sldChg>
      <pc:sldChg chg="modSp mod">
        <pc:chgData name="KIRAN K A" userId="c006811ef3eb6a44" providerId="LiveId" clId="{C6C753D0-C1FD-421B-A4B9-35D3032A2568}" dt="2025-07-19T08:02:39.818" v="600" actId="179"/>
        <pc:sldMkLst>
          <pc:docMk/>
          <pc:sldMk cId="940640395" sldId="447"/>
        </pc:sldMkLst>
        <pc:spChg chg="mod">
          <ac:chgData name="KIRAN K A" userId="c006811ef3eb6a44" providerId="LiveId" clId="{C6C753D0-C1FD-421B-A4B9-35D3032A2568}" dt="2025-07-19T08:02:34.254" v="599" actId="207"/>
          <ac:spMkLst>
            <pc:docMk/>
            <pc:sldMk cId="940640395" sldId="447"/>
            <ac:spMk id="2" creationId="{54E6CFD1-655E-6B17-B8D8-F8A9E0F318D5}"/>
          </ac:spMkLst>
        </pc:spChg>
        <pc:spChg chg="mod">
          <ac:chgData name="KIRAN K A" userId="c006811ef3eb6a44" providerId="LiveId" clId="{C6C753D0-C1FD-421B-A4B9-35D3032A2568}" dt="2025-07-19T08:02:39.818" v="600" actId="179"/>
          <ac:spMkLst>
            <pc:docMk/>
            <pc:sldMk cId="940640395" sldId="447"/>
            <ac:spMk id="3" creationId="{0FDCDBE8-19FB-4DE1-DFE7-57248E38AAE3}"/>
          </ac:spMkLst>
        </pc:spChg>
      </pc:sldChg>
      <pc:sldChg chg="modSp mod">
        <pc:chgData name="KIRAN K A" userId="c006811ef3eb6a44" providerId="LiveId" clId="{C6C753D0-C1FD-421B-A4B9-35D3032A2568}" dt="2025-07-19T08:02:55.254" v="601" actId="207"/>
        <pc:sldMkLst>
          <pc:docMk/>
          <pc:sldMk cId="2360633097" sldId="448"/>
        </pc:sldMkLst>
        <pc:spChg chg="mod">
          <ac:chgData name="KIRAN K A" userId="c006811ef3eb6a44" providerId="LiveId" clId="{C6C753D0-C1FD-421B-A4B9-35D3032A2568}" dt="2025-07-19T08:02:55.254" v="601" actId="207"/>
          <ac:spMkLst>
            <pc:docMk/>
            <pc:sldMk cId="2360633097" sldId="448"/>
            <ac:spMk id="2" creationId="{58E96DD6-0BD1-5B35-B28A-ED0BDF0E4FF6}"/>
          </ac:spMkLst>
        </pc:spChg>
        <pc:spChg chg="mod">
          <ac:chgData name="KIRAN K A" userId="c006811ef3eb6a44" providerId="LiveId" clId="{C6C753D0-C1FD-421B-A4B9-35D3032A2568}" dt="2025-07-19T06:34:40.659" v="1"/>
          <ac:spMkLst>
            <pc:docMk/>
            <pc:sldMk cId="2360633097" sldId="448"/>
            <ac:spMk id="3" creationId="{57E9ADAF-F17E-CDFB-BC8E-D58CBDCCAE84}"/>
          </ac:spMkLst>
        </pc:spChg>
      </pc:sldChg>
      <pc:sldChg chg="modSp mod">
        <pc:chgData name="KIRAN K A" userId="c006811ef3eb6a44" providerId="LiveId" clId="{C6C753D0-C1FD-421B-A4B9-35D3032A2568}" dt="2025-07-19T08:03:01.843" v="604" actId="27636"/>
        <pc:sldMkLst>
          <pc:docMk/>
          <pc:sldMk cId="410196277" sldId="449"/>
        </pc:sldMkLst>
        <pc:spChg chg="mod">
          <ac:chgData name="KIRAN K A" userId="c006811ef3eb6a44" providerId="LiveId" clId="{C6C753D0-C1FD-421B-A4B9-35D3032A2568}" dt="2025-07-19T08:02:59.053" v="602" actId="207"/>
          <ac:spMkLst>
            <pc:docMk/>
            <pc:sldMk cId="410196277" sldId="449"/>
            <ac:spMk id="2" creationId="{2C9E2193-2801-48D6-D744-18F96CC74E45}"/>
          </ac:spMkLst>
        </pc:spChg>
        <pc:spChg chg="mod">
          <ac:chgData name="KIRAN K A" userId="c006811ef3eb6a44" providerId="LiveId" clId="{C6C753D0-C1FD-421B-A4B9-35D3032A2568}" dt="2025-07-19T08:03:01.843" v="604" actId="27636"/>
          <ac:spMkLst>
            <pc:docMk/>
            <pc:sldMk cId="410196277" sldId="449"/>
            <ac:spMk id="3" creationId="{A951EF74-1B0C-E404-CAAF-DF3A76EE9AB0}"/>
          </ac:spMkLst>
        </pc:spChg>
      </pc:sldChg>
      <pc:sldChg chg="modSp mod">
        <pc:chgData name="KIRAN K A" userId="c006811ef3eb6a44" providerId="LiveId" clId="{C6C753D0-C1FD-421B-A4B9-35D3032A2568}" dt="2025-07-19T08:03:29.747" v="605" actId="207"/>
        <pc:sldMkLst>
          <pc:docMk/>
          <pc:sldMk cId="1264020954" sldId="450"/>
        </pc:sldMkLst>
        <pc:spChg chg="mod">
          <ac:chgData name="KIRAN K A" userId="c006811ef3eb6a44" providerId="LiveId" clId="{C6C753D0-C1FD-421B-A4B9-35D3032A2568}" dt="2025-07-19T08:03:29.747" v="605" actId="207"/>
          <ac:spMkLst>
            <pc:docMk/>
            <pc:sldMk cId="1264020954" sldId="450"/>
            <ac:spMk id="2" creationId="{B966AA54-5ADB-0D0E-26E0-30A4AA69369F}"/>
          </ac:spMkLst>
        </pc:spChg>
        <pc:spChg chg="mod">
          <ac:chgData name="KIRAN K A" userId="c006811ef3eb6a44" providerId="LiveId" clId="{C6C753D0-C1FD-421B-A4B9-35D3032A2568}" dt="2025-07-19T06:34:40.659" v="1"/>
          <ac:spMkLst>
            <pc:docMk/>
            <pc:sldMk cId="1264020954" sldId="450"/>
            <ac:spMk id="3" creationId="{031D1ECD-79CE-CBBC-32AE-30A1CAC03E3B}"/>
          </ac:spMkLst>
        </pc:spChg>
      </pc:sldChg>
      <pc:sldChg chg="modSp mod">
        <pc:chgData name="KIRAN K A" userId="c006811ef3eb6a44" providerId="LiveId" clId="{C6C753D0-C1FD-421B-A4B9-35D3032A2568}" dt="2025-07-19T08:03:39.482" v="608" actId="1076"/>
        <pc:sldMkLst>
          <pc:docMk/>
          <pc:sldMk cId="3809827391" sldId="451"/>
        </pc:sldMkLst>
        <pc:spChg chg="mod">
          <ac:chgData name="KIRAN K A" userId="c006811ef3eb6a44" providerId="LiveId" clId="{C6C753D0-C1FD-421B-A4B9-35D3032A2568}" dt="2025-07-19T08:03:33.820" v="606" actId="207"/>
          <ac:spMkLst>
            <pc:docMk/>
            <pc:sldMk cId="3809827391" sldId="451"/>
            <ac:spMk id="2" creationId="{3F9AA85B-6F02-B5DC-573B-86791594ED11}"/>
          </ac:spMkLst>
        </pc:spChg>
        <pc:spChg chg="mod">
          <ac:chgData name="KIRAN K A" userId="c006811ef3eb6a44" providerId="LiveId" clId="{C6C753D0-C1FD-421B-A4B9-35D3032A2568}" dt="2025-07-19T08:03:39.482" v="608" actId="1076"/>
          <ac:spMkLst>
            <pc:docMk/>
            <pc:sldMk cId="3809827391" sldId="451"/>
            <ac:spMk id="3" creationId="{4A9DF598-7CF0-7393-C53E-890B5D93423F}"/>
          </ac:spMkLst>
        </pc:spChg>
        <pc:spChg chg="mod">
          <ac:chgData name="KIRAN K A" userId="c006811ef3eb6a44" providerId="LiveId" clId="{C6C753D0-C1FD-421B-A4B9-35D3032A2568}" dt="2025-07-19T08:03:36.780" v="607" actId="1076"/>
          <ac:spMkLst>
            <pc:docMk/>
            <pc:sldMk cId="3809827391" sldId="451"/>
            <ac:spMk id="4" creationId="{34FB52FF-EFE0-A90D-2486-6AC2D900111E}"/>
          </ac:spMkLst>
        </pc:spChg>
      </pc:sldChg>
      <pc:sldChg chg="modSp mod">
        <pc:chgData name="KIRAN K A" userId="c006811ef3eb6a44" providerId="LiveId" clId="{C6C753D0-C1FD-421B-A4B9-35D3032A2568}" dt="2025-07-19T08:00:28.621" v="582" actId="14100"/>
        <pc:sldMkLst>
          <pc:docMk/>
          <pc:sldMk cId="1408609571" sldId="452"/>
        </pc:sldMkLst>
        <pc:spChg chg="mod">
          <ac:chgData name="KIRAN K A" userId="c006811ef3eb6a44" providerId="LiveId" clId="{C6C753D0-C1FD-421B-A4B9-35D3032A2568}" dt="2025-07-19T06:34:40.659" v="1"/>
          <ac:spMkLst>
            <pc:docMk/>
            <pc:sldMk cId="1408609571" sldId="452"/>
            <ac:spMk id="2" creationId="{CC30CE15-3455-B4FA-1C16-A872B8AD6AB8}"/>
          </ac:spMkLst>
        </pc:spChg>
        <pc:spChg chg="mod">
          <ac:chgData name="KIRAN K A" userId="c006811ef3eb6a44" providerId="LiveId" clId="{C6C753D0-C1FD-421B-A4B9-35D3032A2568}" dt="2025-07-19T08:00:28.621" v="582" actId="14100"/>
          <ac:spMkLst>
            <pc:docMk/>
            <pc:sldMk cId="1408609571" sldId="452"/>
            <ac:spMk id="3" creationId="{C17CB0D0-F076-5264-C2B2-876B4AF7A179}"/>
          </ac:spMkLst>
        </pc:spChg>
      </pc:sldChg>
      <pc:sldChg chg="modSp mod">
        <pc:chgData name="KIRAN K A" userId="c006811ef3eb6a44" providerId="LiveId" clId="{C6C753D0-C1FD-421B-A4B9-35D3032A2568}" dt="2025-07-19T08:00:32.405" v="583" actId="207"/>
        <pc:sldMkLst>
          <pc:docMk/>
          <pc:sldMk cId="3030673306" sldId="453"/>
        </pc:sldMkLst>
        <pc:spChg chg="mod">
          <ac:chgData name="KIRAN K A" userId="c006811ef3eb6a44" providerId="LiveId" clId="{C6C753D0-C1FD-421B-A4B9-35D3032A2568}" dt="2025-07-19T08:00:32.405" v="583" actId="207"/>
          <ac:spMkLst>
            <pc:docMk/>
            <pc:sldMk cId="3030673306" sldId="453"/>
            <ac:spMk id="2" creationId="{D70D2228-48CC-309E-8C1A-BBB41562FE96}"/>
          </ac:spMkLst>
        </pc:spChg>
        <pc:spChg chg="mod">
          <ac:chgData name="KIRAN K A" userId="c006811ef3eb6a44" providerId="LiveId" clId="{C6C753D0-C1FD-421B-A4B9-35D3032A2568}" dt="2025-07-19T06:34:40.659" v="1"/>
          <ac:spMkLst>
            <pc:docMk/>
            <pc:sldMk cId="3030673306" sldId="453"/>
            <ac:spMk id="3" creationId="{7B8C3311-D465-41ED-039E-1C893517F47D}"/>
          </ac:spMkLst>
        </pc:spChg>
      </pc:sldChg>
      <pc:sldChg chg="modSp mod">
        <pc:chgData name="KIRAN K A" userId="c006811ef3eb6a44" providerId="LiveId" clId="{C6C753D0-C1FD-421B-A4B9-35D3032A2568}" dt="2025-07-19T08:00:42.713" v="586" actId="1076"/>
        <pc:sldMkLst>
          <pc:docMk/>
          <pc:sldMk cId="834229436" sldId="454"/>
        </pc:sldMkLst>
        <pc:spChg chg="mod">
          <ac:chgData name="KIRAN K A" userId="c006811ef3eb6a44" providerId="LiveId" clId="{C6C753D0-C1FD-421B-A4B9-35D3032A2568}" dt="2025-07-19T08:00:38.700" v="584" actId="207"/>
          <ac:spMkLst>
            <pc:docMk/>
            <pc:sldMk cId="834229436" sldId="454"/>
            <ac:spMk id="2" creationId="{C6747870-278A-68ED-FE93-CD869B4CA183}"/>
          </ac:spMkLst>
        </pc:spChg>
        <pc:spChg chg="mod">
          <ac:chgData name="KIRAN K A" userId="c006811ef3eb6a44" providerId="LiveId" clId="{C6C753D0-C1FD-421B-A4B9-35D3032A2568}" dt="2025-07-19T08:00:40.732" v="585" actId="1076"/>
          <ac:spMkLst>
            <pc:docMk/>
            <pc:sldMk cId="834229436" sldId="454"/>
            <ac:spMk id="3" creationId="{67E96C83-8EA5-7E50-6E07-39EF0E6C46C7}"/>
          </ac:spMkLst>
        </pc:spChg>
        <pc:spChg chg="mod">
          <ac:chgData name="KIRAN K A" userId="c006811ef3eb6a44" providerId="LiveId" clId="{C6C753D0-C1FD-421B-A4B9-35D3032A2568}" dt="2025-07-19T08:00:42.713" v="586" actId="1076"/>
          <ac:spMkLst>
            <pc:docMk/>
            <pc:sldMk cId="834229436" sldId="454"/>
            <ac:spMk id="4" creationId="{07709B45-D05F-7303-F498-45922E21388B}"/>
          </ac:spMkLst>
        </pc:spChg>
      </pc:sldChg>
      <pc:sldChg chg="modSp mod">
        <pc:chgData name="KIRAN K A" userId="c006811ef3eb6a44" providerId="LiveId" clId="{C6C753D0-C1FD-421B-A4B9-35D3032A2568}" dt="2025-07-19T08:01:45.187" v="589" actId="1076"/>
        <pc:sldMkLst>
          <pc:docMk/>
          <pc:sldMk cId="2911700718" sldId="455"/>
        </pc:sldMkLst>
        <pc:spChg chg="mod">
          <ac:chgData name="KIRAN K A" userId="c006811ef3eb6a44" providerId="LiveId" clId="{C6C753D0-C1FD-421B-A4B9-35D3032A2568}" dt="2025-07-19T08:01:39.753" v="587" actId="207"/>
          <ac:spMkLst>
            <pc:docMk/>
            <pc:sldMk cId="2911700718" sldId="455"/>
            <ac:spMk id="2" creationId="{D5A7FEDD-5846-CA18-514A-F4C2C8306F1E}"/>
          </ac:spMkLst>
        </pc:spChg>
        <pc:spChg chg="mod">
          <ac:chgData name="KIRAN K A" userId="c006811ef3eb6a44" providerId="LiveId" clId="{C6C753D0-C1FD-421B-A4B9-35D3032A2568}" dt="2025-07-19T08:01:41.904" v="588" actId="1076"/>
          <ac:spMkLst>
            <pc:docMk/>
            <pc:sldMk cId="2911700718" sldId="455"/>
            <ac:spMk id="3" creationId="{AD8D4392-9B7A-3CB0-2EE8-D77282A29CBC}"/>
          </ac:spMkLst>
        </pc:spChg>
        <pc:spChg chg="mod">
          <ac:chgData name="KIRAN K A" userId="c006811ef3eb6a44" providerId="LiveId" clId="{C6C753D0-C1FD-421B-A4B9-35D3032A2568}" dt="2025-07-19T08:01:45.187" v="589" actId="1076"/>
          <ac:spMkLst>
            <pc:docMk/>
            <pc:sldMk cId="2911700718" sldId="455"/>
            <ac:spMk id="4" creationId="{5664014B-9B2E-9E06-A368-28C8EC39E7D8}"/>
          </ac:spMkLst>
        </pc:spChg>
      </pc:sldChg>
      <pc:sldChg chg="modSp mod">
        <pc:chgData name="KIRAN K A" userId="c006811ef3eb6a44" providerId="LiveId" clId="{C6C753D0-C1FD-421B-A4B9-35D3032A2568}" dt="2025-07-19T08:01:56.408" v="590" actId="207"/>
        <pc:sldMkLst>
          <pc:docMk/>
          <pc:sldMk cId="474905345" sldId="456"/>
        </pc:sldMkLst>
        <pc:spChg chg="mod">
          <ac:chgData name="KIRAN K A" userId="c006811ef3eb6a44" providerId="LiveId" clId="{C6C753D0-C1FD-421B-A4B9-35D3032A2568}" dt="2025-07-19T08:01:56.408" v="590" actId="207"/>
          <ac:spMkLst>
            <pc:docMk/>
            <pc:sldMk cId="474905345" sldId="456"/>
            <ac:spMk id="2" creationId="{A782466D-07C4-8DD2-7C99-692FDB6BA49F}"/>
          </ac:spMkLst>
        </pc:spChg>
        <pc:spChg chg="mod">
          <ac:chgData name="KIRAN K A" userId="c006811ef3eb6a44" providerId="LiveId" clId="{C6C753D0-C1FD-421B-A4B9-35D3032A2568}" dt="2025-07-19T06:35:17.680" v="128" actId="27636"/>
          <ac:spMkLst>
            <pc:docMk/>
            <pc:sldMk cId="474905345" sldId="456"/>
            <ac:spMk id="3" creationId="{2D6CC094-45AC-D127-485E-65A0547512E6}"/>
          </ac:spMkLst>
        </pc:spChg>
      </pc:sldChg>
      <pc:sldChg chg="modSp mod">
        <pc:chgData name="KIRAN K A" userId="c006811ef3eb6a44" providerId="LiveId" clId="{C6C753D0-C1FD-421B-A4B9-35D3032A2568}" dt="2025-07-19T08:02:08.902" v="593" actId="207"/>
        <pc:sldMkLst>
          <pc:docMk/>
          <pc:sldMk cId="1340471194" sldId="457"/>
        </pc:sldMkLst>
        <pc:spChg chg="mod">
          <ac:chgData name="KIRAN K A" userId="c006811ef3eb6a44" providerId="LiveId" clId="{C6C753D0-C1FD-421B-A4B9-35D3032A2568}" dt="2025-07-19T08:02:08.902" v="593" actId="207"/>
          <ac:spMkLst>
            <pc:docMk/>
            <pc:sldMk cId="1340471194" sldId="457"/>
            <ac:spMk id="2" creationId="{CF900CF9-BEC8-2C2F-6D74-F22602853371}"/>
          </ac:spMkLst>
        </pc:spChg>
        <pc:picChg chg="mod">
          <ac:chgData name="KIRAN K A" userId="c006811ef3eb6a44" providerId="LiveId" clId="{C6C753D0-C1FD-421B-A4B9-35D3032A2568}" dt="2025-07-19T08:02:05.498" v="592" actId="14100"/>
          <ac:picMkLst>
            <pc:docMk/>
            <pc:sldMk cId="1340471194" sldId="457"/>
            <ac:picMk id="5" creationId="{973B3F3B-7BE6-9C37-9097-748BE7D511C0}"/>
          </ac:picMkLst>
        </pc:picChg>
      </pc:sldChg>
      <pc:sldChg chg="modSp mod">
        <pc:chgData name="KIRAN K A" userId="c006811ef3eb6a44" providerId="LiveId" clId="{C6C753D0-C1FD-421B-A4B9-35D3032A2568}" dt="2025-07-19T08:02:21.690" v="596" actId="1076"/>
        <pc:sldMkLst>
          <pc:docMk/>
          <pc:sldMk cId="157911866" sldId="458"/>
        </pc:sldMkLst>
        <pc:spChg chg="mod">
          <ac:chgData name="KIRAN K A" userId="c006811ef3eb6a44" providerId="LiveId" clId="{C6C753D0-C1FD-421B-A4B9-35D3032A2568}" dt="2025-07-19T08:02:13.942" v="594" actId="207"/>
          <ac:spMkLst>
            <pc:docMk/>
            <pc:sldMk cId="157911866" sldId="458"/>
            <ac:spMk id="2" creationId="{783D336C-5C1A-7491-399F-7EEE85FA13E1}"/>
          </ac:spMkLst>
        </pc:spChg>
        <pc:spChg chg="mod">
          <ac:chgData name="KIRAN K A" userId="c006811ef3eb6a44" providerId="LiveId" clId="{C6C753D0-C1FD-421B-A4B9-35D3032A2568}" dt="2025-07-19T08:02:21.690" v="596" actId="1076"/>
          <ac:spMkLst>
            <pc:docMk/>
            <pc:sldMk cId="157911866" sldId="458"/>
            <ac:spMk id="3" creationId="{2C2AA464-63EA-84C8-926F-D744A7C3CFEE}"/>
          </ac:spMkLst>
        </pc:spChg>
        <pc:spChg chg="mod">
          <ac:chgData name="KIRAN K A" userId="c006811ef3eb6a44" providerId="LiveId" clId="{C6C753D0-C1FD-421B-A4B9-35D3032A2568}" dt="2025-07-19T08:02:17.156" v="595" actId="1076"/>
          <ac:spMkLst>
            <pc:docMk/>
            <pc:sldMk cId="157911866" sldId="458"/>
            <ac:spMk id="4" creationId="{D4D00754-2A88-0C98-E9EF-7C55F3D782E1}"/>
          </ac:spMkLst>
        </pc:spChg>
      </pc:sldChg>
      <pc:sldChg chg="modSp mod">
        <pc:chgData name="KIRAN K A" userId="c006811ef3eb6a44" providerId="LiveId" clId="{C6C753D0-C1FD-421B-A4B9-35D3032A2568}" dt="2025-07-19T08:03:43.654" v="609" actId="207"/>
        <pc:sldMkLst>
          <pc:docMk/>
          <pc:sldMk cId="1147424000" sldId="459"/>
        </pc:sldMkLst>
        <pc:spChg chg="mod">
          <ac:chgData name="KIRAN K A" userId="c006811ef3eb6a44" providerId="LiveId" clId="{C6C753D0-C1FD-421B-A4B9-35D3032A2568}" dt="2025-07-19T08:03:43.654" v="609" actId="207"/>
          <ac:spMkLst>
            <pc:docMk/>
            <pc:sldMk cId="1147424000" sldId="459"/>
            <ac:spMk id="2" creationId="{3F451ACD-AD97-7948-EC2E-E98E98FCCCF4}"/>
          </ac:spMkLst>
        </pc:spChg>
        <pc:spChg chg="mod">
          <ac:chgData name="KIRAN K A" userId="c006811ef3eb6a44" providerId="LiveId" clId="{C6C753D0-C1FD-421B-A4B9-35D3032A2568}" dt="2025-07-19T06:34:40.659" v="1"/>
          <ac:spMkLst>
            <pc:docMk/>
            <pc:sldMk cId="1147424000" sldId="459"/>
            <ac:spMk id="3" creationId="{D9ED14C8-5EA0-3AB2-0566-09DC02712001}"/>
          </ac:spMkLst>
        </pc:spChg>
      </pc:sldChg>
      <pc:sldChg chg="modSp mod">
        <pc:chgData name="KIRAN K A" userId="c006811ef3eb6a44" providerId="LiveId" clId="{C6C753D0-C1FD-421B-A4B9-35D3032A2568}" dt="2025-07-19T08:03:52.529" v="612" actId="1076"/>
        <pc:sldMkLst>
          <pc:docMk/>
          <pc:sldMk cId="1593196611" sldId="460"/>
        </pc:sldMkLst>
        <pc:spChg chg="mod">
          <ac:chgData name="KIRAN K A" userId="c006811ef3eb6a44" providerId="LiveId" clId="{C6C753D0-C1FD-421B-A4B9-35D3032A2568}" dt="2025-07-19T08:03:47.378" v="610" actId="207"/>
          <ac:spMkLst>
            <pc:docMk/>
            <pc:sldMk cId="1593196611" sldId="460"/>
            <ac:spMk id="2" creationId="{F2C06C90-1079-08A2-E715-F8C2A042A0F4}"/>
          </ac:spMkLst>
        </pc:spChg>
        <pc:spChg chg="mod">
          <ac:chgData name="KIRAN K A" userId="c006811ef3eb6a44" providerId="LiveId" clId="{C6C753D0-C1FD-421B-A4B9-35D3032A2568}" dt="2025-07-19T08:03:52.529" v="612" actId="1076"/>
          <ac:spMkLst>
            <pc:docMk/>
            <pc:sldMk cId="1593196611" sldId="460"/>
            <ac:spMk id="3" creationId="{6B5752D7-5784-8BED-8AE5-529AC8314D65}"/>
          </ac:spMkLst>
        </pc:spChg>
        <pc:spChg chg="mod">
          <ac:chgData name="KIRAN K A" userId="c006811ef3eb6a44" providerId="LiveId" clId="{C6C753D0-C1FD-421B-A4B9-35D3032A2568}" dt="2025-07-19T08:03:49.934" v="611" actId="1076"/>
          <ac:spMkLst>
            <pc:docMk/>
            <pc:sldMk cId="1593196611" sldId="460"/>
            <ac:spMk id="4" creationId="{8249E04C-54AF-9457-EC87-4296D3D1A223}"/>
          </ac:spMkLst>
        </pc:spChg>
      </pc:sldChg>
      <pc:sldChg chg="modSp">
        <pc:chgData name="KIRAN K A" userId="c006811ef3eb6a44" providerId="LiveId" clId="{C6C753D0-C1FD-421B-A4B9-35D3032A2568}" dt="2025-07-19T06:34:40.659" v="1"/>
        <pc:sldMkLst>
          <pc:docMk/>
          <pc:sldMk cId="1510616494" sldId="461"/>
        </pc:sldMkLst>
        <pc:spChg chg="mod">
          <ac:chgData name="KIRAN K A" userId="c006811ef3eb6a44" providerId="LiveId" clId="{C6C753D0-C1FD-421B-A4B9-35D3032A2568}" dt="2025-07-19T06:34:40.659" v="1"/>
          <ac:spMkLst>
            <pc:docMk/>
            <pc:sldMk cId="1510616494" sldId="461"/>
            <ac:spMk id="2" creationId="{7B50235A-FDDD-C77A-2F01-9A4A7FE1EF83}"/>
          </ac:spMkLst>
        </pc:spChg>
        <pc:spChg chg="mod">
          <ac:chgData name="KIRAN K A" userId="c006811ef3eb6a44" providerId="LiveId" clId="{C6C753D0-C1FD-421B-A4B9-35D3032A2568}" dt="2025-07-19T06:34:40.659" v="1"/>
          <ac:spMkLst>
            <pc:docMk/>
            <pc:sldMk cId="1510616494" sldId="461"/>
            <ac:spMk id="3" creationId="{B673E8CF-088C-95A9-83A5-566544DFC253}"/>
          </ac:spMkLst>
        </pc:spChg>
      </pc:sldChg>
      <pc:sldChg chg="modSp mod">
        <pc:chgData name="KIRAN K A" userId="c006811ef3eb6a44" providerId="LiveId" clId="{C6C753D0-C1FD-421B-A4B9-35D3032A2568}" dt="2025-07-19T09:06:41.863" v="616" actId="20577"/>
        <pc:sldMkLst>
          <pc:docMk/>
          <pc:sldMk cId="1255225569" sldId="462"/>
        </pc:sldMkLst>
        <pc:spChg chg="mod">
          <ac:chgData name="KIRAN K A" userId="c006811ef3eb6a44" providerId="LiveId" clId="{C6C753D0-C1FD-421B-A4B9-35D3032A2568}" dt="2025-07-19T09:06:41.863" v="616" actId="20577"/>
          <ac:spMkLst>
            <pc:docMk/>
            <pc:sldMk cId="1255225569" sldId="462"/>
            <ac:spMk id="2" creationId="{FE158CD8-B199-BEE0-2A3B-0EFB6CFAC303}"/>
          </ac:spMkLst>
        </pc:spChg>
        <pc:spChg chg="mod">
          <ac:chgData name="KIRAN K A" userId="c006811ef3eb6a44" providerId="LiveId" clId="{C6C753D0-C1FD-421B-A4B9-35D3032A2568}" dt="2025-07-19T08:04:04.081" v="614" actId="1076"/>
          <ac:spMkLst>
            <pc:docMk/>
            <pc:sldMk cId="1255225569" sldId="462"/>
            <ac:spMk id="3" creationId="{D0532DE4-E4F4-F98D-42C1-73B15D8A3576}"/>
          </ac:spMkLst>
        </pc:spChg>
        <pc:spChg chg="mod">
          <ac:chgData name="KIRAN K A" userId="c006811ef3eb6a44" providerId="LiveId" clId="{C6C753D0-C1FD-421B-A4B9-35D3032A2568}" dt="2025-07-19T08:04:06.331" v="615" actId="1076"/>
          <ac:spMkLst>
            <pc:docMk/>
            <pc:sldMk cId="1255225569" sldId="462"/>
            <ac:spMk id="4" creationId="{9DF3E526-7E5D-7F1C-5B25-C96A426D30A7}"/>
          </ac:spMkLst>
        </pc:spChg>
      </pc:sldChg>
      <pc:sldChg chg="modSp">
        <pc:chgData name="KIRAN K A" userId="c006811ef3eb6a44" providerId="LiveId" clId="{C6C753D0-C1FD-421B-A4B9-35D3032A2568}" dt="2025-07-19T06:34:40.659" v="1"/>
        <pc:sldMkLst>
          <pc:docMk/>
          <pc:sldMk cId="2887589859" sldId="463"/>
        </pc:sldMkLst>
        <pc:spChg chg="mod">
          <ac:chgData name="KIRAN K A" userId="c006811ef3eb6a44" providerId="LiveId" clId="{C6C753D0-C1FD-421B-A4B9-35D3032A2568}" dt="2025-07-19T06:34:40.659" v="1"/>
          <ac:spMkLst>
            <pc:docMk/>
            <pc:sldMk cId="2887589859" sldId="463"/>
            <ac:spMk id="2" creationId="{42C41220-EE79-CF76-6BAD-CDE3BE20E8C3}"/>
          </ac:spMkLst>
        </pc:spChg>
        <pc:spChg chg="mod">
          <ac:chgData name="KIRAN K A" userId="c006811ef3eb6a44" providerId="LiveId" clId="{C6C753D0-C1FD-421B-A4B9-35D3032A2568}" dt="2025-07-19T06:34:40.659" v="1"/>
          <ac:spMkLst>
            <pc:docMk/>
            <pc:sldMk cId="2887589859" sldId="463"/>
            <ac:spMk id="3" creationId="{7A6E9F17-03C7-49F9-DFF3-7A34BE031552}"/>
          </ac:spMkLst>
        </pc:spChg>
      </pc:sldChg>
      <pc:sldChg chg="modSp mod">
        <pc:chgData name="KIRAN K A" userId="c006811ef3eb6a44" providerId="LiveId" clId="{C6C753D0-C1FD-421B-A4B9-35D3032A2568}" dt="2025-07-19T09:06:57.957" v="620" actId="1076"/>
        <pc:sldMkLst>
          <pc:docMk/>
          <pc:sldMk cId="3602007711" sldId="464"/>
        </pc:sldMkLst>
        <pc:spChg chg="mod">
          <ac:chgData name="KIRAN K A" userId="c006811ef3eb6a44" providerId="LiveId" clId="{C6C753D0-C1FD-421B-A4B9-35D3032A2568}" dt="2025-07-19T09:06:48.867" v="617" actId="207"/>
          <ac:spMkLst>
            <pc:docMk/>
            <pc:sldMk cId="3602007711" sldId="464"/>
            <ac:spMk id="2" creationId="{FB359B93-36A4-DAA3-85EB-A0B6A3C8882B}"/>
          </ac:spMkLst>
        </pc:spChg>
        <pc:spChg chg="mod">
          <ac:chgData name="KIRAN K A" userId="c006811ef3eb6a44" providerId="LiveId" clId="{C6C753D0-C1FD-421B-A4B9-35D3032A2568}" dt="2025-07-19T09:06:57.957" v="620" actId="1076"/>
          <ac:spMkLst>
            <pc:docMk/>
            <pc:sldMk cId="3602007711" sldId="464"/>
            <ac:spMk id="3" creationId="{7C904107-F048-8930-0FEB-D153F2D33AA2}"/>
          </ac:spMkLst>
        </pc:spChg>
        <pc:spChg chg="mod">
          <ac:chgData name="KIRAN K A" userId="c006811ef3eb6a44" providerId="LiveId" clId="{C6C753D0-C1FD-421B-A4B9-35D3032A2568}" dt="2025-07-19T09:06:54.221" v="619" actId="14100"/>
          <ac:spMkLst>
            <pc:docMk/>
            <pc:sldMk cId="3602007711" sldId="464"/>
            <ac:spMk id="4" creationId="{FE11E9D1-CC0E-8D08-AE12-A9F39761D569}"/>
          </ac:spMkLst>
        </pc:spChg>
      </pc:sldChg>
      <pc:sldChg chg="modSp">
        <pc:chgData name="KIRAN K A" userId="c006811ef3eb6a44" providerId="LiveId" clId="{C6C753D0-C1FD-421B-A4B9-35D3032A2568}" dt="2025-07-19T06:34:40.659" v="1"/>
        <pc:sldMkLst>
          <pc:docMk/>
          <pc:sldMk cId="991055195" sldId="465"/>
        </pc:sldMkLst>
        <pc:spChg chg="mod">
          <ac:chgData name="KIRAN K A" userId="c006811ef3eb6a44" providerId="LiveId" clId="{C6C753D0-C1FD-421B-A4B9-35D3032A2568}" dt="2025-07-19T06:34:40.659" v="1"/>
          <ac:spMkLst>
            <pc:docMk/>
            <pc:sldMk cId="991055195" sldId="465"/>
            <ac:spMk id="2" creationId="{9B328011-FEBD-7772-2316-32D40C4205A7}"/>
          </ac:spMkLst>
        </pc:spChg>
        <pc:spChg chg="mod">
          <ac:chgData name="KIRAN K A" userId="c006811ef3eb6a44" providerId="LiveId" clId="{C6C753D0-C1FD-421B-A4B9-35D3032A2568}" dt="2025-07-19T06:34:40.659" v="1"/>
          <ac:spMkLst>
            <pc:docMk/>
            <pc:sldMk cId="991055195" sldId="465"/>
            <ac:spMk id="3" creationId="{AE5B6AB8-DF84-9684-6BD5-AAAD7A529E1A}"/>
          </ac:spMkLst>
        </pc:spChg>
      </pc:sldChg>
      <pc:sldChg chg="modSp mod">
        <pc:chgData name="KIRAN K A" userId="c006811ef3eb6a44" providerId="LiveId" clId="{C6C753D0-C1FD-421B-A4B9-35D3032A2568}" dt="2025-07-19T09:07:02.563" v="621" actId="207"/>
        <pc:sldMkLst>
          <pc:docMk/>
          <pc:sldMk cId="316551077" sldId="466"/>
        </pc:sldMkLst>
        <pc:spChg chg="mod">
          <ac:chgData name="KIRAN K A" userId="c006811ef3eb6a44" providerId="LiveId" clId="{C6C753D0-C1FD-421B-A4B9-35D3032A2568}" dt="2025-07-19T09:07:02.563" v="621" actId="207"/>
          <ac:spMkLst>
            <pc:docMk/>
            <pc:sldMk cId="316551077" sldId="466"/>
            <ac:spMk id="2" creationId="{D74BA310-6BD6-4FC7-7558-3F2D555650AF}"/>
          </ac:spMkLst>
        </pc:spChg>
        <pc:spChg chg="mod">
          <ac:chgData name="KIRAN K A" userId="c006811ef3eb6a44" providerId="LiveId" clId="{C6C753D0-C1FD-421B-A4B9-35D3032A2568}" dt="2025-07-19T06:34:40.659" v="1"/>
          <ac:spMkLst>
            <pc:docMk/>
            <pc:sldMk cId="316551077" sldId="466"/>
            <ac:spMk id="3" creationId="{1DC55810-C1AC-D0C4-C373-77CFFED90DFA}"/>
          </ac:spMkLst>
        </pc:spChg>
      </pc:sldChg>
      <pc:sldChg chg="modSp mod">
        <pc:chgData name="KIRAN K A" userId="c006811ef3eb6a44" providerId="LiveId" clId="{C6C753D0-C1FD-421B-A4B9-35D3032A2568}" dt="2025-07-19T09:07:09.462" v="622" actId="207"/>
        <pc:sldMkLst>
          <pc:docMk/>
          <pc:sldMk cId="1255401326" sldId="467"/>
        </pc:sldMkLst>
        <pc:spChg chg="mod">
          <ac:chgData name="KIRAN K A" userId="c006811ef3eb6a44" providerId="LiveId" clId="{C6C753D0-C1FD-421B-A4B9-35D3032A2568}" dt="2025-07-19T09:07:09.462" v="622" actId="207"/>
          <ac:spMkLst>
            <pc:docMk/>
            <pc:sldMk cId="1255401326" sldId="467"/>
            <ac:spMk id="2" creationId="{BCB6B533-11C7-48D8-3751-622517D05AA6}"/>
          </ac:spMkLst>
        </pc:spChg>
        <pc:spChg chg="mod">
          <ac:chgData name="KIRAN K A" userId="c006811ef3eb6a44" providerId="LiveId" clId="{C6C753D0-C1FD-421B-A4B9-35D3032A2568}" dt="2025-07-19T06:34:40.659" v="1"/>
          <ac:spMkLst>
            <pc:docMk/>
            <pc:sldMk cId="1255401326" sldId="467"/>
            <ac:spMk id="3" creationId="{7DBE4B07-A458-E44A-8CC3-753A2AE6570B}"/>
          </ac:spMkLst>
        </pc:spChg>
      </pc:sldChg>
      <pc:sldChg chg="modSp mod">
        <pc:chgData name="KIRAN K A" userId="c006811ef3eb6a44" providerId="LiveId" clId="{C6C753D0-C1FD-421B-A4B9-35D3032A2568}" dt="2025-07-19T09:07:15.400" v="623" actId="207"/>
        <pc:sldMkLst>
          <pc:docMk/>
          <pc:sldMk cId="770351017" sldId="468"/>
        </pc:sldMkLst>
        <pc:spChg chg="mod">
          <ac:chgData name="KIRAN K A" userId="c006811ef3eb6a44" providerId="LiveId" clId="{C6C753D0-C1FD-421B-A4B9-35D3032A2568}" dt="2025-07-19T09:07:15.400" v="623" actId="207"/>
          <ac:spMkLst>
            <pc:docMk/>
            <pc:sldMk cId="770351017" sldId="468"/>
            <ac:spMk id="2" creationId="{6DD857D8-4676-1A46-CE4D-725C0481E6AC}"/>
          </ac:spMkLst>
        </pc:spChg>
        <pc:spChg chg="mod">
          <ac:chgData name="KIRAN K A" userId="c006811ef3eb6a44" providerId="LiveId" clId="{C6C753D0-C1FD-421B-A4B9-35D3032A2568}" dt="2025-07-19T06:35:17.730" v="132" actId="27636"/>
          <ac:spMkLst>
            <pc:docMk/>
            <pc:sldMk cId="770351017" sldId="468"/>
            <ac:spMk id="3" creationId="{C39B7E64-686D-3916-239A-068DDDDD3BC8}"/>
          </ac:spMkLst>
        </pc:spChg>
      </pc:sldChg>
      <pc:sldChg chg="modSp mod">
        <pc:chgData name="KIRAN K A" userId="c006811ef3eb6a44" providerId="LiveId" clId="{C6C753D0-C1FD-421B-A4B9-35D3032A2568}" dt="2025-07-19T09:07:27.802" v="628" actId="14100"/>
        <pc:sldMkLst>
          <pc:docMk/>
          <pc:sldMk cId="4100225977" sldId="469"/>
        </pc:sldMkLst>
        <pc:spChg chg="mod">
          <ac:chgData name="KIRAN K A" userId="c006811ef3eb6a44" providerId="LiveId" clId="{C6C753D0-C1FD-421B-A4B9-35D3032A2568}" dt="2025-07-19T09:07:19.172" v="624" actId="207"/>
          <ac:spMkLst>
            <pc:docMk/>
            <pc:sldMk cId="4100225977" sldId="469"/>
            <ac:spMk id="2" creationId="{EFABCA80-BD09-8FB9-19E5-55C84E63B80F}"/>
          </ac:spMkLst>
        </pc:spChg>
        <pc:spChg chg="mod">
          <ac:chgData name="KIRAN K A" userId="c006811ef3eb6a44" providerId="LiveId" clId="{C6C753D0-C1FD-421B-A4B9-35D3032A2568}" dt="2025-07-19T09:07:27.802" v="628" actId="14100"/>
          <ac:spMkLst>
            <pc:docMk/>
            <pc:sldMk cId="4100225977" sldId="469"/>
            <ac:spMk id="3" creationId="{60B06C2B-3FBA-B7AD-742E-1B3181C15404}"/>
          </ac:spMkLst>
        </pc:spChg>
      </pc:sldChg>
      <pc:sldChg chg="modSp mod">
        <pc:chgData name="KIRAN K A" userId="c006811ef3eb6a44" providerId="LiveId" clId="{C6C753D0-C1FD-421B-A4B9-35D3032A2568}" dt="2025-07-19T09:07:35.535" v="629" actId="207"/>
        <pc:sldMkLst>
          <pc:docMk/>
          <pc:sldMk cId="594551025" sldId="470"/>
        </pc:sldMkLst>
        <pc:spChg chg="mod">
          <ac:chgData name="KIRAN K A" userId="c006811ef3eb6a44" providerId="LiveId" clId="{C6C753D0-C1FD-421B-A4B9-35D3032A2568}" dt="2025-07-19T09:07:35.535" v="629" actId="207"/>
          <ac:spMkLst>
            <pc:docMk/>
            <pc:sldMk cId="594551025" sldId="470"/>
            <ac:spMk id="2" creationId="{A5880900-1E6B-FDEF-6E85-7AC23E028F34}"/>
          </ac:spMkLst>
        </pc:spChg>
        <pc:spChg chg="mod">
          <ac:chgData name="KIRAN K A" userId="c006811ef3eb6a44" providerId="LiveId" clId="{C6C753D0-C1FD-421B-A4B9-35D3032A2568}" dt="2025-07-19T06:34:40.659" v="1"/>
          <ac:spMkLst>
            <pc:docMk/>
            <pc:sldMk cId="594551025" sldId="470"/>
            <ac:spMk id="3" creationId="{203FCB50-65F7-EC89-5792-FAC35D1B3046}"/>
          </ac:spMkLst>
        </pc:spChg>
      </pc:sldChg>
      <pc:sldChg chg="modSp mod">
        <pc:chgData name="KIRAN K A" userId="c006811ef3eb6a44" providerId="LiveId" clId="{C6C753D0-C1FD-421B-A4B9-35D3032A2568}" dt="2025-07-19T09:07:45.758" v="632" actId="1076"/>
        <pc:sldMkLst>
          <pc:docMk/>
          <pc:sldMk cId="1592389667" sldId="471"/>
        </pc:sldMkLst>
        <pc:spChg chg="mod">
          <ac:chgData name="KIRAN K A" userId="c006811ef3eb6a44" providerId="LiveId" clId="{C6C753D0-C1FD-421B-A4B9-35D3032A2568}" dt="2025-07-19T09:07:41.018" v="630" actId="207"/>
          <ac:spMkLst>
            <pc:docMk/>
            <pc:sldMk cId="1592389667" sldId="471"/>
            <ac:spMk id="2" creationId="{97BC0FCD-EC11-79C0-9643-66D1351F7D07}"/>
          </ac:spMkLst>
        </pc:spChg>
        <pc:spChg chg="mod">
          <ac:chgData name="KIRAN K A" userId="c006811ef3eb6a44" providerId="LiveId" clId="{C6C753D0-C1FD-421B-A4B9-35D3032A2568}" dt="2025-07-19T09:07:45.758" v="632" actId="1076"/>
          <ac:spMkLst>
            <pc:docMk/>
            <pc:sldMk cId="1592389667" sldId="471"/>
            <ac:spMk id="3" creationId="{89BA8183-C6D0-5C04-0672-80CA778D75AB}"/>
          </ac:spMkLst>
        </pc:spChg>
      </pc:sldChg>
      <pc:sldChg chg="modSp mod">
        <pc:chgData name="KIRAN K A" userId="c006811ef3eb6a44" providerId="LiveId" clId="{C6C753D0-C1FD-421B-A4B9-35D3032A2568}" dt="2025-07-19T09:07:52.094" v="633" actId="207"/>
        <pc:sldMkLst>
          <pc:docMk/>
          <pc:sldMk cId="3913271837" sldId="472"/>
        </pc:sldMkLst>
        <pc:spChg chg="mod">
          <ac:chgData name="KIRAN K A" userId="c006811ef3eb6a44" providerId="LiveId" clId="{C6C753D0-C1FD-421B-A4B9-35D3032A2568}" dt="2025-07-19T09:07:52.094" v="633" actId="207"/>
          <ac:spMkLst>
            <pc:docMk/>
            <pc:sldMk cId="3913271837" sldId="472"/>
            <ac:spMk id="2" creationId="{680EA204-40A8-2BBD-4578-141F804C2A0D}"/>
          </ac:spMkLst>
        </pc:spChg>
        <pc:spChg chg="mod">
          <ac:chgData name="KIRAN K A" userId="c006811ef3eb6a44" providerId="LiveId" clId="{C6C753D0-C1FD-421B-A4B9-35D3032A2568}" dt="2025-07-19T06:34:40.659" v="1"/>
          <ac:spMkLst>
            <pc:docMk/>
            <pc:sldMk cId="3913271837" sldId="472"/>
            <ac:spMk id="3" creationId="{9E95E017-A084-9A16-79BB-A7CFDED55BBF}"/>
          </ac:spMkLst>
        </pc:spChg>
      </pc:sldChg>
      <pc:sldChg chg="modSp mod">
        <pc:chgData name="KIRAN K A" userId="c006811ef3eb6a44" providerId="LiveId" clId="{C6C753D0-C1FD-421B-A4B9-35D3032A2568}" dt="2025-07-19T09:08:14.331" v="639" actId="14100"/>
        <pc:sldMkLst>
          <pc:docMk/>
          <pc:sldMk cId="4217466562" sldId="473"/>
        </pc:sldMkLst>
        <pc:spChg chg="mod">
          <ac:chgData name="KIRAN K A" userId="c006811ef3eb6a44" providerId="LiveId" clId="{C6C753D0-C1FD-421B-A4B9-35D3032A2568}" dt="2025-07-19T09:07:56.002" v="634" actId="207"/>
          <ac:spMkLst>
            <pc:docMk/>
            <pc:sldMk cId="4217466562" sldId="473"/>
            <ac:spMk id="2" creationId="{CC9FF793-7568-05B8-D0F3-46D3A838262E}"/>
          </ac:spMkLst>
        </pc:spChg>
        <pc:spChg chg="mod">
          <ac:chgData name="KIRAN K A" userId="c006811ef3eb6a44" providerId="LiveId" clId="{C6C753D0-C1FD-421B-A4B9-35D3032A2568}" dt="2025-07-19T09:08:09.628" v="637" actId="14100"/>
          <ac:spMkLst>
            <pc:docMk/>
            <pc:sldMk cId="4217466562" sldId="473"/>
            <ac:spMk id="3" creationId="{17A7D2BC-E558-3DF9-B20D-8F5D4BD9F2F6}"/>
          </ac:spMkLst>
        </pc:spChg>
        <pc:spChg chg="mod">
          <ac:chgData name="KIRAN K A" userId="c006811ef3eb6a44" providerId="LiveId" clId="{C6C753D0-C1FD-421B-A4B9-35D3032A2568}" dt="2025-07-19T09:08:14.331" v="639" actId="14100"/>
          <ac:spMkLst>
            <pc:docMk/>
            <pc:sldMk cId="4217466562" sldId="473"/>
            <ac:spMk id="4" creationId="{0F3C4618-C7EF-BB66-8D07-17DFE2624B81}"/>
          </ac:spMkLst>
        </pc:spChg>
      </pc:sldChg>
      <pc:sldChg chg="modSp">
        <pc:chgData name="KIRAN K A" userId="c006811ef3eb6a44" providerId="LiveId" clId="{C6C753D0-C1FD-421B-A4B9-35D3032A2568}" dt="2025-07-19T06:34:40.659" v="1"/>
        <pc:sldMkLst>
          <pc:docMk/>
          <pc:sldMk cId="4177201456" sldId="474"/>
        </pc:sldMkLst>
        <pc:spChg chg="mod">
          <ac:chgData name="KIRAN K A" userId="c006811ef3eb6a44" providerId="LiveId" clId="{C6C753D0-C1FD-421B-A4B9-35D3032A2568}" dt="2025-07-19T06:34:40.659" v="1"/>
          <ac:spMkLst>
            <pc:docMk/>
            <pc:sldMk cId="4177201456" sldId="474"/>
            <ac:spMk id="2" creationId="{9FAAF655-8C75-926C-A0A6-647A01679D01}"/>
          </ac:spMkLst>
        </pc:spChg>
        <pc:spChg chg="mod">
          <ac:chgData name="KIRAN K A" userId="c006811ef3eb6a44" providerId="LiveId" clId="{C6C753D0-C1FD-421B-A4B9-35D3032A2568}" dt="2025-07-19T06:34:40.659" v="1"/>
          <ac:spMkLst>
            <pc:docMk/>
            <pc:sldMk cId="4177201456" sldId="474"/>
            <ac:spMk id="3" creationId="{8871BC12-3983-5BF9-260F-5BC3B62863ED}"/>
          </ac:spMkLst>
        </pc:spChg>
      </pc:sldChg>
      <pc:sldChg chg="modSp mod">
        <pc:chgData name="KIRAN K A" userId="c006811ef3eb6a44" providerId="LiveId" clId="{C6C753D0-C1FD-421B-A4B9-35D3032A2568}" dt="2025-07-19T09:08:20.634" v="640" actId="207"/>
        <pc:sldMkLst>
          <pc:docMk/>
          <pc:sldMk cId="3165228296" sldId="475"/>
        </pc:sldMkLst>
        <pc:spChg chg="mod">
          <ac:chgData name="KIRAN K A" userId="c006811ef3eb6a44" providerId="LiveId" clId="{C6C753D0-C1FD-421B-A4B9-35D3032A2568}" dt="2025-07-19T09:08:20.634" v="640" actId="207"/>
          <ac:spMkLst>
            <pc:docMk/>
            <pc:sldMk cId="3165228296" sldId="475"/>
            <ac:spMk id="2" creationId="{42C8449D-A7EC-5612-AF97-EB85A687EA0A}"/>
          </ac:spMkLst>
        </pc:spChg>
        <pc:spChg chg="mod">
          <ac:chgData name="KIRAN K A" userId="c006811ef3eb6a44" providerId="LiveId" clId="{C6C753D0-C1FD-421B-A4B9-35D3032A2568}" dt="2025-07-19T06:34:40.659" v="1"/>
          <ac:spMkLst>
            <pc:docMk/>
            <pc:sldMk cId="3165228296" sldId="475"/>
            <ac:spMk id="3" creationId="{2D691CF3-3C8D-7193-C721-EED50688B66B}"/>
          </ac:spMkLst>
        </pc:spChg>
      </pc:sldChg>
      <pc:sldChg chg="modSp mod">
        <pc:chgData name="KIRAN K A" userId="c006811ef3eb6a44" providerId="LiveId" clId="{C6C753D0-C1FD-421B-A4B9-35D3032A2568}" dt="2025-07-19T09:08:31.095" v="643" actId="1076"/>
        <pc:sldMkLst>
          <pc:docMk/>
          <pc:sldMk cId="2489945164" sldId="476"/>
        </pc:sldMkLst>
        <pc:spChg chg="mod">
          <ac:chgData name="KIRAN K A" userId="c006811ef3eb6a44" providerId="LiveId" clId="{C6C753D0-C1FD-421B-A4B9-35D3032A2568}" dt="2025-07-19T09:08:25.712" v="641" actId="207"/>
          <ac:spMkLst>
            <pc:docMk/>
            <pc:sldMk cId="2489945164" sldId="476"/>
            <ac:spMk id="2" creationId="{BAC5CBAB-8070-B7C7-0BE6-4EB33FF2C6D3}"/>
          </ac:spMkLst>
        </pc:spChg>
        <pc:spChg chg="mod">
          <ac:chgData name="KIRAN K A" userId="c006811ef3eb6a44" providerId="LiveId" clId="{C6C753D0-C1FD-421B-A4B9-35D3032A2568}" dt="2025-07-19T09:08:31.095" v="643" actId="1076"/>
          <ac:spMkLst>
            <pc:docMk/>
            <pc:sldMk cId="2489945164" sldId="476"/>
            <ac:spMk id="3" creationId="{96AB7611-95D6-1559-25F5-6EE7401EB051}"/>
          </ac:spMkLst>
        </pc:spChg>
        <pc:spChg chg="mod">
          <ac:chgData name="KIRAN K A" userId="c006811ef3eb6a44" providerId="LiveId" clId="{C6C753D0-C1FD-421B-A4B9-35D3032A2568}" dt="2025-07-19T09:08:28.364" v="642" actId="1076"/>
          <ac:spMkLst>
            <pc:docMk/>
            <pc:sldMk cId="2489945164" sldId="476"/>
            <ac:spMk id="4" creationId="{8F800797-2303-E7F0-01D5-17C9D097E2C3}"/>
          </ac:spMkLst>
        </pc:spChg>
      </pc:sldChg>
      <pc:sldChg chg="modSp">
        <pc:chgData name="KIRAN K A" userId="c006811ef3eb6a44" providerId="LiveId" clId="{C6C753D0-C1FD-421B-A4B9-35D3032A2568}" dt="2025-07-19T06:34:40.659" v="1"/>
        <pc:sldMkLst>
          <pc:docMk/>
          <pc:sldMk cId="4112874753" sldId="477"/>
        </pc:sldMkLst>
        <pc:spChg chg="mod">
          <ac:chgData name="KIRAN K A" userId="c006811ef3eb6a44" providerId="LiveId" clId="{C6C753D0-C1FD-421B-A4B9-35D3032A2568}" dt="2025-07-19T06:34:40.659" v="1"/>
          <ac:spMkLst>
            <pc:docMk/>
            <pc:sldMk cId="4112874753" sldId="477"/>
            <ac:spMk id="2" creationId="{EAADBFD8-FF39-4673-AF98-554BE8B5BC7E}"/>
          </ac:spMkLst>
        </pc:spChg>
        <pc:spChg chg="mod">
          <ac:chgData name="KIRAN K A" userId="c006811ef3eb6a44" providerId="LiveId" clId="{C6C753D0-C1FD-421B-A4B9-35D3032A2568}" dt="2025-07-19T06:34:40.659" v="1"/>
          <ac:spMkLst>
            <pc:docMk/>
            <pc:sldMk cId="4112874753" sldId="477"/>
            <ac:spMk id="3" creationId="{6E582EB2-BE01-76BD-0385-DDE5F3DEC9BF}"/>
          </ac:spMkLst>
        </pc:spChg>
      </pc:sldChg>
      <pc:sldChg chg="modSp mod">
        <pc:chgData name="KIRAN K A" userId="c006811ef3eb6a44" providerId="LiveId" clId="{C6C753D0-C1FD-421B-A4B9-35D3032A2568}" dt="2025-07-19T09:14:05.492" v="729" actId="207"/>
        <pc:sldMkLst>
          <pc:docMk/>
          <pc:sldMk cId="591897229" sldId="478"/>
        </pc:sldMkLst>
        <pc:spChg chg="mod">
          <ac:chgData name="KIRAN K A" userId="c006811ef3eb6a44" providerId="LiveId" clId="{C6C753D0-C1FD-421B-A4B9-35D3032A2568}" dt="2025-07-19T09:14:05.492" v="729" actId="207"/>
          <ac:spMkLst>
            <pc:docMk/>
            <pc:sldMk cId="591897229" sldId="478"/>
            <ac:spMk id="2" creationId="{EBD58E0C-F8F7-C169-7E61-EF190B3735ED}"/>
          </ac:spMkLst>
        </pc:spChg>
        <pc:spChg chg="mod">
          <ac:chgData name="KIRAN K A" userId="c006811ef3eb6a44" providerId="LiveId" clId="{C6C753D0-C1FD-421B-A4B9-35D3032A2568}" dt="2025-07-19T06:34:40.659" v="1"/>
          <ac:spMkLst>
            <pc:docMk/>
            <pc:sldMk cId="591897229" sldId="478"/>
            <ac:spMk id="3" creationId="{7E06B9F4-EC46-25BF-F588-BD57F2566BEA}"/>
          </ac:spMkLst>
        </pc:spChg>
      </pc:sldChg>
      <pc:sldChg chg="modSp mod">
        <pc:chgData name="KIRAN K A" userId="c006811ef3eb6a44" providerId="LiveId" clId="{C6C753D0-C1FD-421B-A4B9-35D3032A2568}" dt="2025-07-19T09:14:10.023" v="730" actId="207"/>
        <pc:sldMkLst>
          <pc:docMk/>
          <pc:sldMk cId="4165115067" sldId="479"/>
        </pc:sldMkLst>
        <pc:spChg chg="mod">
          <ac:chgData name="KIRAN K A" userId="c006811ef3eb6a44" providerId="LiveId" clId="{C6C753D0-C1FD-421B-A4B9-35D3032A2568}" dt="2025-07-19T09:14:10.023" v="730" actId="207"/>
          <ac:spMkLst>
            <pc:docMk/>
            <pc:sldMk cId="4165115067" sldId="479"/>
            <ac:spMk id="2" creationId="{595AA951-DB02-A9D9-9FF2-0FB6D161D64C}"/>
          </ac:spMkLst>
        </pc:spChg>
        <pc:spChg chg="mod">
          <ac:chgData name="KIRAN K A" userId="c006811ef3eb6a44" providerId="LiveId" clId="{C6C753D0-C1FD-421B-A4B9-35D3032A2568}" dt="2025-07-19T06:34:40.659" v="1"/>
          <ac:spMkLst>
            <pc:docMk/>
            <pc:sldMk cId="4165115067" sldId="479"/>
            <ac:spMk id="3" creationId="{A26613F9-5C07-103B-1899-7658418D167A}"/>
          </ac:spMkLst>
        </pc:spChg>
      </pc:sldChg>
      <pc:sldChg chg="modSp mod">
        <pc:chgData name="KIRAN K A" userId="c006811ef3eb6a44" providerId="LiveId" clId="{C6C753D0-C1FD-421B-A4B9-35D3032A2568}" dt="2025-07-19T09:14:17.829" v="732" actId="1076"/>
        <pc:sldMkLst>
          <pc:docMk/>
          <pc:sldMk cId="343603477" sldId="480"/>
        </pc:sldMkLst>
        <pc:spChg chg="mod">
          <ac:chgData name="KIRAN K A" userId="c006811ef3eb6a44" providerId="LiveId" clId="{C6C753D0-C1FD-421B-A4B9-35D3032A2568}" dt="2025-07-19T09:14:13.443" v="731" actId="207"/>
          <ac:spMkLst>
            <pc:docMk/>
            <pc:sldMk cId="343603477" sldId="480"/>
            <ac:spMk id="2" creationId="{55AA0B75-6D37-0E3A-FC65-94F59AF50383}"/>
          </ac:spMkLst>
        </pc:spChg>
        <pc:spChg chg="mod">
          <ac:chgData name="KIRAN K A" userId="c006811ef3eb6a44" providerId="LiveId" clId="{C6C753D0-C1FD-421B-A4B9-35D3032A2568}" dt="2025-07-19T09:14:17.829" v="732" actId="1076"/>
          <ac:spMkLst>
            <pc:docMk/>
            <pc:sldMk cId="343603477" sldId="480"/>
            <ac:spMk id="3" creationId="{24BC722A-A3CB-FF7D-25A0-DAEE2AC09E04}"/>
          </ac:spMkLst>
        </pc:spChg>
      </pc:sldChg>
      <pc:sldChg chg="modSp mod">
        <pc:chgData name="KIRAN K A" userId="c006811ef3eb6a44" providerId="LiveId" clId="{C6C753D0-C1FD-421B-A4B9-35D3032A2568}" dt="2025-07-19T09:14:23.995" v="733" actId="207"/>
        <pc:sldMkLst>
          <pc:docMk/>
          <pc:sldMk cId="445503504" sldId="481"/>
        </pc:sldMkLst>
        <pc:spChg chg="mod">
          <ac:chgData name="KIRAN K A" userId="c006811ef3eb6a44" providerId="LiveId" clId="{C6C753D0-C1FD-421B-A4B9-35D3032A2568}" dt="2025-07-19T09:14:23.995" v="733" actId="207"/>
          <ac:spMkLst>
            <pc:docMk/>
            <pc:sldMk cId="445503504" sldId="481"/>
            <ac:spMk id="2" creationId="{F464036E-AE16-A3C3-23B7-B51E8A352373}"/>
          </ac:spMkLst>
        </pc:spChg>
        <pc:spChg chg="mod">
          <ac:chgData name="KIRAN K A" userId="c006811ef3eb6a44" providerId="LiveId" clId="{C6C753D0-C1FD-421B-A4B9-35D3032A2568}" dt="2025-07-19T06:34:40.659" v="1"/>
          <ac:spMkLst>
            <pc:docMk/>
            <pc:sldMk cId="445503504" sldId="481"/>
            <ac:spMk id="3" creationId="{AF8F08BC-3B81-227D-27E2-0A0A87CE84A1}"/>
          </ac:spMkLst>
        </pc:spChg>
      </pc:sldChg>
      <pc:sldChg chg="modSp mod">
        <pc:chgData name="KIRAN K A" userId="c006811ef3eb6a44" providerId="LiveId" clId="{C6C753D0-C1FD-421B-A4B9-35D3032A2568}" dt="2025-07-19T09:14:28.949" v="734" actId="207"/>
        <pc:sldMkLst>
          <pc:docMk/>
          <pc:sldMk cId="3197914230" sldId="482"/>
        </pc:sldMkLst>
        <pc:spChg chg="mod">
          <ac:chgData name="KIRAN K A" userId="c006811ef3eb6a44" providerId="LiveId" clId="{C6C753D0-C1FD-421B-A4B9-35D3032A2568}" dt="2025-07-19T09:14:28.949" v="734" actId="207"/>
          <ac:spMkLst>
            <pc:docMk/>
            <pc:sldMk cId="3197914230" sldId="482"/>
            <ac:spMk id="2" creationId="{7DB935F6-3941-6E46-37F2-28E5997BF8DE}"/>
          </ac:spMkLst>
        </pc:spChg>
        <pc:spChg chg="mod">
          <ac:chgData name="KIRAN K A" userId="c006811ef3eb6a44" providerId="LiveId" clId="{C6C753D0-C1FD-421B-A4B9-35D3032A2568}" dt="2025-07-19T06:35:17.815" v="133" actId="27636"/>
          <ac:spMkLst>
            <pc:docMk/>
            <pc:sldMk cId="3197914230" sldId="482"/>
            <ac:spMk id="3" creationId="{703E35CF-1E9D-7217-F227-8EE4121E708B}"/>
          </ac:spMkLst>
        </pc:spChg>
      </pc:sldChg>
      <pc:sldChg chg="modSp mod">
        <pc:chgData name="KIRAN K A" userId="c006811ef3eb6a44" providerId="LiveId" clId="{C6C753D0-C1FD-421B-A4B9-35D3032A2568}" dt="2025-07-19T09:14:46.249" v="738" actId="1076"/>
        <pc:sldMkLst>
          <pc:docMk/>
          <pc:sldMk cId="3827131856" sldId="483"/>
        </pc:sldMkLst>
        <pc:spChg chg="mod">
          <ac:chgData name="KIRAN K A" userId="c006811ef3eb6a44" providerId="LiveId" clId="{C6C753D0-C1FD-421B-A4B9-35D3032A2568}" dt="2025-07-19T09:14:35.373" v="735" actId="207"/>
          <ac:spMkLst>
            <pc:docMk/>
            <pc:sldMk cId="3827131856" sldId="483"/>
            <ac:spMk id="2" creationId="{2F4D2297-372A-221A-A2E1-8BFA6C4A0939}"/>
          </ac:spMkLst>
        </pc:spChg>
        <pc:spChg chg="mod">
          <ac:chgData name="KIRAN K A" userId="c006811ef3eb6a44" providerId="LiveId" clId="{C6C753D0-C1FD-421B-A4B9-35D3032A2568}" dt="2025-07-19T09:14:46.249" v="738" actId="1076"/>
          <ac:spMkLst>
            <pc:docMk/>
            <pc:sldMk cId="3827131856" sldId="483"/>
            <ac:spMk id="3" creationId="{D29CEC03-0F20-91D3-5744-622571D1B2D1}"/>
          </ac:spMkLst>
        </pc:spChg>
        <pc:spChg chg="mod">
          <ac:chgData name="KIRAN K A" userId="c006811ef3eb6a44" providerId="LiveId" clId="{C6C753D0-C1FD-421B-A4B9-35D3032A2568}" dt="2025-07-19T09:14:42.962" v="737" actId="14100"/>
          <ac:spMkLst>
            <pc:docMk/>
            <pc:sldMk cId="3827131856" sldId="483"/>
            <ac:spMk id="4" creationId="{365EF334-4D18-2335-EE0C-7699F7A51BB6}"/>
          </ac:spMkLst>
        </pc:spChg>
      </pc:sldChg>
      <pc:sldChg chg="modSp mod">
        <pc:chgData name="KIRAN K A" userId="c006811ef3eb6a44" providerId="LiveId" clId="{C6C753D0-C1FD-421B-A4B9-35D3032A2568}" dt="2025-07-19T09:14:52.078" v="739" actId="207"/>
        <pc:sldMkLst>
          <pc:docMk/>
          <pc:sldMk cId="1955321996" sldId="484"/>
        </pc:sldMkLst>
        <pc:spChg chg="mod">
          <ac:chgData name="KIRAN K A" userId="c006811ef3eb6a44" providerId="LiveId" clId="{C6C753D0-C1FD-421B-A4B9-35D3032A2568}" dt="2025-07-19T09:14:52.078" v="739" actId="207"/>
          <ac:spMkLst>
            <pc:docMk/>
            <pc:sldMk cId="1955321996" sldId="484"/>
            <ac:spMk id="2" creationId="{3DE147B1-71A1-B189-A037-93CEEDFCECE0}"/>
          </ac:spMkLst>
        </pc:spChg>
        <pc:spChg chg="mod">
          <ac:chgData name="KIRAN K A" userId="c006811ef3eb6a44" providerId="LiveId" clId="{C6C753D0-C1FD-421B-A4B9-35D3032A2568}" dt="2025-07-19T06:34:40.659" v="1"/>
          <ac:spMkLst>
            <pc:docMk/>
            <pc:sldMk cId="1955321996" sldId="484"/>
            <ac:spMk id="3" creationId="{FA820460-E48D-7777-76D1-995F1AB1A44F}"/>
          </ac:spMkLst>
        </pc:spChg>
      </pc:sldChg>
      <pc:sldChg chg="modSp mod">
        <pc:chgData name="KIRAN K A" userId="c006811ef3eb6a44" providerId="LiveId" clId="{C6C753D0-C1FD-421B-A4B9-35D3032A2568}" dt="2025-07-19T09:15:45.334" v="764" actId="1076"/>
        <pc:sldMkLst>
          <pc:docMk/>
          <pc:sldMk cId="611713377" sldId="485"/>
        </pc:sldMkLst>
        <pc:spChg chg="mod">
          <ac:chgData name="KIRAN K A" userId="c006811ef3eb6a44" providerId="LiveId" clId="{C6C753D0-C1FD-421B-A4B9-35D3032A2568}" dt="2025-07-19T09:15:37.459" v="762" actId="207"/>
          <ac:spMkLst>
            <pc:docMk/>
            <pc:sldMk cId="611713377" sldId="485"/>
            <ac:spMk id="2" creationId="{1D9CF8B0-03AF-F172-E538-54FBA430A299}"/>
          </ac:spMkLst>
        </pc:spChg>
        <pc:spChg chg="mod">
          <ac:chgData name="KIRAN K A" userId="c006811ef3eb6a44" providerId="LiveId" clId="{C6C753D0-C1FD-421B-A4B9-35D3032A2568}" dt="2025-07-19T09:15:45.334" v="764" actId="1076"/>
          <ac:spMkLst>
            <pc:docMk/>
            <pc:sldMk cId="611713377" sldId="485"/>
            <ac:spMk id="3" creationId="{9A21AC12-2600-B31A-FC86-D403F63A20C3}"/>
          </ac:spMkLst>
        </pc:spChg>
        <pc:spChg chg="mod">
          <ac:chgData name="KIRAN K A" userId="c006811ef3eb6a44" providerId="LiveId" clId="{C6C753D0-C1FD-421B-A4B9-35D3032A2568}" dt="2025-07-19T09:15:41.502" v="763" actId="1076"/>
          <ac:spMkLst>
            <pc:docMk/>
            <pc:sldMk cId="611713377" sldId="485"/>
            <ac:spMk id="4" creationId="{B3033EEB-0DC6-85D0-A8AE-C24432EF21F9}"/>
          </ac:spMkLst>
        </pc:spChg>
      </pc:sldChg>
      <pc:sldChg chg="modSp mod">
        <pc:chgData name="KIRAN K A" userId="c006811ef3eb6a44" providerId="LiveId" clId="{C6C753D0-C1FD-421B-A4B9-35D3032A2568}" dt="2025-07-19T09:15:53.034" v="765" actId="207"/>
        <pc:sldMkLst>
          <pc:docMk/>
          <pc:sldMk cId="971285787" sldId="486"/>
        </pc:sldMkLst>
        <pc:spChg chg="mod">
          <ac:chgData name="KIRAN K A" userId="c006811ef3eb6a44" providerId="LiveId" clId="{C6C753D0-C1FD-421B-A4B9-35D3032A2568}" dt="2025-07-19T09:15:53.034" v="765" actId="207"/>
          <ac:spMkLst>
            <pc:docMk/>
            <pc:sldMk cId="971285787" sldId="486"/>
            <ac:spMk id="2" creationId="{59241E01-8738-B3B6-3FB0-F3C4D6391820}"/>
          </ac:spMkLst>
        </pc:spChg>
        <pc:spChg chg="mod">
          <ac:chgData name="KIRAN K A" userId="c006811ef3eb6a44" providerId="LiveId" clId="{C6C753D0-C1FD-421B-A4B9-35D3032A2568}" dt="2025-07-19T06:34:40.659" v="1"/>
          <ac:spMkLst>
            <pc:docMk/>
            <pc:sldMk cId="971285787" sldId="486"/>
            <ac:spMk id="3" creationId="{D0160AD6-01EC-C675-110B-854B3656C8A1}"/>
          </ac:spMkLst>
        </pc:spChg>
      </pc:sldChg>
      <pc:sldChg chg="modSp mod">
        <pc:chgData name="KIRAN K A" userId="c006811ef3eb6a44" providerId="LiveId" clId="{C6C753D0-C1FD-421B-A4B9-35D3032A2568}" dt="2025-07-19T09:14:59.702" v="740" actId="207"/>
        <pc:sldMkLst>
          <pc:docMk/>
          <pc:sldMk cId="3931028615" sldId="487"/>
        </pc:sldMkLst>
        <pc:spChg chg="mod">
          <ac:chgData name="KIRAN K A" userId="c006811ef3eb6a44" providerId="LiveId" clId="{C6C753D0-C1FD-421B-A4B9-35D3032A2568}" dt="2025-07-19T09:14:59.702" v="740" actId="207"/>
          <ac:spMkLst>
            <pc:docMk/>
            <pc:sldMk cId="3931028615" sldId="487"/>
            <ac:spMk id="2" creationId="{79A2A002-40EF-EA44-6F15-255ADBAC0F1C}"/>
          </ac:spMkLst>
        </pc:spChg>
        <pc:spChg chg="mod">
          <ac:chgData name="KIRAN K A" userId="c006811ef3eb6a44" providerId="LiveId" clId="{C6C753D0-C1FD-421B-A4B9-35D3032A2568}" dt="2025-07-19T06:34:40.659" v="1"/>
          <ac:spMkLst>
            <pc:docMk/>
            <pc:sldMk cId="3931028615" sldId="487"/>
            <ac:spMk id="3" creationId="{0870107A-3A91-B0FE-589B-0482167A356C}"/>
          </ac:spMkLst>
        </pc:spChg>
      </pc:sldChg>
      <pc:sldChg chg="addSp delSp modSp mod">
        <pc:chgData name="KIRAN K A" userId="c006811ef3eb6a44" providerId="LiveId" clId="{C6C753D0-C1FD-421B-A4B9-35D3032A2568}" dt="2025-07-19T09:15:32.696" v="761" actId="1076"/>
        <pc:sldMkLst>
          <pc:docMk/>
          <pc:sldMk cId="2343100500" sldId="488"/>
        </pc:sldMkLst>
        <pc:spChg chg="mod">
          <ac:chgData name="KIRAN K A" userId="c006811ef3eb6a44" providerId="LiveId" clId="{C6C753D0-C1FD-421B-A4B9-35D3032A2568}" dt="2025-07-19T09:15:04.184" v="741" actId="207"/>
          <ac:spMkLst>
            <pc:docMk/>
            <pc:sldMk cId="2343100500" sldId="488"/>
            <ac:spMk id="2" creationId="{DC65A224-5F44-52A2-2503-DD7BCEBC0D21}"/>
          </ac:spMkLst>
        </pc:spChg>
        <pc:spChg chg="mod">
          <ac:chgData name="KIRAN K A" userId="c006811ef3eb6a44" providerId="LiveId" clId="{C6C753D0-C1FD-421B-A4B9-35D3032A2568}" dt="2025-07-19T09:15:32.696" v="761" actId="1076"/>
          <ac:spMkLst>
            <pc:docMk/>
            <pc:sldMk cId="2343100500" sldId="488"/>
            <ac:spMk id="3" creationId="{C5E8AC22-8D5C-51BD-BFAA-E9AB6A600BC7}"/>
          </ac:spMkLst>
        </pc:spChg>
        <pc:picChg chg="add del mod modCrop">
          <ac:chgData name="KIRAN K A" userId="c006811ef3eb6a44" providerId="LiveId" clId="{C6C753D0-C1FD-421B-A4B9-35D3032A2568}" dt="2025-07-19T09:15:30.432" v="760" actId="1076"/>
          <ac:picMkLst>
            <pc:docMk/>
            <pc:sldMk cId="2343100500" sldId="488"/>
            <ac:picMk id="6" creationId="{BD0CEB6C-9798-BB43-F5A8-AB48EBB07E1C}"/>
          </ac:picMkLst>
        </pc:picChg>
      </pc:sldChg>
      <pc:sldChg chg="modSp mod">
        <pc:chgData name="KIRAN K A" userId="c006811ef3eb6a44" providerId="LiveId" clId="{C6C753D0-C1FD-421B-A4B9-35D3032A2568}" dt="2025-07-19T09:16:17.994" v="768" actId="207"/>
        <pc:sldMkLst>
          <pc:docMk/>
          <pc:sldMk cId="4285610790" sldId="489"/>
        </pc:sldMkLst>
        <pc:spChg chg="mod">
          <ac:chgData name="KIRAN K A" userId="c006811ef3eb6a44" providerId="LiveId" clId="{C6C753D0-C1FD-421B-A4B9-35D3032A2568}" dt="2025-07-19T09:16:17.994" v="768" actId="207"/>
          <ac:spMkLst>
            <pc:docMk/>
            <pc:sldMk cId="4285610790" sldId="489"/>
            <ac:spMk id="2" creationId="{BB8F8A88-0CF4-DD29-E901-97B020073841}"/>
          </ac:spMkLst>
        </pc:spChg>
        <pc:picChg chg="mod">
          <ac:chgData name="KIRAN K A" userId="c006811ef3eb6a44" providerId="LiveId" clId="{C6C753D0-C1FD-421B-A4B9-35D3032A2568}" dt="2025-07-19T09:16:03.209" v="767" actId="14100"/>
          <ac:picMkLst>
            <pc:docMk/>
            <pc:sldMk cId="4285610790" sldId="489"/>
            <ac:picMk id="5" creationId="{B613ADC6-89C3-898B-A9DC-B175ABE65559}"/>
          </ac:picMkLst>
        </pc:picChg>
      </pc:sldChg>
      <pc:sldChg chg="modSp mod">
        <pc:chgData name="KIRAN K A" userId="c006811ef3eb6a44" providerId="LiveId" clId="{C6C753D0-C1FD-421B-A4B9-35D3032A2568}" dt="2025-07-19T09:16:30.796" v="771" actId="1076"/>
        <pc:sldMkLst>
          <pc:docMk/>
          <pc:sldMk cId="2553820102" sldId="490"/>
        </pc:sldMkLst>
        <pc:spChg chg="mod">
          <ac:chgData name="KIRAN K A" userId="c006811ef3eb6a44" providerId="LiveId" clId="{C6C753D0-C1FD-421B-A4B9-35D3032A2568}" dt="2025-07-19T09:16:27.915" v="770" actId="207"/>
          <ac:spMkLst>
            <pc:docMk/>
            <pc:sldMk cId="2553820102" sldId="490"/>
            <ac:spMk id="2" creationId="{2AF29109-6812-91AC-8161-056260CC76A2}"/>
          </ac:spMkLst>
        </pc:spChg>
        <pc:spChg chg="mod">
          <ac:chgData name="KIRAN K A" userId="c006811ef3eb6a44" providerId="LiveId" clId="{C6C753D0-C1FD-421B-A4B9-35D3032A2568}" dt="2025-07-19T09:16:23.908" v="769" actId="1076"/>
          <ac:spMkLst>
            <pc:docMk/>
            <pc:sldMk cId="2553820102" sldId="490"/>
            <ac:spMk id="3" creationId="{A4AF3F95-97F8-F329-4462-BCFD4958EA6D}"/>
          </ac:spMkLst>
        </pc:spChg>
        <pc:spChg chg="mod">
          <ac:chgData name="KIRAN K A" userId="c006811ef3eb6a44" providerId="LiveId" clId="{C6C753D0-C1FD-421B-A4B9-35D3032A2568}" dt="2025-07-19T09:16:30.796" v="771" actId="1076"/>
          <ac:spMkLst>
            <pc:docMk/>
            <pc:sldMk cId="2553820102" sldId="490"/>
            <ac:spMk id="4" creationId="{ACB1016F-767C-B6A3-E815-31070B43EAE3}"/>
          </ac:spMkLst>
        </pc:spChg>
      </pc:sldChg>
      <pc:sldChg chg="modSp mod">
        <pc:chgData name="KIRAN K A" userId="c006811ef3eb6a44" providerId="LiveId" clId="{C6C753D0-C1FD-421B-A4B9-35D3032A2568}" dt="2025-07-19T09:16:47.401" v="775" actId="1076"/>
        <pc:sldMkLst>
          <pc:docMk/>
          <pc:sldMk cId="1225243275" sldId="491"/>
        </pc:sldMkLst>
        <pc:spChg chg="mod">
          <ac:chgData name="KIRAN K A" userId="c006811ef3eb6a44" providerId="LiveId" clId="{C6C753D0-C1FD-421B-A4B9-35D3032A2568}" dt="2025-07-19T06:34:40.659" v="1"/>
          <ac:spMkLst>
            <pc:docMk/>
            <pc:sldMk cId="1225243275" sldId="491"/>
            <ac:spMk id="2" creationId="{5257A2E5-F407-2B93-1CCA-84D46526C12B}"/>
          </ac:spMkLst>
        </pc:spChg>
        <pc:spChg chg="mod">
          <ac:chgData name="KIRAN K A" userId="c006811ef3eb6a44" providerId="LiveId" clId="{C6C753D0-C1FD-421B-A4B9-35D3032A2568}" dt="2025-07-19T09:16:39.699" v="772" actId="14100"/>
          <ac:spMkLst>
            <pc:docMk/>
            <pc:sldMk cId="1225243275" sldId="491"/>
            <ac:spMk id="3" creationId="{00A067FE-4CCC-F6B3-F968-6BBB66878008}"/>
          </ac:spMkLst>
        </pc:spChg>
        <pc:picChg chg="mod">
          <ac:chgData name="KIRAN K A" userId="c006811ef3eb6a44" providerId="LiveId" clId="{C6C753D0-C1FD-421B-A4B9-35D3032A2568}" dt="2025-07-19T09:16:47.401" v="775" actId="1076"/>
          <ac:picMkLst>
            <pc:docMk/>
            <pc:sldMk cId="1225243275" sldId="491"/>
            <ac:picMk id="5" creationId="{16121AF8-35F5-D668-F05C-3584BEE96128}"/>
          </ac:picMkLst>
        </pc:picChg>
      </pc:sldChg>
      <pc:sldChg chg="modSp mod">
        <pc:chgData name="KIRAN K A" userId="c006811ef3eb6a44" providerId="LiveId" clId="{C6C753D0-C1FD-421B-A4B9-35D3032A2568}" dt="2025-07-19T09:17:00.757" v="779" actId="1076"/>
        <pc:sldMkLst>
          <pc:docMk/>
          <pc:sldMk cId="3435608793" sldId="492"/>
        </pc:sldMkLst>
        <pc:spChg chg="mod">
          <ac:chgData name="KIRAN K A" userId="c006811ef3eb6a44" providerId="LiveId" clId="{C6C753D0-C1FD-421B-A4B9-35D3032A2568}" dt="2025-07-19T09:16:56.374" v="777" actId="207"/>
          <ac:spMkLst>
            <pc:docMk/>
            <pc:sldMk cId="3435608793" sldId="492"/>
            <ac:spMk id="2" creationId="{CDAE8460-2E12-7BC7-C757-6E7902863EB9}"/>
          </ac:spMkLst>
        </pc:spChg>
        <pc:spChg chg="mod">
          <ac:chgData name="KIRAN K A" userId="c006811ef3eb6a44" providerId="LiveId" clId="{C6C753D0-C1FD-421B-A4B9-35D3032A2568}" dt="2025-07-19T09:16:51.774" v="776" actId="1076"/>
          <ac:spMkLst>
            <pc:docMk/>
            <pc:sldMk cId="3435608793" sldId="492"/>
            <ac:spMk id="3" creationId="{F091F345-5BC2-A627-EEB2-DB2A193E001B}"/>
          </ac:spMkLst>
        </pc:spChg>
        <pc:spChg chg="mod">
          <ac:chgData name="KIRAN K A" userId="c006811ef3eb6a44" providerId="LiveId" clId="{C6C753D0-C1FD-421B-A4B9-35D3032A2568}" dt="2025-07-19T09:17:00.757" v="779" actId="1076"/>
          <ac:spMkLst>
            <pc:docMk/>
            <pc:sldMk cId="3435608793" sldId="492"/>
            <ac:spMk id="4" creationId="{6E45634A-40A9-7C7F-3E78-F95FF8519678}"/>
          </ac:spMkLst>
        </pc:spChg>
      </pc:sldChg>
      <pc:sldChg chg="modSp mod">
        <pc:chgData name="KIRAN K A" userId="c006811ef3eb6a44" providerId="LiveId" clId="{C6C753D0-C1FD-421B-A4B9-35D3032A2568}" dt="2025-07-19T09:17:19.799" v="786" actId="14100"/>
        <pc:sldMkLst>
          <pc:docMk/>
          <pc:sldMk cId="1715378945" sldId="493"/>
        </pc:sldMkLst>
        <pc:spChg chg="mod">
          <ac:chgData name="KIRAN K A" userId="c006811ef3eb6a44" providerId="LiveId" clId="{C6C753D0-C1FD-421B-A4B9-35D3032A2568}" dt="2025-07-19T09:17:04.846" v="780" actId="207"/>
          <ac:spMkLst>
            <pc:docMk/>
            <pc:sldMk cId="1715378945" sldId="493"/>
            <ac:spMk id="2" creationId="{942CE9CC-5B05-6972-3AF2-F395B2885D53}"/>
          </ac:spMkLst>
        </pc:spChg>
        <pc:spChg chg="mod">
          <ac:chgData name="KIRAN K A" userId="c006811ef3eb6a44" providerId="LiveId" clId="{C6C753D0-C1FD-421B-A4B9-35D3032A2568}" dt="2025-07-19T06:34:40.659" v="1"/>
          <ac:spMkLst>
            <pc:docMk/>
            <pc:sldMk cId="1715378945" sldId="493"/>
            <ac:spMk id="3" creationId="{88EE8D8E-8480-7479-E88E-3EA5C5DAA514}"/>
          </ac:spMkLst>
        </pc:spChg>
        <pc:picChg chg="mod">
          <ac:chgData name="KIRAN K A" userId="c006811ef3eb6a44" providerId="LiveId" clId="{C6C753D0-C1FD-421B-A4B9-35D3032A2568}" dt="2025-07-19T09:17:19.799" v="786" actId="14100"/>
          <ac:picMkLst>
            <pc:docMk/>
            <pc:sldMk cId="1715378945" sldId="493"/>
            <ac:picMk id="5" creationId="{B5DAD0D7-F998-8949-EAB2-82F159DC0C82}"/>
          </ac:picMkLst>
        </pc:picChg>
      </pc:sldChg>
      <pc:sldChg chg="modSp mod">
        <pc:chgData name="KIRAN K A" userId="c006811ef3eb6a44" providerId="LiveId" clId="{C6C753D0-C1FD-421B-A4B9-35D3032A2568}" dt="2025-07-19T09:17:29.500" v="790" actId="207"/>
        <pc:sldMkLst>
          <pc:docMk/>
          <pc:sldMk cId="33008679" sldId="494"/>
        </pc:sldMkLst>
        <pc:spChg chg="mod">
          <ac:chgData name="KIRAN K A" userId="c006811ef3eb6a44" providerId="LiveId" clId="{C6C753D0-C1FD-421B-A4B9-35D3032A2568}" dt="2025-07-19T09:17:29.500" v="790" actId="207"/>
          <ac:spMkLst>
            <pc:docMk/>
            <pc:sldMk cId="33008679" sldId="494"/>
            <ac:spMk id="2" creationId="{AC4E8DA7-AE3E-E9D6-7F74-5F29E9A26DDD}"/>
          </ac:spMkLst>
        </pc:spChg>
        <pc:spChg chg="mod">
          <ac:chgData name="KIRAN K A" userId="c006811ef3eb6a44" providerId="LiveId" clId="{C6C753D0-C1FD-421B-A4B9-35D3032A2568}" dt="2025-07-19T06:34:40.659" v="1"/>
          <ac:spMkLst>
            <pc:docMk/>
            <pc:sldMk cId="33008679" sldId="494"/>
            <ac:spMk id="3" creationId="{2151C447-EE4B-52C0-F748-25415359ED00}"/>
          </ac:spMkLst>
        </pc:spChg>
        <pc:picChg chg="mod">
          <ac:chgData name="KIRAN K A" userId="c006811ef3eb6a44" providerId="LiveId" clId="{C6C753D0-C1FD-421B-A4B9-35D3032A2568}" dt="2025-07-19T09:17:27.158" v="789" actId="1076"/>
          <ac:picMkLst>
            <pc:docMk/>
            <pc:sldMk cId="33008679" sldId="494"/>
            <ac:picMk id="5" creationId="{2CA4BD8C-84B6-4D7B-CEBE-617E0981E65E}"/>
          </ac:picMkLst>
        </pc:picChg>
      </pc:sldChg>
      <pc:sldChg chg="modSp mod">
        <pc:chgData name="KIRAN K A" userId="c006811ef3eb6a44" providerId="LiveId" clId="{C6C753D0-C1FD-421B-A4B9-35D3032A2568}" dt="2025-07-19T09:17:52.888" v="798" actId="14100"/>
        <pc:sldMkLst>
          <pc:docMk/>
          <pc:sldMk cId="4149305288" sldId="495"/>
        </pc:sldMkLst>
        <pc:spChg chg="mod">
          <ac:chgData name="KIRAN K A" userId="c006811ef3eb6a44" providerId="LiveId" clId="{C6C753D0-C1FD-421B-A4B9-35D3032A2568}" dt="2025-07-19T09:17:35.106" v="791" actId="207"/>
          <ac:spMkLst>
            <pc:docMk/>
            <pc:sldMk cId="4149305288" sldId="495"/>
            <ac:spMk id="2" creationId="{1EDBC1E3-0BF4-EDBB-70AE-19D1BE54A8CC}"/>
          </ac:spMkLst>
        </pc:spChg>
        <pc:spChg chg="mod">
          <ac:chgData name="KIRAN K A" userId="c006811ef3eb6a44" providerId="LiveId" clId="{C6C753D0-C1FD-421B-A4B9-35D3032A2568}" dt="2025-07-19T09:17:52.888" v="798" actId="14100"/>
          <ac:spMkLst>
            <pc:docMk/>
            <pc:sldMk cId="4149305288" sldId="495"/>
            <ac:spMk id="3" creationId="{A207774B-B91F-6CC1-E8AF-FF290F921AFC}"/>
          </ac:spMkLst>
        </pc:spChg>
        <pc:picChg chg="mod modCrop">
          <ac:chgData name="KIRAN K A" userId="c006811ef3eb6a44" providerId="LiveId" clId="{C6C753D0-C1FD-421B-A4B9-35D3032A2568}" dt="2025-07-19T09:17:45.809" v="795" actId="14100"/>
          <ac:picMkLst>
            <pc:docMk/>
            <pc:sldMk cId="4149305288" sldId="495"/>
            <ac:picMk id="5" creationId="{D493FBA1-BCF9-F50D-892B-CDCB7822DD11}"/>
          </ac:picMkLst>
        </pc:picChg>
      </pc:sldChg>
      <pc:sldChg chg="modSp mod">
        <pc:chgData name="KIRAN K A" userId="c006811ef3eb6a44" providerId="LiveId" clId="{C6C753D0-C1FD-421B-A4B9-35D3032A2568}" dt="2025-07-19T09:18:04.608" v="801" actId="207"/>
        <pc:sldMkLst>
          <pc:docMk/>
          <pc:sldMk cId="2240494492" sldId="496"/>
        </pc:sldMkLst>
        <pc:spChg chg="mod">
          <ac:chgData name="KIRAN K A" userId="c006811ef3eb6a44" providerId="LiveId" clId="{C6C753D0-C1FD-421B-A4B9-35D3032A2568}" dt="2025-07-19T09:18:04.608" v="801" actId="207"/>
          <ac:spMkLst>
            <pc:docMk/>
            <pc:sldMk cId="2240494492" sldId="496"/>
            <ac:spMk id="2" creationId="{BD71C339-4955-C49C-9E42-FA87B95861E1}"/>
          </ac:spMkLst>
        </pc:spChg>
        <pc:spChg chg="mod">
          <ac:chgData name="KIRAN K A" userId="c006811ef3eb6a44" providerId="LiveId" clId="{C6C753D0-C1FD-421B-A4B9-35D3032A2568}" dt="2025-07-19T09:17:57.735" v="799" actId="1076"/>
          <ac:spMkLst>
            <pc:docMk/>
            <pc:sldMk cId="2240494492" sldId="496"/>
            <ac:spMk id="3" creationId="{BAA8F6BE-D309-D9C6-2672-ECB8FCE48C0F}"/>
          </ac:spMkLst>
        </pc:spChg>
        <pc:spChg chg="mod">
          <ac:chgData name="KIRAN K A" userId="c006811ef3eb6a44" providerId="LiveId" clId="{C6C753D0-C1FD-421B-A4B9-35D3032A2568}" dt="2025-07-19T09:18:01.373" v="800" actId="1076"/>
          <ac:spMkLst>
            <pc:docMk/>
            <pc:sldMk cId="2240494492" sldId="496"/>
            <ac:spMk id="4" creationId="{D6896AD2-AAEC-45A5-A843-AD5255CD412D}"/>
          </ac:spMkLst>
        </pc:spChg>
      </pc:sldChg>
      <pc:sldChg chg="modSp mod">
        <pc:chgData name="KIRAN K A" userId="c006811ef3eb6a44" providerId="LiveId" clId="{C6C753D0-C1FD-421B-A4B9-35D3032A2568}" dt="2025-07-19T09:18:11.036" v="802" actId="207"/>
        <pc:sldMkLst>
          <pc:docMk/>
          <pc:sldMk cId="3320322420" sldId="497"/>
        </pc:sldMkLst>
        <pc:spChg chg="mod">
          <ac:chgData name="KIRAN K A" userId="c006811ef3eb6a44" providerId="LiveId" clId="{C6C753D0-C1FD-421B-A4B9-35D3032A2568}" dt="2025-07-19T09:18:11.036" v="802" actId="207"/>
          <ac:spMkLst>
            <pc:docMk/>
            <pc:sldMk cId="3320322420" sldId="497"/>
            <ac:spMk id="2" creationId="{24833D1C-DC18-CDF4-BBDC-BF21456D4B92}"/>
          </ac:spMkLst>
        </pc:spChg>
        <pc:spChg chg="mod">
          <ac:chgData name="KIRAN K A" userId="c006811ef3eb6a44" providerId="LiveId" clId="{C6C753D0-C1FD-421B-A4B9-35D3032A2568}" dt="2025-07-19T06:35:17.840" v="134" actId="27636"/>
          <ac:spMkLst>
            <pc:docMk/>
            <pc:sldMk cId="3320322420" sldId="497"/>
            <ac:spMk id="3" creationId="{68FB8748-FDA3-B10C-FA25-778317C0D94B}"/>
          </ac:spMkLst>
        </pc:spChg>
      </pc:sldChg>
      <pc:sldChg chg="modSp mod">
        <pc:chgData name="KIRAN K A" userId="c006811ef3eb6a44" providerId="LiveId" clId="{C6C753D0-C1FD-421B-A4B9-35D3032A2568}" dt="2025-07-19T09:18:32.022" v="809" actId="1076"/>
        <pc:sldMkLst>
          <pc:docMk/>
          <pc:sldMk cId="3847780514" sldId="498"/>
        </pc:sldMkLst>
        <pc:spChg chg="mod">
          <ac:chgData name="KIRAN K A" userId="c006811ef3eb6a44" providerId="LiveId" clId="{C6C753D0-C1FD-421B-A4B9-35D3032A2568}" dt="2025-07-19T06:34:40.659" v="1"/>
          <ac:spMkLst>
            <pc:docMk/>
            <pc:sldMk cId="3847780514" sldId="498"/>
            <ac:spMk id="2" creationId="{4DD914C6-DF9F-69CC-BAB6-B16683A50243}"/>
          </ac:spMkLst>
        </pc:spChg>
        <pc:spChg chg="mod">
          <ac:chgData name="KIRAN K A" userId="c006811ef3eb6a44" providerId="LiveId" clId="{C6C753D0-C1FD-421B-A4B9-35D3032A2568}" dt="2025-07-19T09:18:25.573" v="808" actId="5793"/>
          <ac:spMkLst>
            <pc:docMk/>
            <pc:sldMk cId="3847780514" sldId="498"/>
            <ac:spMk id="3" creationId="{C1AE8179-B7EB-C9F5-EA75-A628F26375AE}"/>
          </ac:spMkLst>
        </pc:spChg>
        <pc:graphicFrameChg chg="mod">
          <ac:chgData name="KIRAN K A" userId="c006811ef3eb6a44" providerId="LiveId" clId="{C6C753D0-C1FD-421B-A4B9-35D3032A2568}" dt="2025-07-19T09:18:32.022" v="809" actId="1076"/>
          <ac:graphicFrameMkLst>
            <pc:docMk/>
            <pc:sldMk cId="3847780514" sldId="498"/>
            <ac:graphicFrameMk id="4" creationId="{5CBF0F8C-4D83-EA8F-DE4F-BFB8050455B5}"/>
          </ac:graphicFrameMkLst>
        </pc:graphicFrameChg>
      </pc:sldChg>
      <pc:sldChg chg="modSp mod">
        <pc:chgData name="KIRAN K A" userId="c006811ef3eb6a44" providerId="LiveId" clId="{C6C753D0-C1FD-421B-A4B9-35D3032A2568}" dt="2025-07-19T09:18:19.031" v="805" actId="1076"/>
        <pc:sldMkLst>
          <pc:docMk/>
          <pc:sldMk cId="4034348437" sldId="499"/>
        </pc:sldMkLst>
        <pc:spChg chg="mod">
          <ac:chgData name="KIRAN K A" userId="c006811ef3eb6a44" providerId="LiveId" clId="{C6C753D0-C1FD-421B-A4B9-35D3032A2568}" dt="2025-07-19T09:18:14.034" v="803" actId="207"/>
          <ac:spMkLst>
            <pc:docMk/>
            <pc:sldMk cId="4034348437" sldId="499"/>
            <ac:spMk id="2" creationId="{14132FCC-646D-2A67-E51A-BD96F38CFD0A}"/>
          </ac:spMkLst>
        </pc:spChg>
        <pc:spChg chg="mod">
          <ac:chgData name="KIRAN K A" userId="c006811ef3eb6a44" providerId="LiveId" clId="{C6C753D0-C1FD-421B-A4B9-35D3032A2568}" dt="2025-07-19T09:18:19.031" v="805" actId="1076"/>
          <ac:spMkLst>
            <pc:docMk/>
            <pc:sldMk cId="4034348437" sldId="499"/>
            <ac:spMk id="3" creationId="{FE94BE65-66B0-9E9B-7D40-4DBC28975C0A}"/>
          </ac:spMkLst>
        </pc:spChg>
        <pc:spChg chg="mod">
          <ac:chgData name="KIRAN K A" userId="c006811ef3eb6a44" providerId="LiveId" clId="{C6C753D0-C1FD-421B-A4B9-35D3032A2568}" dt="2025-07-19T09:18:16.476" v="804" actId="1076"/>
          <ac:spMkLst>
            <pc:docMk/>
            <pc:sldMk cId="4034348437" sldId="499"/>
            <ac:spMk id="4" creationId="{E88EEECD-A0B0-427D-B400-5E427605BB72}"/>
          </ac:spMkLst>
        </pc:spChg>
      </pc:sldChg>
      <pc:sldChg chg="modSp mod">
        <pc:chgData name="KIRAN K A" userId="c006811ef3eb6a44" providerId="LiveId" clId="{C6C753D0-C1FD-421B-A4B9-35D3032A2568}" dt="2025-07-19T09:22:33.368" v="810" actId="207"/>
        <pc:sldMkLst>
          <pc:docMk/>
          <pc:sldMk cId="738644925" sldId="500"/>
        </pc:sldMkLst>
        <pc:spChg chg="mod">
          <ac:chgData name="KIRAN K A" userId="c006811ef3eb6a44" providerId="LiveId" clId="{C6C753D0-C1FD-421B-A4B9-35D3032A2568}" dt="2025-07-19T09:22:33.368" v="810" actId="207"/>
          <ac:spMkLst>
            <pc:docMk/>
            <pc:sldMk cId="738644925" sldId="500"/>
            <ac:spMk id="2" creationId="{33DBBC91-7020-580D-F513-04D857AF65E7}"/>
          </ac:spMkLst>
        </pc:spChg>
        <pc:spChg chg="mod">
          <ac:chgData name="KIRAN K A" userId="c006811ef3eb6a44" providerId="LiveId" clId="{C6C753D0-C1FD-421B-A4B9-35D3032A2568}" dt="2025-07-19T06:34:40.659" v="1"/>
          <ac:spMkLst>
            <pc:docMk/>
            <pc:sldMk cId="738644925" sldId="500"/>
            <ac:spMk id="3" creationId="{2F1976AB-2B4D-FC21-486B-866DA6B72A61}"/>
          </ac:spMkLst>
        </pc:spChg>
      </pc:sldChg>
      <pc:sldChg chg="modSp mod">
        <pc:chgData name="KIRAN K A" userId="c006811ef3eb6a44" providerId="LiveId" clId="{C6C753D0-C1FD-421B-A4B9-35D3032A2568}" dt="2025-07-19T09:22:39.218" v="812" actId="1076"/>
        <pc:sldMkLst>
          <pc:docMk/>
          <pc:sldMk cId="2482329995" sldId="501"/>
        </pc:sldMkLst>
        <pc:spChg chg="mod">
          <ac:chgData name="KIRAN K A" userId="c006811ef3eb6a44" providerId="LiveId" clId="{C6C753D0-C1FD-421B-A4B9-35D3032A2568}" dt="2025-07-19T09:22:36.891" v="811" actId="207"/>
          <ac:spMkLst>
            <pc:docMk/>
            <pc:sldMk cId="2482329995" sldId="501"/>
            <ac:spMk id="2" creationId="{8963308F-8791-33DB-2C69-9328D3A16E57}"/>
          </ac:spMkLst>
        </pc:spChg>
        <pc:spChg chg="mod">
          <ac:chgData name="KIRAN K A" userId="c006811ef3eb6a44" providerId="LiveId" clId="{C6C753D0-C1FD-421B-A4B9-35D3032A2568}" dt="2025-07-19T09:22:39.218" v="812" actId="1076"/>
          <ac:spMkLst>
            <pc:docMk/>
            <pc:sldMk cId="2482329995" sldId="501"/>
            <ac:spMk id="3" creationId="{E6A70468-7352-E48C-C284-82683B16D590}"/>
          </ac:spMkLst>
        </pc:spChg>
      </pc:sldChg>
      <pc:sldChg chg="modSp mod">
        <pc:chgData name="KIRAN K A" userId="c006811ef3eb6a44" providerId="LiveId" clId="{C6C753D0-C1FD-421B-A4B9-35D3032A2568}" dt="2025-07-19T09:22:42.449" v="813" actId="207"/>
        <pc:sldMkLst>
          <pc:docMk/>
          <pc:sldMk cId="205166366" sldId="502"/>
        </pc:sldMkLst>
        <pc:spChg chg="mod">
          <ac:chgData name="KIRAN K A" userId="c006811ef3eb6a44" providerId="LiveId" clId="{C6C753D0-C1FD-421B-A4B9-35D3032A2568}" dt="2025-07-19T09:22:42.449" v="813" actId="207"/>
          <ac:spMkLst>
            <pc:docMk/>
            <pc:sldMk cId="205166366" sldId="502"/>
            <ac:spMk id="2" creationId="{E30BF358-BE2C-C3F0-2D3A-09A68025F1AA}"/>
          </ac:spMkLst>
        </pc:spChg>
        <pc:spChg chg="mod">
          <ac:chgData name="KIRAN K A" userId="c006811ef3eb6a44" providerId="LiveId" clId="{C6C753D0-C1FD-421B-A4B9-35D3032A2568}" dt="2025-07-19T06:34:40.659" v="1"/>
          <ac:spMkLst>
            <pc:docMk/>
            <pc:sldMk cId="205166366" sldId="502"/>
            <ac:spMk id="3" creationId="{357EA57E-78A5-4441-930D-A854361F9C41}"/>
          </ac:spMkLst>
        </pc:spChg>
      </pc:sldChg>
      <pc:sldChg chg="modSp mod">
        <pc:chgData name="KIRAN K A" userId="c006811ef3eb6a44" providerId="LiveId" clId="{C6C753D0-C1FD-421B-A4B9-35D3032A2568}" dt="2025-07-19T09:22:45.674" v="814" actId="207"/>
        <pc:sldMkLst>
          <pc:docMk/>
          <pc:sldMk cId="3197315832" sldId="503"/>
        </pc:sldMkLst>
        <pc:spChg chg="mod">
          <ac:chgData name="KIRAN K A" userId="c006811ef3eb6a44" providerId="LiveId" clId="{C6C753D0-C1FD-421B-A4B9-35D3032A2568}" dt="2025-07-19T09:22:45.674" v="814" actId="207"/>
          <ac:spMkLst>
            <pc:docMk/>
            <pc:sldMk cId="3197315832" sldId="503"/>
            <ac:spMk id="2" creationId="{7626D1A2-6D34-5D1D-0864-D4E4401AE518}"/>
          </ac:spMkLst>
        </pc:spChg>
        <pc:spChg chg="mod">
          <ac:chgData name="KIRAN K A" userId="c006811ef3eb6a44" providerId="LiveId" clId="{C6C753D0-C1FD-421B-A4B9-35D3032A2568}" dt="2025-07-19T06:34:40.659" v="1"/>
          <ac:spMkLst>
            <pc:docMk/>
            <pc:sldMk cId="3197315832" sldId="503"/>
            <ac:spMk id="3" creationId="{6B395824-DFBF-5B8C-0470-5E7316ED5523}"/>
          </ac:spMkLst>
        </pc:spChg>
      </pc:sldChg>
      <pc:sldChg chg="modSp mod">
        <pc:chgData name="KIRAN K A" userId="c006811ef3eb6a44" providerId="LiveId" clId="{C6C753D0-C1FD-421B-A4B9-35D3032A2568}" dt="2025-07-19T09:23:23.060" v="821" actId="1076"/>
        <pc:sldMkLst>
          <pc:docMk/>
          <pc:sldMk cId="3604228855" sldId="504"/>
        </pc:sldMkLst>
        <pc:spChg chg="mod">
          <ac:chgData name="KIRAN K A" userId="c006811ef3eb6a44" providerId="LiveId" clId="{C6C753D0-C1FD-421B-A4B9-35D3032A2568}" dt="2025-07-19T09:23:20.482" v="820" actId="207"/>
          <ac:spMkLst>
            <pc:docMk/>
            <pc:sldMk cId="3604228855" sldId="504"/>
            <ac:spMk id="2" creationId="{6147A2CC-21A9-C335-E3FE-8294D0E66337}"/>
          </ac:spMkLst>
        </pc:spChg>
        <pc:spChg chg="mod">
          <ac:chgData name="KIRAN K A" userId="c006811ef3eb6a44" providerId="LiveId" clId="{C6C753D0-C1FD-421B-A4B9-35D3032A2568}" dt="2025-07-19T09:23:23.060" v="821" actId="1076"/>
          <ac:spMkLst>
            <pc:docMk/>
            <pc:sldMk cId="3604228855" sldId="504"/>
            <ac:spMk id="3" creationId="{5309B12A-30F7-DDC9-1327-F952D19C7618}"/>
          </ac:spMkLst>
        </pc:spChg>
      </pc:sldChg>
      <pc:sldChg chg="modSp mod">
        <pc:chgData name="KIRAN K A" userId="c006811ef3eb6a44" providerId="LiveId" clId="{C6C753D0-C1FD-421B-A4B9-35D3032A2568}" dt="2025-07-19T09:23:16.147" v="819" actId="1076"/>
        <pc:sldMkLst>
          <pc:docMk/>
          <pc:sldMk cId="3035422321" sldId="505"/>
        </pc:sldMkLst>
        <pc:spChg chg="mod">
          <ac:chgData name="KIRAN K A" userId="c006811ef3eb6a44" providerId="LiveId" clId="{C6C753D0-C1FD-421B-A4B9-35D3032A2568}" dt="2025-07-19T09:23:10.688" v="817" actId="207"/>
          <ac:spMkLst>
            <pc:docMk/>
            <pc:sldMk cId="3035422321" sldId="505"/>
            <ac:spMk id="2" creationId="{4A5FE3FA-105F-AC6E-E990-4B7DFDC60492}"/>
          </ac:spMkLst>
        </pc:spChg>
        <pc:spChg chg="mod">
          <ac:chgData name="KIRAN K A" userId="c006811ef3eb6a44" providerId="LiveId" clId="{C6C753D0-C1FD-421B-A4B9-35D3032A2568}" dt="2025-07-19T09:23:16.147" v="819" actId="1076"/>
          <ac:spMkLst>
            <pc:docMk/>
            <pc:sldMk cId="3035422321" sldId="505"/>
            <ac:spMk id="3" creationId="{4D7047C9-833A-5AEC-6113-0759D0DE164E}"/>
          </ac:spMkLst>
        </pc:spChg>
        <pc:spChg chg="mod">
          <ac:chgData name="KIRAN K A" userId="c006811ef3eb6a44" providerId="LiveId" clId="{C6C753D0-C1FD-421B-A4B9-35D3032A2568}" dt="2025-07-19T09:23:13.459" v="818" actId="1076"/>
          <ac:spMkLst>
            <pc:docMk/>
            <pc:sldMk cId="3035422321" sldId="505"/>
            <ac:spMk id="4" creationId="{F46CC988-F19D-09A7-2612-4B0D055D30C1}"/>
          </ac:spMkLst>
        </pc:spChg>
      </pc:sldChg>
      <pc:sldChg chg="modSp mod setBg">
        <pc:chgData name="KIRAN K A" userId="c006811ef3eb6a44" providerId="LiveId" clId="{C6C753D0-C1FD-421B-A4B9-35D3032A2568}" dt="2025-07-19T09:23:04.170" v="816"/>
        <pc:sldMkLst>
          <pc:docMk/>
          <pc:sldMk cId="0" sldId="506"/>
        </pc:sldMkLst>
        <pc:spChg chg="mod">
          <ac:chgData name="KIRAN K A" userId="c006811ef3eb6a44" providerId="LiveId" clId="{C6C753D0-C1FD-421B-A4B9-35D3032A2568}" dt="2025-07-19T09:22:49.314" v="815" actId="207"/>
          <ac:spMkLst>
            <pc:docMk/>
            <pc:sldMk cId="0" sldId="506"/>
            <ac:spMk id="2" creationId="{00000000-0000-0000-0000-000000000000}"/>
          </ac:spMkLst>
        </pc:spChg>
      </pc:sldChg>
      <pc:sldChg chg="modSp mod">
        <pc:chgData name="KIRAN K A" userId="c006811ef3eb6a44" providerId="LiveId" clId="{C6C753D0-C1FD-421B-A4B9-35D3032A2568}" dt="2025-07-19T09:23:42.996" v="829" actId="14100"/>
        <pc:sldMkLst>
          <pc:docMk/>
          <pc:sldMk cId="2848844235" sldId="507"/>
        </pc:sldMkLst>
        <pc:spChg chg="mod">
          <ac:chgData name="KIRAN K A" userId="c006811ef3eb6a44" providerId="LiveId" clId="{C6C753D0-C1FD-421B-A4B9-35D3032A2568}" dt="2025-07-19T09:23:26.955" v="822" actId="207"/>
          <ac:spMkLst>
            <pc:docMk/>
            <pc:sldMk cId="2848844235" sldId="507"/>
            <ac:spMk id="2" creationId="{D08F1D02-90EF-95CA-B28B-35291A5E7E1B}"/>
          </ac:spMkLst>
        </pc:spChg>
        <pc:spChg chg="mod">
          <ac:chgData name="KIRAN K A" userId="c006811ef3eb6a44" providerId="LiveId" clId="{C6C753D0-C1FD-421B-A4B9-35D3032A2568}" dt="2025-07-19T09:23:38.514" v="827" actId="14100"/>
          <ac:spMkLst>
            <pc:docMk/>
            <pc:sldMk cId="2848844235" sldId="507"/>
            <ac:spMk id="6" creationId="{F4248138-93CA-ECC4-FEE6-428D209234ED}"/>
          </ac:spMkLst>
        </pc:spChg>
        <pc:picChg chg="mod">
          <ac:chgData name="KIRAN K A" userId="c006811ef3eb6a44" providerId="LiveId" clId="{C6C753D0-C1FD-421B-A4B9-35D3032A2568}" dt="2025-07-19T09:23:42.996" v="829" actId="14100"/>
          <ac:picMkLst>
            <pc:docMk/>
            <pc:sldMk cId="2848844235" sldId="507"/>
            <ac:picMk id="5" creationId="{3B0F7164-C4C8-7A98-79A2-2116744AF081}"/>
          </ac:picMkLst>
        </pc:picChg>
      </pc:sldChg>
      <pc:sldChg chg="modSp mod">
        <pc:chgData name="KIRAN K A" userId="c006811ef3eb6a44" providerId="LiveId" clId="{C6C753D0-C1FD-421B-A4B9-35D3032A2568}" dt="2025-07-19T09:23:47.032" v="830" actId="207"/>
        <pc:sldMkLst>
          <pc:docMk/>
          <pc:sldMk cId="3084992336" sldId="508"/>
        </pc:sldMkLst>
        <pc:spChg chg="mod">
          <ac:chgData name="KIRAN K A" userId="c006811ef3eb6a44" providerId="LiveId" clId="{C6C753D0-C1FD-421B-A4B9-35D3032A2568}" dt="2025-07-19T09:23:47.032" v="830" actId="207"/>
          <ac:spMkLst>
            <pc:docMk/>
            <pc:sldMk cId="3084992336" sldId="508"/>
            <ac:spMk id="2" creationId="{779478C7-9FDB-7134-2A93-5481B2E0DBBD}"/>
          </ac:spMkLst>
        </pc:spChg>
        <pc:spChg chg="mod">
          <ac:chgData name="KIRAN K A" userId="c006811ef3eb6a44" providerId="LiveId" clId="{C6C753D0-C1FD-421B-A4B9-35D3032A2568}" dt="2025-07-19T06:34:40.659" v="1"/>
          <ac:spMkLst>
            <pc:docMk/>
            <pc:sldMk cId="3084992336" sldId="508"/>
            <ac:spMk id="3" creationId="{F0966CAE-5A8D-C6BA-33AC-F8A926835812}"/>
          </ac:spMkLst>
        </pc:spChg>
      </pc:sldChg>
      <pc:sldChg chg="modSp mod">
        <pc:chgData name="KIRAN K A" userId="c006811ef3eb6a44" providerId="LiveId" clId="{C6C753D0-C1FD-421B-A4B9-35D3032A2568}" dt="2025-07-19T09:23:53.106" v="831" actId="207"/>
        <pc:sldMkLst>
          <pc:docMk/>
          <pc:sldMk cId="709941819" sldId="509"/>
        </pc:sldMkLst>
        <pc:spChg chg="mod">
          <ac:chgData name="KIRAN K A" userId="c006811ef3eb6a44" providerId="LiveId" clId="{C6C753D0-C1FD-421B-A4B9-35D3032A2568}" dt="2025-07-19T09:23:53.106" v="831" actId="207"/>
          <ac:spMkLst>
            <pc:docMk/>
            <pc:sldMk cId="709941819" sldId="509"/>
            <ac:spMk id="2" creationId="{B991A3A7-11F7-5575-103C-7F8E21197FAE}"/>
          </ac:spMkLst>
        </pc:spChg>
        <pc:spChg chg="mod">
          <ac:chgData name="KIRAN K A" userId="c006811ef3eb6a44" providerId="LiveId" clId="{C6C753D0-C1FD-421B-A4B9-35D3032A2568}" dt="2025-07-19T06:34:40.659" v="1"/>
          <ac:spMkLst>
            <pc:docMk/>
            <pc:sldMk cId="709941819" sldId="509"/>
            <ac:spMk id="3" creationId="{FD5253AA-5642-B8FE-4F7E-BC611701D4F1}"/>
          </ac:spMkLst>
        </pc:spChg>
      </pc:sldChg>
      <pc:sldChg chg="modSp mod">
        <pc:chgData name="KIRAN K A" userId="c006811ef3eb6a44" providerId="LiveId" clId="{C6C753D0-C1FD-421B-A4B9-35D3032A2568}" dt="2025-07-19T09:24:04.362" v="834" actId="207"/>
        <pc:sldMkLst>
          <pc:docMk/>
          <pc:sldMk cId="799624659" sldId="510"/>
        </pc:sldMkLst>
        <pc:spChg chg="mod">
          <ac:chgData name="KIRAN K A" userId="c006811ef3eb6a44" providerId="LiveId" clId="{C6C753D0-C1FD-421B-A4B9-35D3032A2568}" dt="2025-07-19T09:24:04.362" v="834" actId="207"/>
          <ac:spMkLst>
            <pc:docMk/>
            <pc:sldMk cId="799624659" sldId="510"/>
            <ac:spMk id="2" creationId="{A7E67546-4181-981F-E9FB-A0ACBE586680}"/>
          </ac:spMkLst>
        </pc:spChg>
        <pc:spChg chg="mod">
          <ac:chgData name="KIRAN K A" userId="c006811ef3eb6a44" providerId="LiveId" clId="{C6C753D0-C1FD-421B-A4B9-35D3032A2568}" dt="2025-07-19T09:24:01.599" v="833" actId="207"/>
          <ac:spMkLst>
            <pc:docMk/>
            <pc:sldMk cId="799624659" sldId="510"/>
            <ac:spMk id="3" creationId="{419BBF7D-0ABA-326D-75A9-A863A558A290}"/>
          </ac:spMkLst>
        </pc:spChg>
      </pc:sldChg>
      <pc:sldChg chg="modSp mod">
        <pc:chgData name="KIRAN K A" userId="c006811ef3eb6a44" providerId="LiveId" clId="{C6C753D0-C1FD-421B-A4B9-35D3032A2568}" dt="2025-07-19T09:24:30.591" v="840" actId="14100"/>
        <pc:sldMkLst>
          <pc:docMk/>
          <pc:sldMk cId="1141937707" sldId="511"/>
        </pc:sldMkLst>
        <pc:spChg chg="mod">
          <ac:chgData name="KIRAN K A" userId="c006811ef3eb6a44" providerId="LiveId" clId="{C6C753D0-C1FD-421B-A4B9-35D3032A2568}" dt="2025-07-19T09:24:25.443" v="838" actId="207"/>
          <ac:spMkLst>
            <pc:docMk/>
            <pc:sldMk cId="1141937707" sldId="511"/>
            <ac:spMk id="2" creationId="{63B68564-E620-FE26-4ACD-00C00552D468}"/>
          </ac:spMkLst>
        </pc:spChg>
        <pc:spChg chg="mod">
          <ac:chgData name="KIRAN K A" userId="c006811ef3eb6a44" providerId="LiveId" clId="{C6C753D0-C1FD-421B-A4B9-35D3032A2568}" dt="2025-07-19T06:34:40.659" v="1"/>
          <ac:spMkLst>
            <pc:docMk/>
            <pc:sldMk cId="1141937707" sldId="511"/>
            <ac:spMk id="3" creationId="{40BD2ED8-D4B7-42EB-7321-79D6A8A9CA7E}"/>
          </ac:spMkLst>
        </pc:spChg>
        <pc:picChg chg="mod">
          <ac:chgData name="KIRAN K A" userId="c006811ef3eb6a44" providerId="LiveId" clId="{C6C753D0-C1FD-421B-A4B9-35D3032A2568}" dt="2025-07-19T09:24:30.591" v="840" actId="14100"/>
          <ac:picMkLst>
            <pc:docMk/>
            <pc:sldMk cId="1141937707" sldId="511"/>
            <ac:picMk id="5" creationId="{012E6ADB-7340-D36B-DB2F-6414CD73A4E2}"/>
          </ac:picMkLst>
        </pc:picChg>
      </pc:sldChg>
      <pc:sldChg chg="modSp mod">
        <pc:chgData name="KIRAN K A" userId="c006811ef3eb6a44" providerId="LiveId" clId="{C6C753D0-C1FD-421B-A4B9-35D3032A2568}" dt="2025-07-19T09:24:35.614" v="841" actId="207"/>
        <pc:sldMkLst>
          <pc:docMk/>
          <pc:sldMk cId="344777498" sldId="512"/>
        </pc:sldMkLst>
        <pc:spChg chg="mod">
          <ac:chgData name="KIRAN K A" userId="c006811ef3eb6a44" providerId="LiveId" clId="{C6C753D0-C1FD-421B-A4B9-35D3032A2568}" dt="2025-07-19T09:24:35.614" v="841" actId="207"/>
          <ac:spMkLst>
            <pc:docMk/>
            <pc:sldMk cId="344777498" sldId="512"/>
            <ac:spMk id="2" creationId="{358CFED3-3683-6865-B593-FA12D77D2692}"/>
          </ac:spMkLst>
        </pc:spChg>
        <pc:spChg chg="mod">
          <ac:chgData name="KIRAN K A" userId="c006811ef3eb6a44" providerId="LiveId" clId="{C6C753D0-C1FD-421B-A4B9-35D3032A2568}" dt="2025-07-19T06:34:40.659" v="1"/>
          <ac:spMkLst>
            <pc:docMk/>
            <pc:sldMk cId="344777498" sldId="512"/>
            <ac:spMk id="3" creationId="{FC70A09E-6A76-A1F6-C61C-E3DFA33C3483}"/>
          </ac:spMkLst>
        </pc:spChg>
      </pc:sldChg>
      <pc:sldChg chg="modSp mod">
        <pc:chgData name="KIRAN K A" userId="c006811ef3eb6a44" providerId="LiveId" clId="{C6C753D0-C1FD-421B-A4B9-35D3032A2568}" dt="2025-07-19T09:24:42.520" v="843" actId="1076"/>
        <pc:sldMkLst>
          <pc:docMk/>
          <pc:sldMk cId="56436897" sldId="513"/>
        </pc:sldMkLst>
        <pc:spChg chg="mod">
          <ac:chgData name="KIRAN K A" userId="c006811ef3eb6a44" providerId="LiveId" clId="{C6C753D0-C1FD-421B-A4B9-35D3032A2568}" dt="2025-07-19T09:24:39.882" v="842" actId="207"/>
          <ac:spMkLst>
            <pc:docMk/>
            <pc:sldMk cId="56436897" sldId="513"/>
            <ac:spMk id="2" creationId="{A761E60C-DFA5-2EAB-EFA7-307879EA5E84}"/>
          </ac:spMkLst>
        </pc:spChg>
        <pc:spChg chg="mod">
          <ac:chgData name="KIRAN K A" userId="c006811ef3eb6a44" providerId="LiveId" clId="{C6C753D0-C1FD-421B-A4B9-35D3032A2568}" dt="2025-07-19T09:24:42.520" v="843" actId="1076"/>
          <ac:spMkLst>
            <pc:docMk/>
            <pc:sldMk cId="56436897" sldId="513"/>
            <ac:spMk id="3" creationId="{BCC6051A-4DFD-7F86-11BF-C2F2F8283CAF}"/>
          </ac:spMkLst>
        </pc:spChg>
      </pc:sldChg>
      <pc:sldChg chg="modSp mod">
        <pc:chgData name="KIRAN K A" userId="c006811ef3eb6a44" providerId="LiveId" clId="{C6C753D0-C1FD-421B-A4B9-35D3032A2568}" dt="2025-07-19T09:24:46.397" v="844" actId="207"/>
        <pc:sldMkLst>
          <pc:docMk/>
          <pc:sldMk cId="2696358564" sldId="514"/>
        </pc:sldMkLst>
        <pc:spChg chg="mod">
          <ac:chgData name="KIRAN K A" userId="c006811ef3eb6a44" providerId="LiveId" clId="{C6C753D0-C1FD-421B-A4B9-35D3032A2568}" dt="2025-07-19T09:24:46.397" v="844" actId="207"/>
          <ac:spMkLst>
            <pc:docMk/>
            <pc:sldMk cId="2696358564" sldId="514"/>
            <ac:spMk id="2" creationId="{CA55C7D3-5FF2-4A17-3752-4626CBE5265A}"/>
          </ac:spMkLst>
        </pc:spChg>
        <pc:spChg chg="mod">
          <ac:chgData name="KIRAN K A" userId="c006811ef3eb6a44" providerId="LiveId" clId="{C6C753D0-C1FD-421B-A4B9-35D3032A2568}" dt="2025-07-19T06:34:40.659" v="1"/>
          <ac:spMkLst>
            <pc:docMk/>
            <pc:sldMk cId="2696358564" sldId="514"/>
            <ac:spMk id="3" creationId="{8C73FD86-74C4-57A8-C511-81D309D49E4B}"/>
          </ac:spMkLst>
        </pc:spChg>
      </pc:sldChg>
      <pc:sldChg chg="modSp mod">
        <pc:chgData name="KIRAN K A" userId="c006811ef3eb6a44" providerId="LiveId" clId="{C6C753D0-C1FD-421B-A4B9-35D3032A2568}" dt="2025-07-19T09:24:20.879" v="837" actId="1076"/>
        <pc:sldMkLst>
          <pc:docMk/>
          <pc:sldMk cId="4099831446" sldId="515"/>
        </pc:sldMkLst>
        <pc:spChg chg="mod">
          <ac:chgData name="KIRAN K A" userId="c006811ef3eb6a44" providerId="LiveId" clId="{C6C753D0-C1FD-421B-A4B9-35D3032A2568}" dt="2025-07-19T09:24:15.607" v="835" actId="207"/>
          <ac:spMkLst>
            <pc:docMk/>
            <pc:sldMk cId="4099831446" sldId="515"/>
            <ac:spMk id="2" creationId="{01B16833-DE41-A4EF-B72C-96A94BE6A5E4}"/>
          </ac:spMkLst>
        </pc:spChg>
        <pc:spChg chg="mod">
          <ac:chgData name="KIRAN K A" userId="c006811ef3eb6a44" providerId="LiveId" clId="{C6C753D0-C1FD-421B-A4B9-35D3032A2568}" dt="2025-07-19T09:24:17.806" v="836" actId="1076"/>
          <ac:spMkLst>
            <pc:docMk/>
            <pc:sldMk cId="4099831446" sldId="515"/>
            <ac:spMk id="3" creationId="{B2AFA829-8EAC-8585-4E42-0728DF21D8D4}"/>
          </ac:spMkLst>
        </pc:spChg>
        <pc:spChg chg="mod">
          <ac:chgData name="KIRAN K A" userId="c006811ef3eb6a44" providerId="LiveId" clId="{C6C753D0-C1FD-421B-A4B9-35D3032A2568}" dt="2025-07-19T09:24:20.879" v="837" actId="1076"/>
          <ac:spMkLst>
            <pc:docMk/>
            <pc:sldMk cId="4099831446" sldId="515"/>
            <ac:spMk id="4" creationId="{0A3AC63E-F392-8CAD-DEF7-1B8533E1BE79}"/>
          </ac:spMkLst>
        </pc:spChg>
      </pc:sldChg>
      <pc:sldChg chg="modSp mod">
        <pc:chgData name="KIRAN K A" userId="c006811ef3eb6a44" providerId="LiveId" clId="{C6C753D0-C1FD-421B-A4B9-35D3032A2568}" dt="2025-07-19T09:25:00.807" v="849" actId="1076"/>
        <pc:sldMkLst>
          <pc:docMk/>
          <pc:sldMk cId="807026218" sldId="517"/>
        </pc:sldMkLst>
        <pc:spChg chg="mod">
          <ac:chgData name="KIRAN K A" userId="c006811ef3eb6a44" providerId="LiveId" clId="{C6C753D0-C1FD-421B-A4B9-35D3032A2568}" dt="2025-07-19T09:24:54.260" v="846" actId="207"/>
          <ac:spMkLst>
            <pc:docMk/>
            <pc:sldMk cId="807026218" sldId="517"/>
            <ac:spMk id="2" creationId="{A37CC69C-78CF-D8BA-5067-1AB00DFE56F2}"/>
          </ac:spMkLst>
        </pc:spChg>
        <pc:spChg chg="mod">
          <ac:chgData name="KIRAN K A" userId="c006811ef3eb6a44" providerId="LiveId" clId="{C6C753D0-C1FD-421B-A4B9-35D3032A2568}" dt="2025-07-19T09:25:00.807" v="849" actId="1076"/>
          <ac:spMkLst>
            <pc:docMk/>
            <pc:sldMk cId="807026218" sldId="517"/>
            <ac:spMk id="3" creationId="{9B63F646-9D4E-3497-D059-94AE3A7C2A5E}"/>
          </ac:spMkLst>
        </pc:spChg>
        <pc:spChg chg="mod">
          <ac:chgData name="KIRAN K A" userId="c006811ef3eb6a44" providerId="LiveId" clId="{C6C753D0-C1FD-421B-A4B9-35D3032A2568}" dt="2025-07-19T09:24:59.143" v="848" actId="1076"/>
          <ac:spMkLst>
            <pc:docMk/>
            <pc:sldMk cId="807026218" sldId="517"/>
            <ac:spMk id="4" creationId="{3378B567-BFD6-A82B-C186-D149CB7970B6}"/>
          </ac:spMkLst>
        </pc:spChg>
      </pc:sldChg>
      <pc:sldChg chg="modSp mod">
        <pc:chgData name="KIRAN K A" userId="c006811ef3eb6a44" providerId="LiveId" clId="{C6C753D0-C1FD-421B-A4B9-35D3032A2568}" dt="2025-07-19T09:25:07.180" v="851" actId="1076"/>
        <pc:sldMkLst>
          <pc:docMk/>
          <pc:sldMk cId="1318938497" sldId="518"/>
        </pc:sldMkLst>
        <pc:spChg chg="mod">
          <ac:chgData name="KIRAN K A" userId="c006811ef3eb6a44" providerId="LiveId" clId="{C6C753D0-C1FD-421B-A4B9-35D3032A2568}" dt="2025-07-19T09:25:04.534" v="850" actId="207"/>
          <ac:spMkLst>
            <pc:docMk/>
            <pc:sldMk cId="1318938497" sldId="518"/>
            <ac:spMk id="2" creationId="{894C7682-0D3E-6B6F-5938-517A60F7CF66}"/>
          </ac:spMkLst>
        </pc:spChg>
        <pc:spChg chg="mod">
          <ac:chgData name="KIRAN K A" userId="c006811ef3eb6a44" providerId="LiveId" clId="{C6C753D0-C1FD-421B-A4B9-35D3032A2568}" dt="2025-07-19T09:25:07.180" v="851" actId="1076"/>
          <ac:spMkLst>
            <pc:docMk/>
            <pc:sldMk cId="1318938497" sldId="518"/>
            <ac:spMk id="3" creationId="{25C5DB68-BDC8-F23D-8FDA-DFB5F18D427C}"/>
          </ac:spMkLst>
        </pc:spChg>
      </pc:sldChg>
      <pc:sldChg chg="modSp mod">
        <pc:chgData name="KIRAN K A" userId="c006811ef3eb6a44" providerId="LiveId" clId="{C6C753D0-C1FD-421B-A4B9-35D3032A2568}" dt="2025-07-19T09:24:50.046" v="845" actId="207"/>
        <pc:sldMkLst>
          <pc:docMk/>
          <pc:sldMk cId="3427536581" sldId="519"/>
        </pc:sldMkLst>
        <pc:spChg chg="mod">
          <ac:chgData name="KIRAN K A" userId="c006811ef3eb6a44" providerId="LiveId" clId="{C6C753D0-C1FD-421B-A4B9-35D3032A2568}" dt="2025-07-19T09:24:50.046" v="845" actId="207"/>
          <ac:spMkLst>
            <pc:docMk/>
            <pc:sldMk cId="3427536581" sldId="519"/>
            <ac:spMk id="2" creationId="{4184AD3D-0523-3D66-213B-4B0CD3FEA188}"/>
          </ac:spMkLst>
        </pc:spChg>
        <pc:spChg chg="mod">
          <ac:chgData name="KIRAN K A" userId="c006811ef3eb6a44" providerId="LiveId" clId="{C6C753D0-C1FD-421B-A4B9-35D3032A2568}" dt="2025-07-19T06:35:17.880" v="135" actId="27636"/>
          <ac:spMkLst>
            <pc:docMk/>
            <pc:sldMk cId="3427536581" sldId="519"/>
            <ac:spMk id="3" creationId="{AA304719-1CE2-0317-8D64-D98B4F1D8310}"/>
          </ac:spMkLst>
        </pc:spChg>
      </pc:sldChg>
      <pc:sldChg chg="modSp mod">
        <pc:chgData name="KIRAN K A" userId="c006811ef3eb6a44" providerId="LiveId" clId="{C6C753D0-C1FD-421B-A4B9-35D3032A2568}" dt="2025-07-19T09:25:10.737" v="852" actId="207"/>
        <pc:sldMkLst>
          <pc:docMk/>
          <pc:sldMk cId="3133585715" sldId="521"/>
        </pc:sldMkLst>
        <pc:spChg chg="mod">
          <ac:chgData name="KIRAN K A" userId="c006811ef3eb6a44" providerId="LiveId" clId="{C6C753D0-C1FD-421B-A4B9-35D3032A2568}" dt="2025-07-19T09:25:10.737" v="852" actId="207"/>
          <ac:spMkLst>
            <pc:docMk/>
            <pc:sldMk cId="3133585715" sldId="521"/>
            <ac:spMk id="2" creationId="{B0871305-949C-C0B5-D951-3D65E5A91559}"/>
          </ac:spMkLst>
        </pc:spChg>
        <pc:spChg chg="mod">
          <ac:chgData name="KIRAN K A" userId="c006811ef3eb6a44" providerId="LiveId" clId="{C6C753D0-C1FD-421B-A4B9-35D3032A2568}" dt="2025-07-19T06:35:17.889" v="136" actId="27636"/>
          <ac:spMkLst>
            <pc:docMk/>
            <pc:sldMk cId="3133585715" sldId="521"/>
            <ac:spMk id="3" creationId="{395BBCC6-A897-27C4-9BE1-D8BED867D25F}"/>
          </ac:spMkLst>
        </pc:spChg>
      </pc:sldChg>
      <pc:sldChg chg="modSp mod">
        <pc:chgData name="KIRAN K A" userId="c006811ef3eb6a44" providerId="LiveId" clId="{C6C753D0-C1FD-421B-A4B9-35D3032A2568}" dt="2025-07-19T09:25:14.741" v="853" actId="207"/>
        <pc:sldMkLst>
          <pc:docMk/>
          <pc:sldMk cId="2119468701" sldId="522"/>
        </pc:sldMkLst>
        <pc:spChg chg="mod">
          <ac:chgData name="KIRAN K A" userId="c006811ef3eb6a44" providerId="LiveId" clId="{C6C753D0-C1FD-421B-A4B9-35D3032A2568}" dt="2025-07-19T09:25:14.741" v="853" actId="207"/>
          <ac:spMkLst>
            <pc:docMk/>
            <pc:sldMk cId="2119468701" sldId="522"/>
            <ac:spMk id="2" creationId="{82B96F48-5601-D427-6D0F-69FD79AC4C0E}"/>
          </ac:spMkLst>
        </pc:spChg>
        <pc:spChg chg="mod">
          <ac:chgData name="KIRAN K A" userId="c006811ef3eb6a44" providerId="LiveId" clId="{C6C753D0-C1FD-421B-A4B9-35D3032A2568}" dt="2025-07-19T06:34:40.659" v="1"/>
          <ac:spMkLst>
            <pc:docMk/>
            <pc:sldMk cId="2119468701" sldId="522"/>
            <ac:spMk id="3" creationId="{CA8ADA24-69D0-CCC3-E1C0-31CCB701C853}"/>
          </ac:spMkLst>
        </pc:spChg>
      </pc:sldChg>
      <pc:sldChg chg="modSp mod">
        <pc:chgData name="KIRAN K A" userId="c006811ef3eb6a44" providerId="LiveId" clId="{C6C753D0-C1FD-421B-A4B9-35D3032A2568}" dt="2025-07-19T09:25:31.319" v="856" actId="1076"/>
        <pc:sldMkLst>
          <pc:docMk/>
          <pc:sldMk cId="1333143664" sldId="523"/>
        </pc:sldMkLst>
        <pc:spChg chg="mod">
          <ac:chgData name="KIRAN K A" userId="c006811ef3eb6a44" providerId="LiveId" clId="{C6C753D0-C1FD-421B-A4B9-35D3032A2568}" dt="2025-07-19T09:25:23.702" v="854" actId="207"/>
          <ac:spMkLst>
            <pc:docMk/>
            <pc:sldMk cId="1333143664" sldId="523"/>
            <ac:spMk id="2" creationId="{4F216D3F-0B76-E6FA-559A-53EEBB9CF25A}"/>
          </ac:spMkLst>
        </pc:spChg>
        <pc:spChg chg="mod">
          <ac:chgData name="KIRAN K A" userId="c006811ef3eb6a44" providerId="LiveId" clId="{C6C753D0-C1FD-421B-A4B9-35D3032A2568}" dt="2025-07-19T09:25:31.319" v="856" actId="1076"/>
          <ac:spMkLst>
            <pc:docMk/>
            <pc:sldMk cId="1333143664" sldId="523"/>
            <ac:spMk id="3" creationId="{FF5BB956-AA52-4411-50EB-3DD5737582D8}"/>
          </ac:spMkLst>
        </pc:spChg>
        <pc:spChg chg="mod">
          <ac:chgData name="KIRAN K A" userId="c006811ef3eb6a44" providerId="LiveId" clId="{C6C753D0-C1FD-421B-A4B9-35D3032A2568}" dt="2025-07-19T09:25:26.504" v="855" actId="1076"/>
          <ac:spMkLst>
            <pc:docMk/>
            <pc:sldMk cId="1333143664" sldId="523"/>
            <ac:spMk id="4" creationId="{3A27F027-1DF0-4861-54AF-909E7A3577BA}"/>
          </ac:spMkLst>
        </pc:spChg>
      </pc:sldChg>
      <pc:sldChg chg="modSp mod">
        <pc:chgData name="KIRAN K A" userId="c006811ef3eb6a44" providerId="LiveId" clId="{C6C753D0-C1FD-421B-A4B9-35D3032A2568}" dt="2025-07-19T09:25:36.600" v="857" actId="207"/>
        <pc:sldMkLst>
          <pc:docMk/>
          <pc:sldMk cId="659162311" sldId="524"/>
        </pc:sldMkLst>
        <pc:spChg chg="mod">
          <ac:chgData name="KIRAN K A" userId="c006811ef3eb6a44" providerId="LiveId" clId="{C6C753D0-C1FD-421B-A4B9-35D3032A2568}" dt="2025-07-19T09:25:36.600" v="857" actId="207"/>
          <ac:spMkLst>
            <pc:docMk/>
            <pc:sldMk cId="659162311" sldId="524"/>
            <ac:spMk id="2" creationId="{2CFC21EF-23B5-8037-B7BD-8120319C251A}"/>
          </ac:spMkLst>
        </pc:spChg>
        <pc:spChg chg="mod">
          <ac:chgData name="KIRAN K A" userId="c006811ef3eb6a44" providerId="LiveId" clId="{C6C753D0-C1FD-421B-A4B9-35D3032A2568}" dt="2025-07-19T06:34:40.659" v="1"/>
          <ac:spMkLst>
            <pc:docMk/>
            <pc:sldMk cId="659162311" sldId="524"/>
            <ac:spMk id="3" creationId="{D66CAB9F-A8BF-A895-AF20-E1A54A34E185}"/>
          </ac:spMkLst>
        </pc:spChg>
      </pc:sldChg>
      <pc:sldChg chg="modSp mod">
        <pc:chgData name="KIRAN K A" userId="c006811ef3eb6a44" providerId="LiveId" clId="{C6C753D0-C1FD-421B-A4B9-35D3032A2568}" dt="2025-07-19T09:25:44.149" v="860" actId="1076"/>
        <pc:sldMkLst>
          <pc:docMk/>
          <pc:sldMk cId="4284040310" sldId="525"/>
        </pc:sldMkLst>
        <pc:spChg chg="mod">
          <ac:chgData name="KIRAN K A" userId="c006811ef3eb6a44" providerId="LiveId" clId="{C6C753D0-C1FD-421B-A4B9-35D3032A2568}" dt="2025-07-19T09:25:39.862" v="858" actId="207"/>
          <ac:spMkLst>
            <pc:docMk/>
            <pc:sldMk cId="4284040310" sldId="525"/>
            <ac:spMk id="2" creationId="{69686264-95CF-5245-FDCD-2FE0CB2F5DB9}"/>
          </ac:spMkLst>
        </pc:spChg>
        <pc:spChg chg="mod">
          <ac:chgData name="KIRAN K A" userId="c006811ef3eb6a44" providerId="LiveId" clId="{C6C753D0-C1FD-421B-A4B9-35D3032A2568}" dt="2025-07-19T09:25:44.149" v="860" actId="1076"/>
          <ac:spMkLst>
            <pc:docMk/>
            <pc:sldMk cId="4284040310" sldId="525"/>
            <ac:spMk id="3" creationId="{8CC059C7-3A34-0D38-BC4F-EED0394130BC}"/>
          </ac:spMkLst>
        </pc:spChg>
        <pc:spChg chg="mod">
          <ac:chgData name="KIRAN K A" userId="c006811ef3eb6a44" providerId="LiveId" clId="{C6C753D0-C1FD-421B-A4B9-35D3032A2568}" dt="2025-07-19T09:25:41.893" v="859" actId="1076"/>
          <ac:spMkLst>
            <pc:docMk/>
            <pc:sldMk cId="4284040310" sldId="525"/>
            <ac:spMk id="4" creationId="{A97585F9-C91A-FC1D-29A2-BB41DB1702F9}"/>
          </ac:spMkLst>
        </pc:spChg>
      </pc:sldChg>
      <pc:sldChg chg="modSp mod">
        <pc:chgData name="KIRAN K A" userId="c006811ef3eb6a44" providerId="LiveId" clId="{C6C753D0-C1FD-421B-A4B9-35D3032A2568}" dt="2025-07-19T09:25:48.283" v="861" actId="207"/>
        <pc:sldMkLst>
          <pc:docMk/>
          <pc:sldMk cId="1855856717" sldId="526"/>
        </pc:sldMkLst>
        <pc:spChg chg="mod">
          <ac:chgData name="KIRAN K A" userId="c006811ef3eb6a44" providerId="LiveId" clId="{C6C753D0-C1FD-421B-A4B9-35D3032A2568}" dt="2025-07-19T09:25:48.283" v="861" actId="207"/>
          <ac:spMkLst>
            <pc:docMk/>
            <pc:sldMk cId="1855856717" sldId="526"/>
            <ac:spMk id="2" creationId="{A8677FFB-8F20-D66E-0062-A0D2A2F71A4B}"/>
          </ac:spMkLst>
        </pc:spChg>
        <pc:spChg chg="mod">
          <ac:chgData name="KIRAN K A" userId="c006811ef3eb6a44" providerId="LiveId" clId="{C6C753D0-C1FD-421B-A4B9-35D3032A2568}" dt="2025-07-19T06:34:40.659" v="1"/>
          <ac:spMkLst>
            <pc:docMk/>
            <pc:sldMk cId="1855856717" sldId="526"/>
            <ac:spMk id="3" creationId="{A39882DA-6438-C43C-39D3-08B5DC879325}"/>
          </ac:spMkLst>
        </pc:spChg>
      </pc:sldChg>
      <pc:sldChg chg="modSp mod">
        <pc:chgData name="KIRAN K A" userId="c006811ef3eb6a44" providerId="LiveId" clId="{C6C753D0-C1FD-421B-A4B9-35D3032A2568}" dt="2025-07-19T09:26:00.268" v="864" actId="1076"/>
        <pc:sldMkLst>
          <pc:docMk/>
          <pc:sldMk cId="1294394793" sldId="527"/>
        </pc:sldMkLst>
        <pc:spChg chg="mod">
          <ac:chgData name="KIRAN K A" userId="c006811ef3eb6a44" providerId="LiveId" clId="{C6C753D0-C1FD-421B-A4B9-35D3032A2568}" dt="2025-07-19T09:25:54.032" v="862" actId="207"/>
          <ac:spMkLst>
            <pc:docMk/>
            <pc:sldMk cId="1294394793" sldId="527"/>
            <ac:spMk id="2" creationId="{3EED6E4C-4BD3-E7C7-8461-4E623C095559}"/>
          </ac:spMkLst>
        </pc:spChg>
        <pc:spChg chg="mod">
          <ac:chgData name="KIRAN K A" userId="c006811ef3eb6a44" providerId="LiveId" clId="{C6C753D0-C1FD-421B-A4B9-35D3032A2568}" dt="2025-07-19T09:26:00.268" v="864" actId="1076"/>
          <ac:spMkLst>
            <pc:docMk/>
            <pc:sldMk cId="1294394793" sldId="527"/>
            <ac:spMk id="3" creationId="{B3B196BB-76DE-2115-5E6B-38BE075E45DB}"/>
          </ac:spMkLst>
        </pc:spChg>
        <pc:spChg chg="mod">
          <ac:chgData name="KIRAN K A" userId="c006811ef3eb6a44" providerId="LiveId" clId="{C6C753D0-C1FD-421B-A4B9-35D3032A2568}" dt="2025-07-19T09:25:57.253" v="863" actId="1076"/>
          <ac:spMkLst>
            <pc:docMk/>
            <pc:sldMk cId="1294394793" sldId="527"/>
            <ac:spMk id="4" creationId="{0E8BE4C9-D4AB-32A6-FA40-8436C59CD1B6}"/>
          </ac:spMkLst>
        </pc:spChg>
      </pc:sldChg>
      <pc:sldChg chg="modSp mod">
        <pc:chgData name="KIRAN K A" userId="c006811ef3eb6a44" providerId="LiveId" clId="{C6C753D0-C1FD-421B-A4B9-35D3032A2568}" dt="2025-07-19T09:26:29.320" v="873" actId="1076"/>
        <pc:sldMkLst>
          <pc:docMk/>
          <pc:sldMk cId="3912670474" sldId="528"/>
        </pc:sldMkLst>
        <pc:spChg chg="mod">
          <ac:chgData name="KIRAN K A" userId="c006811ef3eb6a44" providerId="LiveId" clId="{C6C753D0-C1FD-421B-A4B9-35D3032A2568}" dt="2025-07-19T09:26:22.334" v="870" actId="207"/>
          <ac:spMkLst>
            <pc:docMk/>
            <pc:sldMk cId="3912670474" sldId="528"/>
            <ac:spMk id="2" creationId="{F6EA09D5-FF8B-2ED5-F5C1-9EBB6C20FF90}"/>
          </ac:spMkLst>
        </pc:spChg>
        <pc:spChg chg="mod">
          <ac:chgData name="KIRAN K A" userId="c006811ef3eb6a44" providerId="LiveId" clId="{C6C753D0-C1FD-421B-A4B9-35D3032A2568}" dt="2025-07-19T09:26:29.320" v="873" actId="1076"/>
          <ac:spMkLst>
            <pc:docMk/>
            <pc:sldMk cId="3912670474" sldId="528"/>
            <ac:spMk id="3" creationId="{449ADA9C-3D17-A564-94DD-8CE49B093139}"/>
          </ac:spMkLst>
        </pc:spChg>
        <pc:spChg chg="mod">
          <ac:chgData name="KIRAN K A" userId="c006811ef3eb6a44" providerId="LiveId" clId="{C6C753D0-C1FD-421B-A4B9-35D3032A2568}" dt="2025-07-19T09:26:25.813" v="872" actId="1076"/>
          <ac:spMkLst>
            <pc:docMk/>
            <pc:sldMk cId="3912670474" sldId="528"/>
            <ac:spMk id="4" creationId="{98BCEA83-065E-7BCA-8A2B-B5D91BAD1B39}"/>
          </ac:spMkLst>
        </pc:spChg>
      </pc:sldChg>
      <pc:sldChg chg="modSp mod">
        <pc:chgData name="KIRAN K A" userId="c006811ef3eb6a44" providerId="LiveId" clId="{C6C753D0-C1FD-421B-A4B9-35D3032A2568}" dt="2025-07-19T09:26:37.004" v="874" actId="207"/>
        <pc:sldMkLst>
          <pc:docMk/>
          <pc:sldMk cId="856804841" sldId="529"/>
        </pc:sldMkLst>
        <pc:spChg chg="mod">
          <ac:chgData name="KIRAN K A" userId="c006811ef3eb6a44" providerId="LiveId" clId="{C6C753D0-C1FD-421B-A4B9-35D3032A2568}" dt="2025-07-19T09:26:37.004" v="874" actId="207"/>
          <ac:spMkLst>
            <pc:docMk/>
            <pc:sldMk cId="856804841" sldId="529"/>
            <ac:spMk id="2" creationId="{DD49D6B1-930A-F220-B7A6-B524815333BD}"/>
          </ac:spMkLst>
        </pc:spChg>
        <pc:spChg chg="mod">
          <ac:chgData name="KIRAN K A" userId="c006811ef3eb6a44" providerId="LiveId" clId="{C6C753D0-C1FD-421B-A4B9-35D3032A2568}" dt="2025-07-19T06:35:17.926" v="137" actId="27636"/>
          <ac:spMkLst>
            <pc:docMk/>
            <pc:sldMk cId="856804841" sldId="529"/>
            <ac:spMk id="3" creationId="{A672A07B-B89A-7B74-8E55-CD4A0662CD9F}"/>
          </ac:spMkLst>
        </pc:spChg>
      </pc:sldChg>
      <pc:sldChg chg="modSp mod">
        <pc:chgData name="KIRAN K A" userId="c006811ef3eb6a44" providerId="LiveId" clId="{C6C753D0-C1FD-421B-A4B9-35D3032A2568}" dt="2025-07-19T09:26:03.828" v="865" actId="207"/>
        <pc:sldMkLst>
          <pc:docMk/>
          <pc:sldMk cId="122721270" sldId="530"/>
        </pc:sldMkLst>
        <pc:spChg chg="mod">
          <ac:chgData name="KIRAN K A" userId="c006811ef3eb6a44" providerId="LiveId" clId="{C6C753D0-C1FD-421B-A4B9-35D3032A2568}" dt="2025-07-19T09:26:03.828" v="865" actId="207"/>
          <ac:spMkLst>
            <pc:docMk/>
            <pc:sldMk cId="122721270" sldId="530"/>
            <ac:spMk id="2" creationId="{225FCCA5-CF28-BE2C-8EB2-B468B11C5278}"/>
          </ac:spMkLst>
        </pc:spChg>
        <pc:spChg chg="mod">
          <ac:chgData name="KIRAN K A" userId="c006811ef3eb6a44" providerId="LiveId" clId="{C6C753D0-C1FD-421B-A4B9-35D3032A2568}" dt="2025-07-19T06:34:40.659" v="1"/>
          <ac:spMkLst>
            <pc:docMk/>
            <pc:sldMk cId="122721270" sldId="530"/>
            <ac:spMk id="3" creationId="{72AEA027-26DF-C4B2-5A85-26185F3D472E}"/>
          </ac:spMkLst>
        </pc:spChg>
      </pc:sldChg>
      <pc:sldChg chg="modSp mod">
        <pc:chgData name="KIRAN K A" userId="c006811ef3eb6a44" providerId="LiveId" clId="{C6C753D0-C1FD-421B-A4B9-35D3032A2568}" dt="2025-07-19T09:26:15.050" v="868" actId="1076"/>
        <pc:sldMkLst>
          <pc:docMk/>
          <pc:sldMk cId="962922130" sldId="531"/>
        </pc:sldMkLst>
        <pc:spChg chg="mod">
          <ac:chgData name="KIRAN K A" userId="c006811ef3eb6a44" providerId="LiveId" clId="{C6C753D0-C1FD-421B-A4B9-35D3032A2568}" dt="2025-07-19T09:26:08.481" v="866" actId="207"/>
          <ac:spMkLst>
            <pc:docMk/>
            <pc:sldMk cId="962922130" sldId="531"/>
            <ac:spMk id="2" creationId="{30B21B56-87A6-D7E2-AEDB-1521DCCAFD50}"/>
          </ac:spMkLst>
        </pc:spChg>
        <pc:spChg chg="mod">
          <ac:chgData name="KIRAN K A" userId="c006811ef3eb6a44" providerId="LiveId" clId="{C6C753D0-C1FD-421B-A4B9-35D3032A2568}" dt="2025-07-19T09:26:15.050" v="868" actId="1076"/>
          <ac:spMkLst>
            <pc:docMk/>
            <pc:sldMk cId="962922130" sldId="531"/>
            <ac:spMk id="3" creationId="{58E85445-EFC9-616C-04CB-1EF9428A5A63}"/>
          </ac:spMkLst>
        </pc:spChg>
        <pc:spChg chg="mod">
          <ac:chgData name="KIRAN K A" userId="c006811ef3eb6a44" providerId="LiveId" clId="{C6C753D0-C1FD-421B-A4B9-35D3032A2568}" dt="2025-07-19T09:26:11.361" v="867" actId="1076"/>
          <ac:spMkLst>
            <pc:docMk/>
            <pc:sldMk cId="962922130" sldId="531"/>
            <ac:spMk id="4" creationId="{D8C4089A-078D-85F1-8A75-D4CF3C1AB360}"/>
          </ac:spMkLst>
        </pc:spChg>
      </pc:sldChg>
      <pc:sldChg chg="modSp mod">
        <pc:chgData name="KIRAN K A" userId="c006811ef3eb6a44" providerId="LiveId" clId="{C6C753D0-C1FD-421B-A4B9-35D3032A2568}" dt="2025-07-19T09:26:18.415" v="869" actId="207"/>
        <pc:sldMkLst>
          <pc:docMk/>
          <pc:sldMk cId="4249764336" sldId="532"/>
        </pc:sldMkLst>
        <pc:spChg chg="mod">
          <ac:chgData name="KIRAN K A" userId="c006811ef3eb6a44" providerId="LiveId" clId="{C6C753D0-C1FD-421B-A4B9-35D3032A2568}" dt="2025-07-19T09:26:18.415" v="869" actId="207"/>
          <ac:spMkLst>
            <pc:docMk/>
            <pc:sldMk cId="4249764336" sldId="532"/>
            <ac:spMk id="2" creationId="{907A5A04-DDA9-479F-61F7-7F1E5E6A9958}"/>
          </ac:spMkLst>
        </pc:spChg>
        <pc:spChg chg="mod">
          <ac:chgData name="KIRAN K A" userId="c006811ef3eb6a44" providerId="LiveId" clId="{C6C753D0-C1FD-421B-A4B9-35D3032A2568}" dt="2025-07-19T06:34:40.659" v="1"/>
          <ac:spMkLst>
            <pc:docMk/>
            <pc:sldMk cId="4249764336" sldId="532"/>
            <ac:spMk id="3" creationId="{BAD19241-1F84-F46E-A714-3965AEA8D018}"/>
          </ac:spMkLst>
        </pc:spChg>
      </pc:sldChg>
      <pc:sldChg chg="modSp mod">
        <pc:chgData name="KIRAN K A" userId="c006811ef3eb6a44" providerId="LiveId" clId="{C6C753D0-C1FD-421B-A4B9-35D3032A2568}" dt="2025-07-19T09:26:54.346" v="882" actId="1076"/>
        <pc:sldMkLst>
          <pc:docMk/>
          <pc:sldMk cId="2672892088" sldId="533"/>
        </pc:sldMkLst>
        <pc:spChg chg="mod">
          <ac:chgData name="KIRAN K A" userId="c006811ef3eb6a44" providerId="LiveId" clId="{C6C753D0-C1FD-421B-A4B9-35D3032A2568}" dt="2025-07-19T09:26:40.501" v="875" actId="207"/>
          <ac:spMkLst>
            <pc:docMk/>
            <pc:sldMk cId="2672892088" sldId="533"/>
            <ac:spMk id="2" creationId="{861A90EB-E1F9-B90D-2480-1A369B8A2509}"/>
          </ac:spMkLst>
        </pc:spChg>
        <pc:spChg chg="mod">
          <ac:chgData name="KIRAN K A" userId="c006811ef3eb6a44" providerId="LiveId" clId="{C6C753D0-C1FD-421B-A4B9-35D3032A2568}" dt="2025-07-19T09:26:47.978" v="879" actId="27636"/>
          <ac:spMkLst>
            <pc:docMk/>
            <pc:sldMk cId="2672892088" sldId="533"/>
            <ac:spMk id="3" creationId="{13DBE492-D68B-DA7E-2A95-B3174611E3E3}"/>
          </ac:spMkLst>
        </pc:spChg>
        <pc:picChg chg="mod">
          <ac:chgData name="KIRAN K A" userId="c006811ef3eb6a44" providerId="LiveId" clId="{C6C753D0-C1FD-421B-A4B9-35D3032A2568}" dt="2025-07-19T09:26:54.346" v="882" actId="1076"/>
          <ac:picMkLst>
            <pc:docMk/>
            <pc:sldMk cId="2672892088" sldId="533"/>
            <ac:picMk id="5" creationId="{792F922B-2582-7F3B-998F-E64DE0D1296F}"/>
          </ac:picMkLst>
        </pc:picChg>
      </pc:sldChg>
      <pc:sldChg chg="modSp mod">
        <pc:chgData name="KIRAN K A" userId="c006811ef3eb6a44" providerId="LiveId" clId="{C6C753D0-C1FD-421B-A4B9-35D3032A2568}" dt="2025-07-19T09:27:04.892" v="887" actId="1076"/>
        <pc:sldMkLst>
          <pc:docMk/>
          <pc:sldMk cId="2297317969" sldId="534"/>
        </pc:sldMkLst>
        <pc:spChg chg="mod">
          <ac:chgData name="KIRAN K A" userId="c006811ef3eb6a44" providerId="LiveId" clId="{C6C753D0-C1FD-421B-A4B9-35D3032A2568}" dt="2025-07-19T09:26:58.384" v="883" actId="207"/>
          <ac:spMkLst>
            <pc:docMk/>
            <pc:sldMk cId="2297317969" sldId="534"/>
            <ac:spMk id="2" creationId="{06DC4ACC-3DF4-32DA-3C56-6B790C876767}"/>
          </ac:spMkLst>
        </pc:spChg>
        <pc:spChg chg="mod">
          <ac:chgData name="KIRAN K A" userId="c006811ef3eb6a44" providerId="LiveId" clId="{C6C753D0-C1FD-421B-A4B9-35D3032A2568}" dt="2025-07-19T06:34:40.659" v="1"/>
          <ac:spMkLst>
            <pc:docMk/>
            <pc:sldMk cId="2297317969" sldId="534"/>
            <ac:spMk id="3" creationId="{0D9B61DE-27AB-FB36-D839-93AB3D94B144}"/>
          </ac:spMkLst>
        </pc:spChg>
        <pc:picChg chg="mod">
          <ac:chgData name="KIRAN K A" userId="c006811ef3eb6a44" providerId="LiveId" clId="{C6C753D0-C1FD-421B-A4B9-35D3032A2568}" dt="2025-07-19T09:27:04.892" v="887" actId="1076"/>
          <ac:picMkLst>
            <pc:docMk/>
            <pc:sldMk cId="2297317969" sldId="534"/>
            <ac:picMk id="5" creationId="{262BE7E2-F997-D3EE-54CE-84F4DB02DCD5}"/>
          </ac:picMkLst>
        </pc:picChg>
      </pc:sldChg>
      <pc:sldChg chg="modSp mod">
        <pc:chgData name="KIRAN K A" userId="c006811ef3eb6a44" providerId="LiveId" clId="{C6C753D0-C1FD-421B-A4B9-35D3032A2568}" dt="2025-07-19T09:27:12.885" v="890" actId="1076"/>
        <pc:sldMkLst>
          <pc:docMk/>
          <pc:sldMk cId="287137168" sldId="535"/>
        </pc:sldMkLst>
        <pc:spChg chg="mod">
          <ac:chgData name="KIRAN K A" userId="c006811ef3eb6a44" providerId="LiveId" clId="{C6C753D0-C1FD-421B-A4B9-35D3032A2568}" dt="2025-07-19T09:27:08.703" v="888" actId="207"/>
          <ac:spMkLst>
            <pc:docMk/>
            <pc:sldMk cId="287137168" sldId="535"/>
            <ac:spMk id="2" creationId="{DEF82DD5-F462-F49C-5A98-695CA47EC980}"/>
          </ac:spMkLst>
        </pc:spChg>
        <pc:spChg chg="mod">
          <ac:chgData name="KIRAN K A" userId="c006811ef3eb6a44" providerId="LiveId" clId="{C6C753D0-C1FD-421B-A4B9-35D3032A2568}" dt="2025-07-19T09:27:12.885" v="890" actId="1076"/>
          <ac:spMkLst>
            <pc:docMk/>
            <pc:sldMk cId="287137168" sldId="535"/>
            <ac:spMk id="3" creationId="{27A9BCF7-3151-461E-15D9-4BB833E78411}"/>
          </ac:spMkLst>
        </pc:spChg>
        <pc:spChg chg="mod">
          <ac:chgData name="KIRAN K A" userId="c006811ef3eb6a44" providerId="LiveId" clId="{C6C753D0-C1FD-421B-A4B9-35D3032A2568}" dt="2025-07-19T09:27:10.829" v="889" actId="1076"/>
          <ac:spMkLst>
            <pc:docMk/>
            <pc:sldMk cId="287137168" sldId="535"/>
            <ac:spMk id="4" creationId="{44963D46-DDF2-ADEA-F1ED-23E60EB622F3}"/>
          </ac:spMkLst>
        </pc:spChg>
      </pc:sldChg>
      <pc:sldChg chg="modSp mod">
        <pc:chgData name="KIRAN K A" userId="c006811ef3eb6a44" providerId="LiveId" clId="{C6C753D0-C1FD-421B-A4B9-35D3032A2568}" dt="2025-07-19T09:27:22.578" v="893" actId="207"/>
        <pc:sldMkLst>
          <pc:docMk/>
          <pc:sldMk cId="90994051" sldId="536"/>
        </pc:sldMkLst>
        <pc:spChg chg="mod">
          <ac:chgData name="KIRAN K A" userId="c006811ef3eb6a44" providerId="LiveId" clId="{C6C753D0-C1FD-421B-A4B9-35D3032A2568}" dt="2025-07-19T09:27:22.578" v="893" actId="207"/>
          <ac:spMkLst>
            <pc:docMk/>
            <pc:sldMk cId="90994051" sldId="536"/>
            <ac:spMk id="2" creationId="{F8DD8404-0B34-1553-F156-0E5ECDAE6092}"/>
          </ac:spMkLst>
        </pc:spChg>
        <pc:spChg chg="mod">
          <ac:chgData name="KIRAN K A" userId="c006811ef3eb6a44" providerId="LiveId" clId="{C6C753D0-C1FD-421B-A4B9-35D3032A2568}" dt="2025-07-19T09:27:18.959" v="892" actId="207"/>
          <ac:spMkLst>
            <pc:docMk/>
            <pc:sldMk cId="90994051" sldId="536"/>
            <ac:spMk id="3" creationId="{B2D650CC-E679-599E-D168-0833F6671078}"/>
          </ac:spMkLst>
        </pc:spChg>
      </pc:sldChg>
      <pc:sldChg chg="modSp mod">
        <pc:chgData name="KIRAN K A" userId="c006811ef3eb6a44" providerId="LiveId" clId="{C6C753D0-C1FD-421B-A4B9-35D3032A2568}" dt="2025-07-19T09:27:30.297" v="896" actId="1076"/>
        <pc:sldMkLst>
          <pc:docMk/>
          <pc:sldMk cId="304357781" sldId="537"/>
        </pc:sldMkLst>
        <pc:spChg chg="mod">
          <ac:chgData name="KIRAN K A" userId="c006811ef3eb6a44" providerId="LiveId" clId="{C6C753D0-C1FD-421B-A4B9-35D3032A2568}" dt="2025-07-19T09:27:24.807" v="894" actId="207"/>
          <ac:spMkLst>
            <pc:docMk/>
            <pc:sldMk cId="304357781" sldId="537"/>
            <ac:spMk id="2" creationId="{05FD650A-87C3-1F23-03A2-133EFDA0341D}"/>
          </ac:spMkLst>
        </pc:spChg>
        <pc:spChg chg="mod">
          <ac:chgData name="KIRAN K A" userId="c006811ef3eb6a44" providerId="LiveId" clId="{C6C753D0-C1FD-421B-A4B9-35D3032A2568}" dt="2025-07-19T09:27:30.297" v="896" actId="1076"/>
          <ac:spMkLst>
            <pc:docMk/>
            <pc:sldMk cId="304357781" sldId="537"/>
            <ac:spMk id="3" creationId="{4D01F28E-3F66-40D8-899A-658677DDD144}"/>
          </ac:spMkLst>
        </pc:spChg>
        <pc:spChg chg="mod">
          <ac:chgData name="KIRAN K A" userId="c006811ef3eb6a44" providerId="LiveId" clId="{C6C753D0-C1FD-421B-A4B9-35D3032A2568}" dt="2025-07-19T09:27:28.093" v="895" actId="1076"/>
          <ac:spMkLst>
            <pc:docMk/>
            <pc:sldMk cId="304357781" sldId="537"/>
            <ac:spMk id="4" creationId="{52560BAD-8E40-2681-8C5C-C92D5A184E0A}"/>
          </ac:spMkLst>
        </pc:spChg>
      </pc:sldChg>
      <pc:sldChg chg="modSp mod">
        <pc:chgData name="KIRAN K A" userId="c006811ef3eb6a44" providerId="LiveId" clId="{C6C753D0-C1FD-421B-A4B9-35D3032A2568}" dt="2025-07-19T09:27:34.381" v="897" actId="207"/>
        <pc:sldMkLst>
          <pc:docMk/>
          <pc:sldMk cId="3882936806" sldId="538"/>
        </pc:sldMkLst>
        <pc:spChg chg="mod">
          <ac:chgData name="KIRAN K A" userId="c006811ef3eb6a44" providerId="LiveId" clId="{C6C753D0-C1FD-421B-A4B9-35D3032A2568}" dt="2025-07-19T09:27:34.381" v="897" actId="207"/>
          <ac:spMkLst>
            <pc:docMk/>
            <pc:sldMk cId="3882936806" sldId="538"/>
            <ac:spMk id="2" creationId="{F29A81EB-298D-E0E1-4991-7DFD33630934}"/>
          </ac:spMkLst>
        </pc:spChg>
        <pc:spChg chg="mod">
          <ac:chgData name="KIRAN K A" userId="c006811ef3eb6a44" providerId="LiveId" clId="{C6C753D0-C1FD-421B-A4B9-35D3032A2568}" dt="2025-07-19T06:34:40.659" v="1"/>
          <ac:spMkLst>
            <pc:docMk/>
            <pc:sldMk cId="3882936806" sldId="538"/>
            <ac:spMk id="3" creationId="{85680248-0714-5DC7-D369-5D2FFEB33A83}"/>
          </ac:spMkLst>
        </pc:spChg>
      </pc:sldChg>
      <pc:sldChg chg="modSp mod">
        <pc:chgData name="KIRAN K A" userId="c006811ef3eb6a44" providerId="LiveId" clId="{C6C753D0-C1FD-421B-A4B9-35D3032A2568}" dt="2025-07-19T09:27:42.570" v="900" actId="1076"/>
        <pc:sldMkLst>
          <pc:docMk/>
          <pc:sldMk cId="3074217040" sldId="539"/>
        </pc:sldMkLst>
        <pc:spChg chg="mod">
          <ac:chgData name="KIRAN K A" userId="c006811ef3eb6a44" providerId="LiveId" clId="{C6C753D0-C1FD-421B-A4B9-35D3032A2568}" dt="2025-07-19T09:27:37.468" v="898" actId="207"/>
          <ac:spMkLst>
            <pc:docMk/>
            <pc:sldMk cId="3074217040" sldId="539"/>
            <ac:spMk id="2" creationId="{2E0F2406-515C-F11C-B7CC-532578EDEDEF}"/>
          </ac:spMkLst>
        </pc:spChg>
        <pc:spChg chg="mod">
          <ac:chgData name="KIRAN K A" userId="c006811ef3eb6a44" providerId="LiveId" clId="{C6C753D0-C1FD-421B-A4B9-35D3032A2568}" dt="2025-07-19T09:27:42.570" v="900" actId="1076"/>
          <ac:spMkLst>
            <pc:docMk/>
            <pc:sldMk cId="3074217040" sldId="539"/>
            <ac:spMk id="3" creationId="{CB4AC67D-4C07-5C8C-7891-1C5C9CA32504}"/>
          </ac:spMkLst>
        </pc:spChg>
        <pc:spChg chg="mod">
          <ac:chgData name="KIRAN K A" userId="c006811ef3eb6a44" providerId="LiveId" clId="{C6C753D0-C1FD-421B-A4B9-35D3032A2568}" dt="2025-07-19T09:27:39.836" v="899" actId="1076"/>
          <ac:spMkLst>
            <pc:docMk/>
            <pc:sldMk cId="3074217040" sldId="539"/>
            <ac:spMk id="4" creationId="{C1DA6A83-7D79-24EB-1BBD-FBE0A004F798}"/>
          </ac:spMkLst>
        </pc:spChg>
      </pc:sldChg>
      <pc:sldChg chg="modSp mod">
        <pc:chgData name="KIRAN K A" userId="c006811ef3eb6a44" providerId="LiveId" clId="{C6C753D0-C1FD-421B-A4B9-35D3032A2568}" dt="2025-07-19T09:27:47.410" v="901" actId="207"/>
        <pc:sldMkLst>
          <pc:docMk/>
          <pc:sldMk cId="2659318386" sldId="540"/>
        </pc:sldMkLst>
        <pc:spChg chg="mod">
          <ac:chgData name="KIRAN K A" userId="c006811ef3eb6a44" providerId="LiveId" clId="{C6C753D0-C1FD-421B-A4B9-35D3032A2568}" dt="2025-07-19T09:27:47.410" v="901" actId="207"/>
          <ac:spMkLst>
            <pc:docMk/>
            <pc:sldMk cId="2659318386" sldId="540"/>
            <ac:spMk id="2" creationId="{1813E6D4-A9F6-23B5-6C6D-D297F457B33D}"/>
          </ac:spMkLst>
        </pc:spChg>
        <pc:spChg chg="mod">
          <ac:chgData name="KIRAN K A" userId="c006811ef3eb6a44" providerId="LiveId" clId="{C6C753D0-C1FD-421B-A4B9-35D3032A2568}" dt="2025-07-19T06:35:17.944" v="139" actId="27636"/>
          <ac:spMkLst>
            <pc:docMk/>
            <pc:sldMk cId="2659318386" sldId="540"/>
            <ac:spMk id="3" creationId="{669971A2-4426-C55D-8E8D-F30984EE53B9}"/>
          </ac:spMkLst>
        </pc:spChg>
      </pc:sldChg>
      <pc:sldChg chg="modSp mod">
        <pc:chgData name="KIRAN K A" userId="c006811ef3eb6a44" providerId="LiveId" clId="{C6C753D0-C1FD-421B-A4B9-35D3032A2568}" dt="2025-07-19T09:27:55.015" v="904" actId="1076"/>
        <pc:sldMkLst>
          <pc:docMk/>
          <pc:sldMk cId="923194527" sldId="541"/>
        </pc:sldMkLst>
        <pc:spChg chg="mod">
          <ac:chgData name="KIRAN K A" userId="c006811ef3eb6a44" providerId="LiveId" clId="{C6C753D0-C1FD-421B-A4B9-35D3032A2568}" dt="2025-07-19T09:27:50.756" v="902" actId="207"/>
          <ac:spMkLst>
            <pc:docMk/>
            <pc:sldMk cId="923194527" sldId="541"/>
            <ac:spMk id="2" creationId="{E0A9C880-01FA-2012-CDA8-EA38883AB578}"/>
          </ac:spMkLst>
        </pc:spChg>
        <pc:spChg chg="mod">
          <ac:chgData name="KIRAN K A" userId="c006811ef3eb6a44" providerId="LiveId" clId="{C6C753D0-C1FD-421B-A4B9-35D3032A2568}" dt="2025-07-19T09:27:55.015" v="904" actId="1076"/>
          <ac:spMkLst>
            <pc:docMk/>
            <pc:sldMk cId="923194527" sldId="541"/>
            <ac:spMk id="3" creationId="{694115EC-CDF8-73B0-835A-B9AD3D99EEA2}"/>
          </ac:spMkLst>
        </pc:spChg>
        <pc:spChg chg="mod">
          <ac:chgData name="KIRAN K A" userId="c006811ef3eb6a44" providerId="LiveId" clId="{C6C753D0-C1FD-421B-A4B9-35D3032A2568}" dt="2025-07-19T09:27:52.978" v="903" actId="1076"/>
          <ac:spMkLst>
            <pc:docMk/>
            <pc:sldMk cId="923194527" sldId="541"/>
            <ac:spMk id="4" creationId="{3028F6D6-F48C-0798-0CE2-16A0E9C053F1}"/>
          </ac:spMkLst>
        </pc:spChg>
      </pc:sldChg>
      <pc:sldChg chg="modSp mod">
        <pc:chgData name="KIRAN K A" userId="c006811ef3eb6a44" providerId="LiveId" clId="{C6C753D0-C1FD-421B-A4B9-35D3032A2568}" dt="2025-07-19T09:27:58.492" v="905" actId="207"/>
        <pc:sldMkLst>
          <pc:docMk/>
          <pc:sldMk cId="3091835432" sldId="542"/>
        </pc:sldMkLst>
        <pc:spChg chg="mod">
          <ac:chgData name="KIRAN K A" userId="c006811ef3eb6a44" providerId="LiveId" clId="{C6C753D0-C1FD-421B-A4B9-35D3032A2568}" dt="2025-07-19T09:27:58.492" v="905" actId="207"/>
          <ac:spMkLst>
            <pc:docMk/>
            <pc:sldMk cId="3091835432" sldId="542"/>
            <ac:spMk id="2" creationId="{F4C648C2-ABC6-0D7E-AF7B-F4CE33F212A3}"/>
          </ac:spMkLst>
        </pc:spChg>
        <pc:spChg chg="mod">
          <ac:chgData name="KIRAN K A" userId="c006811ef3eb6a44" providerId="LiveId" clId="{C6C753D0-C1FD-421B-A4B9-35D3032A2568}" dt="2025-07-19T06:34:40.659" v="1"/>
          <ac:spMkLst>
            <pc:docMk/>
            <pc:sldMk cId="3091835432" sldId="542"/>
            <ac:spMk id="3" creationId="{75CC9F34-D106-2D50-9E5C-3853C80C735B}"/>
          </ac:spMkLst>
        </pc:spChg>
      </pc:sldChg>
      <pc:sldChg chg="modSp mod">
        <pc:chgData name="KIRAN K A" userId="c006811ef3eb6a44" providerId="LiveId" clId="{C6C753D0-C1FD-421B-A4B9-35D3032A2568}" dt="2025-07-19T09:28:10.934" v="909" actId="14100"/>
        <pc:sldMkLst>
          <pc:docMk/>
          <pc:sldMk cId="3887636082" sldId="543"/>
        </pc:sldMkLst>
        <pc:spChg chg="mod">
          <ac:chgData name="KIRAN K A" userId="c006811ef3eb6a44" providerId="LiveId" clId="{C6C753D0-C1FD-421B-A4B9-35D3032A2568}" dt="2025-07-19T09:28:01.661" v="906" actId="207"/>
          <ac:spMkLst>
            <pc:docMk/>
            <pc:sldMk cId="3887636082" sldId="543"/>
            <ac:spMk id="2" creationId="{37D66BCA-FB17-B324-5BA9-8165C074F975}"/>
          </ac:spMkLst>
        </pc:spChg>
        <pc:spChg chg="mod">
          <ac:chgData name="KIRAN K A" userId="c006811ef3eb6a44" providerId="LiveId" clId="{C6C753D0-C1FD-421B-A4B9-35D3032A2568}" dt="2025-07-19T09:28:08.960" v="908" actId="1076"/>
          <ac:spMkLst>
            <pc:docMk/>
            <pc:sldMk cId="3887636082" sldId="543"/>
            <ac:spMk id="3" creationId="{AD5A1C6F-7C6D-BE9F-85D4-4990E5FDCCED}"/>
          </ac:spMkLst>
        </pc:spChg>
        <pc:spChg chg="mod">
          <ac:chgData name="KIRAN K A" userId="c006811ef3eb6a44" providerId="LiveId" clId="{C6C753D0-C1FD-421B-A4B9-35D3032A2568}" dt="2025-07-19T09:28:10.934" v="909" actId="14100"/>
          <ac:spMkLst>
            <pc:docMk/>
            <pc:sldMk cId="3887636082" sldId="543"/>
            <ac:spMk id="4" creationId="{33F2B6B3-1660-80EB-4C6C-4348B6774523}"/>
          </ac:spMkLst>
        </pc:spChg>
      </pc:sldChg>
      <pc:sldChg chg="modSp mod">
        <pc:chgData name="KIRAN K A" userId="c006811ef3eb6a44" providerId="LiveId" clId="{C6C753D0-C1FD-421B-A4B9-35D3032A2568}" dt="2025-07-19T09:28:15.675" v="910" actId="207"/>
        <pc:sldMkLst>
          <pc:docMk/>
          <pc:sldMk cId="3633492597" sldId="544"/>
        </pc:sldMkLst>
        <pc:spChg chg="mod">
          <ac:chgData name="KIRAN K A" userId="c006811ef3eb6a44" providerId="LiveId" clId="{C6C753D0-C1FD-421B-A4B9-35D3032A2568}" dt="2025-07-19T09:28:15.675" v="910" actId="207"/>
          <ac:spMkLst>
            <pc:docMk/>
            <pc:sldMk cId="3633492597" sldId="544"/>
            <ac:spMk id="2" creationId="{2FE6DB77-E686-4A67-81D5-15CEAF98295F}"/>
          </ac:spMkLst>
        </pc:spChg>
        <pc:spChg chg="mod">
          <ac:chgData name="KIRAN K A" userId="c006811ef3eb6a44" providerId="LiveId" clId="{C6C753D0-C1FD-421B-A4B9-35D3032A2568}" dt="2025-07-19T06:34:40.659" v="1"/>
          <ac:spMkLst>
            <pc:docMk/>
            <pc:sldMk cId="3633492597" sldId="544"/>
            <ac:spMk id="3" creationId="{42A28DE6-2E4C-C92B-BA63-A157B8245F3B}"/>
          </ac:spMkLst>
        </pc:spChg>
      </pc:sldChg>
      <pc:sldChg chg="modSp mod">
        <pc:chgData name="KIRAN K A" userId="c006811ef3eb6a44" providerId="LiveId" clId="{C6C753D0-C1FD-421B-A4B9-35D3032A2568}" dt="2025-07-19T09:28:30.103" v="914" actId="1076"/>
        <pc:sldMkLst>
          <pc:docMk/>
          <pc:sldMk cId="569355884" sldId="545"/>
        </pc:sldMkLst>
        <pc:spChg chg="mod">
          <ac:chgData name="KIRAN K A" userId="c006811ef3eb6a44" providerId="LiveId" clId="{C6C753D0-C1FD-421B-A4B9-35D3032A2568}" dt="2025-07-19T09:28:20.942" v="911" actId="207"/>
          <ac:spMkLst>
            <pc:docMk/>
            <pc:sldMk cId="569355884" sldId="545"/>
            <ac:spMk id="2" creationId="{F4F6B5A1-06BC-A33D-A2FC-F12BE23C846F}"/>
          </ac:spMkLst>
        </pc:spChg>
        <pc:spChg chg="mod">
          <ac:chgData name="KIRAN K A" userId="c006811ef3eb6a44" providerId="LiveId" clId="{C6C753D0-C1FD-421B-A4B9-35D3032A2568}" dt="2025-07-19T09:28:30.103" v="914" actId="1076"/>
          <ac:spMkLst>
            <pc:docMk/>
            <pc:sldMk cId="569355884" sldId="545"/>
            <ac:spMk id="3" creationId="{DF9A1E03-9740-F0D5-B40B-DB264AC01D90}"/>
          </ac:spMkLst>
        </pc:spChg>
        <pc:spChg chg="mod">
          <ac:chgData name="KIRAN K A" userId="c006811ef3eb6a44" providerId="LiveId" clId="{C6C753D0-C1FD-421B-A4B9-35D3032A2568}" dt="2025-07-19T09:28:26.576" v="913" actId="14100"/>
          <ac:spMkLst>
            <pc:docMk/>
            <pc:sldMk cId="569355884" sldId="545"/>
            <ac:spMk id="4" creationId="{68A2A7E2-25B4-0DD8-AB97-8EE025A7A7FA}"/>
          </ac:spMkLst>
        </pc:spChg>
      </pc:sldChg>
      <pc:sldChg chg="modSp mod">
        <pc:chgData name="KIRAN K A" userId="c006811ef3eb6a44" providerId="LiveId" clId="{C6C753D0-C1FD-421B-A4B9-35D3032A2568}" dt="2025-07-19T09:28:34.687" v="915" actId="207"/>
        <pc:sldMkLst>
          <pc:docMk/>
          <pc:sldMk cId="1227640747" sldId="546"/>
        </pc:sldMkLst>
        <pc:spChg chg="mod">
          <ac:chgData name="KIRAN K A" userId="c006811ef3eb6a44" providerId="LiveId" clId="{C6C753D0-C1FD-421B-A4B9-35D3032A2568}" dt="2025-07-19T09:28:34.687" v="915" actId="207"/>
          <ac:spMkLst>
            <pc:docMk/>
            <pc:sldMk cId="1227640747" sldId="546"/>
            <ac:spMk id="2" creationId="{CBB7A734-5A24-C7C7-6073-9DE5B7E19960}"/>
          </ac:spMkLst>
        </pc:spChg>
        <pc:spChg chg="mod">
          <ac:chgData name="KIRAN K A" userId="c006811ef3eb6a44" providerId="LiveId" clId="{C6C753D0-C1FD-421B-A4B9-35D3032A2568}" dt="2025-07-19T06:34:40.659" v="1"/>
          <ac:spMkLst>
            <pc:docMk/>
            <pc:sldMk cId="1227640747" sldId="546"/>
            <ac:spMk id="3" creationId="{40FB24B1-5AAB-F05D-C4BF-3021D7802078}"/>
          </ac:spMkLst>
        </pc:spChg>
      </pc:sldChg>
      <pc:sldChg chg="modSp mod">
        <pc:chgData name="KIRAN K A" userId="c006811ef3eb6a44" providerId="LiveId" clId="{C6C753D0-C1FD-421B-A4B9-35D3032A2568}" dt="2025-07-19T09:28:42.734" v="918" actId="1076"/>
        <pc:sldMkLst>
          <pc:docMk/>
          <pc:sldMk cId="3748617662" sldId="547"/>
        </pc:sldMkLst>
        <pc:spChg chg="mod">
          <ac:chgData name="KIRAN K A" userId="c006811ef3eb6a44" providerId="LiveId" clId="{C6C753D0-C1FD-421B-A4B9-35D3032A2568}" dt="2025-07-19T09:28:37.968" v="916" actId="207"/>
          <ac:spMkLst>
            <pc:docMk/>
            <pc:sldMk cId="3748617662" sldId="547"/>
            <ac:spMk id="2" creationId="{8419E118-8228-9C8A-C5D1-A4F9BC3CF257}"/>
          </ac:spMkLst>
        </pc:spChg>
        <pc:spChg chg="mod">
          <ac:chgData name="KIRAN K A" userId="c006811ef3eb6a44" providerId="LiveId" clId="{C6C753D0-C1FD-421B-A4B9-35D3032A2568}" dt="2025-07-19T09:28:42.734" v="918" actId="1076"/>
          <ac:spMkLst>
            <pc:docMk/>
            <pc:sldMk cId="3748617662" sldId="547"/>
            <ac:spMk id="3" creationId="{01A5E471-4EEB-D408-3281-AEB1C16F0B68}"/>
          </ac:spMkLst>
        </pc:spChg>
        <pc:spChg chg="mod">
          <ac:chgData name="KIRAN K A" userId="c006811ef3eb6a44" providerId="LiveId" clId="{C6C753D0-C1FD-421B-A4B9-35D3032A2568}" dt="2025-07-19T09:28:40.392" v="917" actId="1076"/>
          <ac:spMkLst>
            <pc:docMk/>
            <pc:sldMk cId="3748617662" sldId="547"/>
            <ac:spMk id="4" creationId="{13BE6AA2-F98B-5EDA-883A-DFCD4F8B5868}"/>
          </ac:spMkLst>
        </pc:spChg>
      </pc:sldChg>
      <pc:sldChg chg="modSp mod">
        <pc:chgData name="KIRAN K A" userId="c006811ef3eb6a44" providerId="LiveId" clId="{C6C753D0-C1FD-421B-A4B9-35D3032A2568}" dt="2025-07-19T09:28:46.359" v="919" actId="207"/>
        <pc:sldMkLst>
          <pc:docMk/>
          <pc:sldMk cId="3363988359" sldId="548"/>
        </pc:sldMkLst>
        <pc:spChg chg="mod">
          <ac:chgData name="KIRAN K A" userId="c006811ef3eb6a44" providerId="LiveId" clId="{C6C753D0-C1FD-421B-A4B9-35D3032A2568}" dt="2025-07-19T09:28:46.359" v="919" actId="207"/>
          <ac:spMkLst>
            <pc:docMk/>
            <pc:sldMk cId="3363988359" sldId="548"/>
            <ac:spMk id="2" creationId="{20293B54-BD3C-420F-1EFD-9805BD1CB792}"/>
          </ac:spMkLst>
        </pc:spChg>
        <pc:spChg chg="mod">
          <ac:chgData name="KIRAN K A" userId="c006811ef3eb6a44" providerId="LiveId" clId="{C6C753D0-C1FD-421B-A4B9-35D3032A2568}" dt="2025-07-19T06:35:17.951" v="140" actId="27636"/>
          <ac:spMkLst>
            <pc:docMk/>
            <pc:sldMk cId="3363988359" sldId="548"/>
            <ac:spMk id="3" creationId="{C9FBCD5C-6E2E-CBD6-A792-86A685F6B272}"/>
          </ac:spMkLst>
        </pc:spChg>
      </pc:sldChg>
      <pc:sldChg chg="modSp mod">
        <pc:chgData name="KIRAN K A" userId="c006811ef3eb6a44" providerId="LiveId" clId="{C6C753D0-C1FD-421B-A4B9-35D3032A2568}" dt="2025-07-19T09:28:53.374" v="922" actId="1076"/>
        <pc:sldMkLst>
          <pc:docMk/>
          <pc:sldMk cId="1894834503" sldId="549"/>
        </pc:sldMkLst>
        <pc:spChg chg="mod">
          <ac:chgData name="KIRAN K A" userId="c006811ef3eb6a44" providerId="LiveId" clId="{C6C753D0-C1FD-421B-A4B9-35D3032A2568}" dt="2025-07-19T09:28:49.266" v="920" actId="207"/>
          <ac:spMkLst>
            <pc:docMk/>
            <pc:sldMk cId="1894834503" sldId="549"/>
            <ac:spMk id="2" creationId="{0116C7E5-18DE-CD8B-BE72-4518503B6761}"/>
          </ac:spMkLst>
        </pc:spChg>
        <pc:spChg chg="mod">
          <ac:chgData name="KIRAN K A" userId="c006811ef3eb6a44" providerId="LiveId" clId="{C6C753D0-C1FD-421B-A4B9-35D3032A2568}" dt="2025-07-19T09:28:53.374" v="922" actId="1076"/>
          <ac:spMkLst>
            <pc:docMk/>
            <pc:sldMk cId="1894834503" sldId="549"/>
            <ac:spMk id="3" creationId="{FF8889D4-16B1-7D10-4277-EB3E57AFBF0A}"/>
          </ac:spMkLst>
        </pc:spChg>
        <pc:spChg chg="mod">
          <ac:chgData name="KIRAN K A" userId="c006811ef3eb6a44" providerId="LiveId" clId="{C6C753D0-C1FD-421B-A4B9-35D3032A2568}" dt="2025-07-19T09:28:51.334" v="921" actId="1076"/>
          <ac:spMkLst>
            <pc:docMk/>
            <pc:sldMk cId="1894834503" sldId="549"/>
            <ac:spMk id="4" creationId="{965D8E56-DE35-F9FB-2F70-1DDA764CE023}"/>
          </ac:spMkLst>
        </pc:spChg>
      </pc:sldChg>
      <pc:sldChg chg="modSp mod">
        <pc:chgData name="KIRAN K A" userId="c006811ef3eb6a44" providerId="LiveId" clId="{C6C753D0-C1FD-421B-A4B9-35D3032A2568}" dt="2025-07-19T09:28:57.695" v="923" actId="207"/>
        <pc:sldMkLst>
          <pc:docMk/>
          <pc:sldMk cId="3069540647" sldId="550"/>
        </pc:sldMkLst>
        <pc:spChg chg="mod">
          <ac:chgData name="KIRAN K A" userId="c006811ef3eb6a44" providerId="LiveId" clId="{C6C753D0-C1FD-421B-A4B9-35D3032A2568}" dt="2025-07-19T09:28:57.695" v="923" actId="207"/>
          <ac:spMkLst>
            <pc:docMk/>
            <pc:sldMk cId="3069540647" sldId="550"/>
            <ac:spMk id="2" creationId="{9B233724-7D7C-6637-CB74-471332116147}"/>
          </ac:spMkLst>
        </pc:spChg>
        <pc:spChg chg="mod">
          <ac:chgData name="KIRAN K A" userId="c006811ef3eb6a44" providerId="LiveId" clId="{C6C753D0-C1FD-421B-A4B9-35D3032A2568}" dt="2025-07-19T06:35:17.967" v="141" actId="27636"/>
          <ac:spMkLst>
            <pc:docMk/>
            <pc:sldMk cId="3069540647" sldId="550"/>
            <ac:spMk id="3" creationId="{1FB0BF45-05EA-87B2-4DC9-3B5DA111EFC3}"/>
          </ac:spMkLst>
        </pc:spChg>
      </pc:sldChg>
      <pc:sldChg chg="modSp mod">
        <pc:chgData name="KIRAN K A" userId="c006811ef3eb6a44" providerId="LiveId" clId="{C6C753D0-C1FD-421B-A4B9-35D3032A2568}" dt="2025-07-19T09:29:04.085" v="926" actId="14100"/>
        <pc:sldMkLst>
          <pc:docMk/>
          <pc:sldMk cId="1822450571" sldId="551"/>
        </pc:sldMkLst>
        <pc:spChg chg="mod">
          <ac:chgData name="KIRAN K A" userId="c006811ef3eb6a44" providerId="LiveId" clId="{C6C753D0-C1FD-421B-A4B9-35D3032A2568}" dt="2025-07-19T09:29:00.777" v="924" actId="207"/>
          <ac:spMkLst>
            <pc:docMk/>
            <pc:sldMk cId="1822450571" sldId="551"/>
            <ac:spMk id="2" creationId="{47BA2D86-2018-4FE6-5F51-96E038BD9889}"/>
          </ac:spMkLst>
        </pc:spChg>
        <pc:spChg chg="mod">
          <ac:chgData name="KIRAN K A" userId="c006811ef3eb6a44" providerId="LiveId" clId="{C6C753D0-C1FD-421B-A4B9-35D3032A2568}" dt="2025-07-19T06:34:40.659" v="1"/>
          <ac:spMkLst>
            <pc:docMk/>
            <pc:sldMk cId="1822450571" sldId="551"/>
            <ac:spMk id="3" creationId="{C9521C2C-90E9-E2A7-6F51-2986D442ED94}"/>
          </ac:spMkLst>
        </pc:spChg>
        <pc:picChg chg="mod">
          <ac:chgData name="KIRAN K A" userId="c006811ef3eb6a44" providerId="LiveId" clId="{C6C753D0-C1FD-421B-A4B9-35D3032A2568}" dt="2025-07-19T09:29:04.085" v="926" actId="14100"/>
          <ac:picMkLst>
            <pc:docMk/>
            <pc:sldMk cId="1822450571" sldId="551"/>
            <ac:picMk id="5" creationId="{78DCDF9A-5E6A-C4FE-108E-A1A946E16BC7}"/>
          </ac:picMkLst>
        </pc:picChg>
      </pc:sldChg>
      <pc:sldChg chg="modSp mod">
        <pc:chgData name="KIRAN K A" userId="c006811ef3eb6a44" providerId="LiveId" clId="{C6C753D0-C1FD-421B-A4B9-35D3032A2568}" dt="2025-07-19T09:29:07.895" v="927" actId="207"/>
        <pc:sldMkLst>
          <pc:docMk/>
          <pc:sldMk cId="3822336008" sldId="552"/>
        </pc:sldMkLst>
        <pc:spChg chg="mod">
          <ac:chgData name="KIRAN K A" userId="c006811ef3eb6a44" providerId="LiveId" clId="{C6C753D0-C1FD-421B-A4B9-35D3032A2568}" dt="2025-07-19T09:29:07.895" v="927" actId="207"/>
          <ac:spMkLst>
            <pc:docMk/>
            <pc:sldMk cId="3822336008" sldId="552"/>
            <ac:spMk id="2" creationId="{EF2D8022-B2C4-6D0C-BD6E-86FA5DEA2BCF}"/>
          </ac:spMkLst>
        </pc:spChg>
        <pc:spChg chg="mod">
          <ac:chgData name="KIRAN K A" userId="c006811ef3eb6a44" providerId="LiveId" clId="{C6C753D0-C1FD-421B-A4B9-35D3032A2568}" dt="2025-07-19T06:34:40.659" v="1"/>
          <ac:spMkLst>
            <pc:docMk/>
            <pc:sldMk cId="3822336008" sldId="552"/>
            <ac:spMk id="3" creationId="{9D71E4A3-B7D4-3942-BE1A-B1775AC5C34B}"/>
          </ac:spMkLst>
        </pc:spChg>
      </pc:sldChg>
      <pc:sldChg chg="modSp mod">
        <pc:chgData name="KIRAN K A" userId="c006811ef3eb6a44" providerId="LiveId" clId="{C6C753D0-C1FD-421B-A4B9-35D3032A2568}" dt="2025-07-19T09:29:15.776" v="931" actId="207"/>
        <pc:sldMkLst>
          <pc:docMk/>
          <pc:sldMk cId="3865137816" sldId="553"/>
        </pc:sldMkLst>
        <pc:spChg chg="mod">
          <ac:chgData name="KIRAN K A" userId="c006811ef3eb6a44" providerId="LiveId" clId="{C6C753D0-C1FD-421B-A4B9-35D3032A2568}" dt="2025-07-19T09:29:15.776" v="931" actId="207"/>
          <ac:spMkLst>
            <pc:docMk/>
            <pc:sldMk cId="3865137816" sldId="553"/>
            <ac:spMk id="2" creationId="{885A852E-783F-B82E-1826-89907416B042}"/>
          </ac:spMkLst>
        </pc:spChg>
        <pc:picChg chg="mod">
          <ac:chgData name="KIRAN K A" userId="c006811ef3eb6a44" providerId="LiveId" clId="{C6C753D0-C1FD-421B-A4B9-35D3032A2568}" dt="2025-07-19T09:29:13.728" v="930" actId="1076"/>
          <ac:picMkLst>
            <pc:docMk/>
            <pc:sldMk cId="3865137816" sldId="553"/>
            <ac:picMk id="5" creationId="{4FDFB97B-D837-C1F5-EC9A-02A34143436E}"/>
          </ac:picMkLst>
        </pc:picChg>
      </pc:sldChg>
      <pc:sldChg chg="modSp">
        <pc:chgData name="KIRAN K A" userId="c006811ef3eb6a44" providerId="LiveId" clId="{C6C753D0-C1FD-421B-A4B9-35D3032A2568}" dt="2025-07-19T06:34:40.659" v="1"/>
        <pc:sldMkLst>
          <pc:docMk/>
          <pc:sldMk cId="3483355852" sldId="554"/>
        </pc:sldMkLst>
        <pc:spChg chg="mod">
          <ac:chgData name="KIRAN K A" userId="c006811ef3eb6a44" providerId="LiveId" clId="{C6C753D0-C1FD-421B-A4B9-35D3032A2568}" dt="2025-07-19T06:34:40.659" v="1"/>
          <ac:spMkLst>
            <pc:docMk/>
            <pc:sldMk cId="3483355852" sldId="554"/>
            <ac:spMk id="2" creationId="{2B66AD08-42FA-BC13-652D-47CD7530FA85}"/>
          </ac:spMkLst>
        </pc:spChg>
        <pc:spChg chg="mod">
          <ac:chgData name="KIRAN K A" userId="c006811ef3eb6a44" providerId="LiveId" clId="{C6C753D0-C1FD-421B-A4B9-35D3032A2568}" dt="2025-07-19T06:34:40.659" v="1"/>
          <ac:spMkLst>
            <pc:docMk/>
            <pc:sldMk cId="3483355852" sldId="554"/>
            <ac:spMk id="3" creationId="{4A8BAEDB-FCDE-0096-9D69-23B4B552B2B7}"/>
          </ac:spMkLst>
        </pc:spChg>
      </pc:sldChg>
      <pc:sldChg chg="modSp mod">
        <pc:chgData name="KIRAN K A" userId="c006811ef3eb6a44" providerId="LiveId" clId="{C6C753D0-C1FD-421B-A4B9-35D3032A2568}" dt="2025-07-19T09:08:36.683" v="644" actId="207"/>
        <pc:sldMkLst>
          <pc:docMk/>
          <pc:sldMk cId="4227990771" sldId="555"/>
        </pc:sldMkLst>
        <pc:spChg chg="mod">
          <ac:chgData name="KIRAN K A" userId="c006811ef3eb6a44" providerId="LiveId" clId="{C6C753D0-C1FD-421B-A4B9-35D3032A2568}" dt="2025-07-19T09:08:36.683" v="644" actId="207"/>
          <ac:spMkLst>
            <pc:docMk/>
            <pc:sldMk cId="4227990771" sldId="555"/>
            <ac:spMk id="2" creationId="{ACD78176-101C-F05A-D4AE-72CD31B72B16}"/>
          </ac:spMkLst>
        </pc:spChg>
        <pc:spChg chg="mod">
          <ac:chgData name="KIRAN K A" userId="c006811ef3eb6a44" providerId="LiveId" clId="{C6C753D0-C1FD-421B-A4B9-35D3032A2568}" dt="2025-07-19T06:34:40.659" v="1"/>
          <ac:spMkLst>
            <pc:docMk/>
            <pc:sldMk cId="4227990771" sldId="555"/>
            <ac:spMk id="3" creationId="{7F64A61B-2C12-11F8-95F0-5164205ED95F}"/>
          </ac:spMkLst>
        </pc:spChg>
      </pc:sldChg>
      <pc:sldChg chg="modSp mod">
        <pc:chgData name="KIRAN K A" userId="c006811ef3eb6a44" providerId="LiveId" clId="{C6C753D0-C1FD-421B-A4B9-35D3032A2568}" dt="2025-07-19T09:08:41.394" v="645" actId="207"/>
        <pc:sldMkLst>
          <pc:docMk/>
          <pc:sldMk cId="3343961211" sldId="556"/>
        </pc:sldMkLst>
        <pc:spChg chg="mod">
          <ac:chgData name="KIRAN K A" userId="c006811ef3eb6a44" providerId="LiveId" clId="{C6C753D0-C1FD-421B-A4B9-35D3032A2568}" dt="2025-07-19T09:08:41.394" v="645" actId="207"/>
          <ac:spMkLst>
            <pc:docMk/>
            <pc:sldMk cId="3343961211" sldId="556"/>
            <ac:spMk id="2" creationId="{B20C9E4D-B0A8-D2B4-9620-C23F1D3EE15B}"/>
          </ac:spMkLst>
        </pc:spChg>
        <pc:spChg chg="mod">
          <ac:chgData name="KIRAN K A" userId="c006811ef3eb6a44" providerId="LiveId" clId="{C6C753D0-C1FD-421B-A4B9-35D3032A2568}" dt="2025-07-19T06:34:40.659" v="1"/>
          <ac:spMkLst>
            <pc:docMk/>
            <pc:sldMk cId="3343961211" sldId="556"/>
            <ac:spMk id="3" creationId="{0E7D2B4B-2623-3EA1-969C-B7091F40CE3B}"/>
          </ac:spMkLst>
        </pc:spChg>
      </pc:sldChg>
      <pc:sldChg chg="modSp mod">
        <pc:chgData name="KIRAN K A" userId="c006811ef3eb6a44" providerId="LiveId" clId="{C6C753D0-C1FD-421B-A4B9-35D3032A2568}" dt="2025-07-19T09:09:17.727" v="656" actId="207"/>
        <pc:sldMkLst>
          <pc:docMk/>
          <pc:sldMk cId="2362259377" sldId="557"/>
        </pc:sldMkLst>
        <pc:spChg chg="mod">
          <ac:chgData name="KIRAN K A" userId="c006811ef3eb6a44" providerId="LiveId" clId="{C6C753D0-C1FD-421B-A4B9-35D3032A2568}" dt="2025-07-19T09:09:17.727" v="656" actId="207"/>
          <ac:spMkLst>
            <pc:docMk/>
            <pc:sldMk cId="2362259377" sldId="557"/>
            <ac:spMk id="2" creationId="{923A3849-32FF-E5F1-C393-C668E4C66398}"/>
          </ac:spMkLst>
        </pc:spChg>
        <pc:spChg chg="mod">
          <ac:chgData name="KIRAN K A" userId="c006811ef3eb6a44" providerId="LiveId" clId="{C6C753D0-C1FD-421B-A4B9-35D3032A2568}" dt="2025-07-19T06:34:40.659" v="1"/>
          <ac:spMkLst>
            <pc:docMk/>
            <pc:sldMk cId="2362259377" sldId="557"/>
            <ac:spMk id="3" creationId="{31F1091F-42CC-03BD-CBAE-465683B82970}"/>
          </ac:spMkLst>
        </pc:spChg>
      </pc:sldChg>
      <pc:sldChg chg="modSp mod">
        <pc:chgData name="KIRAN K A" userId="c006811ef3eb6a44" providerId="LiveId" clId="{C6C753D0-C1FD-421B-A4B9-35D3032A2568}" dt="2025-07-19T09:09:28.316" v="660" actId="1076"/>
        <pc:sldMkLst>
          <pc:docMk/>
          <pc:sldMk cId="2459294319" sldId="558"/>
        </pc:sldMkLst>
        <pc:spChg chg="mod">
          <ac:chgData name="KIRAN K A" userId="c006811ef3eb6a44" providerId="LiveId" clId="{C6C753D0-C1FD-421B-A4B9-35D3032A2568}" dt="2025-07-19T09:09:20.712" v="657" actId="207"/>
          <ac:spMkLst>
            <pc:docMk/>
            <pc:sldMk cId="2459294319" sldId="558"/>
            <ac:spMk id="2" creationId="{9211518E-3E76-ABAA-B48C-E4CC5A942BF8}"/>
          </ac:spMkLst>
        </pc:spChg>
        <pc:spChg chg="mod">
          <ac:chgData name="KIRAN K A" userId="c006811ef3eb6a44" providerId="LiveId" clId="{C6C753D0-C1FD-421B-A4B9-35D3032A2568}" dt="2025-07-19T09:09:28.316" v="660" actId="1076"/>
          <ac:spMkLst>
            <pc:docMk/>
            <pc:sldMk cId="2459294319" sldId="558"/>
            <ac:spMk id="3" creationId="{A1CDD81B-97BB-AA7A-045B-3343419154F3}"/>
          </ac:spMkLst>
        </pc:spChg>
        <pc:spChg chg="mod">
          <ac:chgData name="KIRAN K A" userId="c006811ef3eb6a44" providerId="LiveId" clId="{C6C753D0-C1FD-421B-A4B9-35D3032A2568}" dt="2025-07-19T09:09:26.056" v="659" actId="1076"/>
          <ac:spMkLst>
            <pc:docMk/>
            <pc:sldMk cId="2459294319" sldId="558"/>
            <ac:spMk id="4" creationId="{BD5096D3-9105-5B82-E9C4-FFA556E2C55F}"/>
          </ac:spMkLst>
        </pc:spChg>
      </pc:sldChg>
      <pc:sldChg chg="modSp mod">
        <pc:chgData name="KIRAN K A" userId="c006811ef3eb6a44" providerId="LiveId" clId="{C6C753D0-C1FD-421B-A4B9-35D3032A2568}" dt="2025-07-19T09:08:56.834" v="650" actId="403"/>
        <pc:sldMkLst>
          <pc:docMk/>
          <pc:sldMk cId="264961048" sldId="559"/>
        </pc:sldMkLst>
        <pc:spChg chg="mod">
          <ac:chgData name="KIRAN K A" userId="c006811ef3eb6a44" providerId="LiveId" clId="{C6C753D0-C1FD-421B-A4B9-35D3032A2568}" dt="2025-07-19T09:08:44.101" v="646" actId="207"/>
          <ac:spMkLst>
            <pc:docMk/>
            <pc:sldMk cId="264961048" sldId="559"/>
            <ac:spMk id="2" creationId="{5B729572-D640-8C1B-9F96-2A6A04925B9F}"/>
          </ac:spMkLst>
        </pc:spChg>
        <pc:spChg chg="mod">
          <ac:chgData name="KIRAN K A" userId="c006811ef3eb6a44" providerId="LiveId" clId="{C6C753D0-C1FD-421B-A4B9-35D3032A2568}" dt="2025-07-19T09:08:54.378" v="649" actId="403"/>
          <ac:spMkLst>
            <pc:docMk/>
            <pc:sldMk cId="264961048" sldId="559"/>
            <ac:spMk id="3" creationId="{6BBC641C-389F-3D09-2839-6A23C63031B5}"/>
          </ac:spMkLst>
        </pc:spChg>
        <pc:spChg chg="mod">
          <ac:chgData name="KIRAN K A" userId="c006811ef3eb6a44" providerId="LiveId" clId="{C6C753D0-C1FD-421B-A4B9-35D3032A2568}" dt="2025-07-19T09:08:56.834" v="650" actId="403"/>
          <ac:spMkLst>
            <pc:docMk/>
            <pc:sldMk cId="264961048" sldId="559"/>
            <ac:spMk id="4" creationId="{ACED7293-7357-736C-4406-91A89AE58896}"/>
          </ac:spMkLst>
        </pc:spChg>
      </pc:sldChg>
      <pc:sldChg chg="modSp mod">
        <pc:chgData name="KIRAN K A" userId="c006811ef3eb6a44" providerId="LiveId" clId="{C6C753D0-C1FD-421B-A4B9-35D3032A2568}" dt="2025-07-19T09:09:12.004" v="655" actId="403"/>
        <pc:sldMkLst>
          <pc:docMk/>
          <pc:sldMk cId="4150152300" sldId="560"/>
        </pc:sldMkLst>
        <pc:spChg chg="mod">
          <ac:chgData name="KIRAN K A" userId="c006811ef3eb6a44" providerId="LiveId" clId="{C6C753D0-C1FD-421B-A4B9-35D3032A2568}" dt="2025-07-19T09:09:01.214" v="651" actId="207"/>
          <ac:spMkLst>
            <pc:docMk/>
            <pc:sldMk cId="4150152300" sldId="560"/>
            <ac:spMk id="2" creationId="{27B14236-96A7-8673-85FF-BABD11654DDC}"/>
          </ac:spMkLst>
        </pc:spChg>
        <pc:spChg chg="mod">
          <ac:chgData name="KIRAN K A" userId="c006811ef3eb6a44" providerId="LiveId" clId="{C6C753D0-C1FD-421B-A4B9-35D3032A2568}" dt="2025-07-19T09:09:12.004" v="655" actId="403"/>
          <ac:spMkLst>
            <pc:docMk/>
            <pc:sldMk cId="4150152300" sldId="560"/>
            <ac:spMk id="3" creationId="{50BA62A0-108C-8498-D2BC-4F080415F76A}"/>
          </ac:spMkLst>
        </pc:spChg>
        <pc:spChg chg="mod">
          <ac:chgData name="KIRAN K A" userId="c006811ef3eb6a44" providerId="LiveId" clId="{C6C753D0-C1FD-421B-A4B9-35D3032A2568}" dt="2025-07-19T09:09:05.160" v="653" actId="403"/>
          <ac:spMkLst>
            <pc:docMk/>
            <pc:sldMk cId="4150152300" sldId="560"/>
            <ac:spMk id="4" creationId="{5C67CBE4-90C4-784A-CDBC-E4A989AB439A}"/>
          </ac:spMkLst>
        </pc:spChg>
      </pc:sldChg>
      <pc:sldChg chg="modSp mod">
        <pc:chgData name="KIRAN K A" userId="c006811ef3eb6a44" providerId="LiveId" clId="{C6C753D0-C1FD-421B-A4B9-35D3032A2568}" dt="2025-07-19T09:09:35.275" v="662" actId="1076"/>
        <pc:sldMkLst>
          <pc:docMk/>
          <pc:sldMk cId="2005305899" sldId="561"/>
        </pc:sldMkLst>
        <pc:spChg chg="mod">
          <ac:chgData name="KIRAN K A" userId="c006811ef3eb6a44" providerId="LiveId" clId="{C6C753D0-C1FD-421B-A4B9-35D3032A2568}" dt="2025-07-19T09:09:32.452" v="661" actId="207"/>
          <ac:spMkLst>
            <pc:docMk/>
            <pc:sldMk cId="2005305899" sldId="561"/>
            <ac:spMk id="2" creationId="{8E0395DF-874F-DD01-C6F0-6B3CFF70B599}"/>
          </ac:spMkLst>
        </pc:spChg>
        <pc:spChg chg="mod">
          <ac:chgData name="KIRAN K A" userId="c006811ef3eb6a44" providerId="LiveId" clId="{C6C753D0-C1FD-421B-A4B9-35D3032A2568}" dt="2025-07-19T09:09:35.275" v="662" actId="1076"/>
          <ac:spMkLst>
            <pc:docMk/>
            <pc:sldMk cId="2005305899" sldId="561"/>
            <ac:spMk id="3" creationId="{7A8FC11F-58C0-8A5F-1705-3A2C0890BA7C}"/>
          </ac:spMkLst>
        </pc:spChg>
      </pc:sldChg>
      <pc:sldChg chg="modSp mod">
        <pc:chgData name="KIRAN K A" userId="c006811ef3eb6a44" providerId="LiveId" clId="{C6C753D0-C1FD-421B-A4B9-35D3032A2568}" dt="2025-07-19T09:09:46.151" v="665" actId="1076"/>
        <pc:sldMkLst>
          <pc:docMk/>
          <pc:sldMk cId="2096068822" sldId="562"/>
        </pc:sldMkLst>
        <pc:spChg chg="mod">
          <ac:chgData name="KIRAN K A" userId="c006811ef3eb6a44" providerId="LiveId" clId="{C6C753D0-C1FD-421B-A4B9-35D3032A2568}" dt="2025-07-19T09:09:41.369" v="663" actId="207"/>
          <ac:spMkLst>
            <pc:docMk/>
            <pc:sldMk cId="2096068822" sldId="562"/>
            <ac:spMk id="2" creationId="{54231800-77A6-2A65-3349-01608A8A7235}"/>
          </ac:spMkLst>
        </pc:spChg>
        <pc:spChg chg="mod">
          <ac:chgData name="KIRAN K A" userId="c006811ef3eb6a44" providerId="LiveId" clId="{C6C753D0-C1FD-421B-A4B9-35D3032A2568}" dt="2025-07-19T09:09:43.807" v="664" actId="1076"/>
          <ac:spMkLst>
            <pc:docMk/>
            <pc:sldMk cId="2096068822" sldId="562"/>
            <ac:spMk id="3" creationId="{DD65DCE3-8823-529A-87E4-E15A9D9A919A}"/>
          </ac:spMkLst>
        </pc:spChg>
        <pc:spChg chg="mod">
          <ac:chgData name="KIRAN K A" userId="c006811ef3eb6a44" providerId="LiveId" clId="{C6C753D0-C1FD-421B-A4B9-35D3032A2568}" dt="2025-07-19T09:09:46.151" v="665" actId="1076"/>
          <ac:spMkLst>
            <pc:docMk/>
            <pc:sldMk cId="2096068822" sldId="562"/>
            <ac:spMk id="4" creationId="{E58E7991-2971-8B28-D8A2-3F7E14EB291F}"/>
          </ac:spMkLst>
        </pc:spChg>
      </pc:sldChg>
      <pc:sldChg chg="modSp mod">
        <pc:chgData name="KIRAN K A" userId="c006811ef3eb6a44" providerId="LiveId" clId="{C6C753D0-C1FD-421B-A4B9-35D3032A2568}" dt="2025-07-19T09:10:03.888" v="670" actId="207"/>
        <pc:sldMkLst>
          <pc:docMk/>
          <pc:sldMk cId="4027551263" sldId="563"/>
        </pc:sldMkLst>
        <pc:spChg chg="mod">
          <ac:chgData name="KIRAN K A" userId="c006811ef3eb6a44" providerId="LiveId" clId="{C6C753D0-C1FD-421B-A4B9-35D3032A2568}" dt="2025-07-19T09:10:03.888" v="670" actId="207"/>
          <ac:spMkLst>
            <pc:docMk/>
            <pc:sldMk cId="4027551263" sldId="563"/>
            <ac:spMk id="2" creationId="{D038560F-66AF-920F-BA98-2A87926BD0FF}"/>
          </ac:spMkLst>
        </pc:spChg>
        <pc:spChg chg="mod">
          <ac:chgData name="KIRAN K A" userId="c006811ef3eb6a44" providerId="LiveId" clId="{C6C753D0-C1FD-421B-A4B9-35D3032A2568}" dt="2025-07-19T09:10:01.397" v="669" actId="1076"/>
          <ac:spMkLst>
            <pc:docMk/>
            <pc:sldMk cId="4027551263" sldId="563"/>
            <ac:spMk id="3" creationId="{50062E7C-B960-DAD8-2D4A-2F0A26D7CC13}"/>
          </ac:spMkLst>
        </pc:spChg>
      </pc:sldChg>
      <pc:sldChg chg="modSp mod">
        <pc:chgData name="KIRAN K A" userId="c006811ef3eb6a44" providerId="LiveId" clId="{C6C753D0-C1FD-421B-A4B9-35D3032A2568}" dt="2025-07-19T09:09:56.727" v="668" actId="207"/>
        <pc:sldMkLst>
          <pc:docMk/>
          <pc:sldMk cId="227154589" sldId="564"/>
        </pc:sldMkLst>
        <pc:spChg chg="mod">
          <ac:chgData name="KIRAN K A" userId="c006811ef3eb6a44" providerId="LiveId" clId="{C6C753D0-C1FD-421B-A4B9-35D3032A2568}" dt="2025-07-19T09:09:56.727" v="668" actId="207"/>
          <ac:spMkLst>
            <pc:docMk/>
            <pc:sldMk cId="227154589" sldId="564"/>
            <ac:spMk id="2" creationId="{76D585D6-E811-5CA7-4D27-3A2E07D52C30}"/>
          </ac:spMkLst>
        </pc:spChg>
        <pc:spChg chg="mod">
          <ac:chgData name="KIRAN K A" userId="c006811ef3eb6a44" providerId="LiveId" clId="{C6C753D0-C1FD-421B-A4B9-35D3032A2568}" dt="2025-07-19T09:09:50.149" v="666" actId="1076"/>
          <ac:spMkLst>
            <pc:docMk/>
            <pc:sldMk cId="227154589" sldId="564"/>
            <ac:spMk id="3" creationId="{D265EECD-DC06-4D53-B271-AA44CE198FC9}"/>
          </ac:spMkLst>
        </pc:spChg>
        <pc:spChg chg="mod">
          <ac:chgData name="KIRAN K A" userId="c006811ef3eb6a44" providerId="LiveId" clId="{C6C753D0-C1FD-421B-A4B9-35D3032A2568}" dt="2025-07-19T09:09:53.041" v="667" actId="1076"/>
          <ac:spMkLst>
            <pc:docMk/>
            <pc:sldMk cId="227154589" sldId="564"/>
            <ac:spMk id="4" creationId="{FF9DFB22-AEBB-B5FC-E139-16B3A05A1FFF}"/>
          </ac:spMkLst>
        </pc:spChg>
      </pc:sldChg>
      <pc:sldChg chg="modSp mod">
        <pc:chgData name="KIRAN K A" userId="c006811ef3eb6a44" providerId="LiveId" clId="{C6C753D0-C1FD-421B-A4B9-35D3032A2568}" dt="2025-07-19T09:10:11.352" v="671" actId="207"/>
        <pc:sldMkLst>
          <pc:docMk/>
          <pc:sldMk cId="2252150993" sldId="565"/>
        </pc:sldMkLst>
        <pc:spChg chg="mod">
          <ac:chgData name="KIRAN K A" userId="c006811ef3eb6a44" providerId="LiveId" clId="{C6C753D0-C1FD-421B-A4B9-35D3032A2568}" dt="2025-07-19T09:10:11.352" v="671" actId="207"/>
          <ac:spMkLst>
            <pc:docMk/>
            <pc:sldMk cId="2252150993" sldId="565"/>
            <ac:spMk id="2" creationId="{61E0513B-20E4-BFA5-A778-24589D6C3340}"/>
          </ac:spMkLst>
        </pc:spChg>
        <pc:spChg chg="mod">
          <ac:chgData name="KIRAN K A" userId="c006811ef3eb6a44" providerId="LiveId" clId="{C6C753D0-C1FD-421B-A4B9-35D3032A2568}" dt="2025-07-19T06:34:40.659" v="1"/>
          <ac:spMkLst>
            <pc:docMk/>
            <pc:sldMk cId="2252150993" sldId="565"/>
            <ac:spMk id="3" creationId="{D267B280-9DA0-9963-D6B4-70E3C173A091}"/>
          </ac:spMkLst>
        </pc:spChg>
      </pc:sldChg>
      <pc:sldChg chg="modSp mod">
        <pc:chgData name="KIRAN K A" userId="c006811ef3eb6a44" providerId="LiveId" clId="{C6C753D0-C1FD-421B-A4B9-35D3032A2568}" dt="2025-07-19T09:10:17.429" v="672" actId="207"/>
        <pc:sldMkLst>
          <pc:docMk/>
          <pc:sldMk cId="3567705875" sldId="566"/>
        </pc:sldMkLst>
        <pc:spChg chg="mod">
          <ac:chgData name="KIRAN K A" userId="c006811ef3eb6a44" providerId="LiveId" clId="{C6C753D0-C1FD-421B-A4B9-35D3032A2568}" dt="2025-07-19T09:10:17.429" v="672" actId="207"/>
          <ac:spMkLst>
            <pc:docMk/>
            <pc:sldMk cId="3567705875" sldId="566"/>
            <ac:spMk id="2" creationId="{2F41CA39-926B-5D0A-24CC-E4437A8B00AF}"/>
          </ac:spMkLst>
        </pc:spChg>
        <pc:spChg chg="mod">
          <ac:chgData name="KIRAN K A" userId="c006811ef3eb6a44" providerId="LiveId" clId="{C6C753D0-C1FD-421B-A4B9-35D3032A2568}" dt="2025-07-19T06:34:40.659" v="1"/>
          <ac:spMkLst>
            <pc:docMk/>
            <pc:sldMk cId="3567705875" sldId="566"/>
            <ac:spMk id="3" creationId="{B1D8FAD0-0831-D4BF-FD03-6D5175AC391D}"/>
          </ac:spMkLst>
        </pc:spChg>
      </pc:sldChg>
      <pc:sldChg chg="modSp mod">
        <pc:chgData name="KIRAN K A" userId="c006811ef3eb6a44" providerId="LiveId" clId="{C6C753D0-C1FD-421B-A4B9-35D3032A2568}" dt="2025-07-19T09:10:27.593" v="675" actId="1076"/>
        <pc:sldMkLst>
          <pc:docMk/>
          <pc:sldMk cId="1431034618" sldId="567"/>
        </pc:sldMkLst>
        <pc:spChg chg="mod">
          <ac:chgData name="KIRAN K A" userId="c006811ef3eb6a44" providerId="LiveId" clId="{C6C753D0-C1FD-421B-A4B9-35D3032A2568}" dt="2025-07-19T09:10:21.906" v="673" actId="207"/>
          <ac:spMkLst>
            <pc:docMk/>
            <pc:sldMk cId="1431034618" sldId="567"/>
            <ac:spMk id="2" creationId="{FD7116BD-AAAB-D8D0-52C1-780D54BB3A30}"/>
          </ac:spMkLst>
        </pc:spChg>
        <pc:spChg chg="mod">
          <ac:chgData name="KIRAN K A" userId="c006811ef3eb6a44" providerId="LiveId" clId="{C6C753D0-C1FD-421B-A4B9-35D3032A2568}" dt="2025-07-19T09:10:25.518" v="674" actId="1076"/>
          <ac:spMkLst>
            <pc:docMk/>
            <pc:sldMk cId="1431034618" sldId="567"/>
            <ac:spMk id="3" creationId="{23D99BD9-2E07-D33F-F944-4A227284ABE9}"/>
          </ac:spMkLst>
        </pc:spChg>
        <pc:spChg chg="mod">
          <ac:chgData name="KIRAN K A" userId="c006811ef3eb6a44" providerId="LiveId" clId="{C6C753D0-C1FD-421B-A4B9-35D3032A2568}" dt="2025-07-19T09:10:27.593" v="675" actId="1076"/>
          <ac:spMkLst>
            <pc:docMk/>
            <pc:sldMk cId="1431034618" sldId="567"/>
            <ac:spMk id="4" creationId="{A328A3AB-8589-AC38-C5A8-2CA4D9E261EE}"/>
          </ac:spMkLst>
        </pc:spChg>
      </pc:sldChg>
      <pc:sldChg chg="modSp mod">
        <pc:chgData name="KIRAN K A" userId="c006811ef3eb6a44" providerId="LiveId" clId="{C6C753D0-C1FD-421B-A4B9-35D3032A2568}" dt="2025-07-19T09:10:31.528" v="676" actId="207"/>
        <pc:sldMkLst>
          <pc:docMk/>
          <pc:sldMk cId="3050876338" sldId="568"/>
        </pc:sldMkLst>
        <pc:spChg chg="mod">
          <ac:chgData name="KIRAN K A" userId="c006811ef3eb6a44" providerId="LiveId" clId="{C6C753D0-C1FD-421B-A4B9-35D3032A2568}" dt="2025-07-19T09:10:31.528" v="676" actId="207"/>
          <ac:spMkLst>
            <pc:docMk/>
            <pc:sldMk cId="3050876338" sldId="568"/>
            <ac:spMk id="2" creationId="{52F2FDB2-1F53-3B82-EE29-39AAE0E15260}"/>
          </ac:spMkLst>
        </pc:spChg>
        <pc:spChg chg="mod">
          <ac:chgData name="KIRAN K A" userId="c006811ef3eb6a44" providerId="LiveId" clId="{C6C753D0-C1FD-421B-A4B9-35D3032A2568}" dt="2025-07-19T06:34:40.659" v="1"/>
          <ac:spMkLst>
            <pc:docMk/>
            <pc:sldMk cId="3050876338" sldId="568"/>
            <ac:spMk id="3" creationId="{E6D82F62-8830-EEC5-DF30-DAC2694E8ADC}"/>
          </ac:spMkLst>
        </pc:spChg>
      </pc:sldChg>
      <pc:sldChg chg="modSp mod">
        <pc:chgData name="KIRAN K A" userId="c006811ef3eb6a44" providerId="LiveId" clId="{C6C753D0-C1FD-421B-A4B9-35D3032A2568}" dt="2025-07-19T09:10:43.161" v="679" actId="1076"/>
        <pc:sldMkLst>
          <pc:docMk/>
          <pc:sldMk cId="3677373916" sldId="569"/>
        </pc:sldMkLst>
        <pc:spChg chg="mod">
          <ac:chgData name="KIRAN K A" userId="c006811ef3eb6a44" providerId="LiveId" clId="{C6C753D0-C1FD-421B-A4B9-35D3032A2568}" dt="2025-07-19T09:10:37.513" v="677" actId="207"/>
          <ac:spMkLst>
            <pc:docMk/>
            <pc:sldMk cId="3677373916" sldId="569"/>
            <ac:spMk id="2" creationId="{52D91C11-01C9-1364-E280-8D13C519418F}"/>
          </ac:spMkLst>
        </pc:spChg>
        <pc:spChg chg="mod">
          <ac:chgData name="KIRAN K A" userId="c006811ef3eb6a44" providerId="LiveId" clId="{C6C753D0-C1FD-421B-A4B9-35D3032A2568}" dt="2025-07-19T09:10:39.820" v="678" actId="1076"/>
          <ac:spMkLst>
            <pc:docMk/>
            <pc:sldMk cId="3677373916" sldId="569"/>
            <ac:spMk id="3" creationId="{25016C1D-3F89-34F6-0C48-CF5273657BB5}"/>
          </ac:spMkLst>
        </pc:spChg>
        <pc:spChg chg="mod">
          <ac:chgData name="KIRAN K A" userId="c006811ef3eb6a44" providerId="LiveId" clId="{C6C753D0-C1FD-421B-A4B9-35D3032A2568}" dt="2025-07-19T09:10:43.161" v="679" actId="1076"/>
          <ac:spMkLst>
            <pc:docMk/>
            <pc:sldMk cId="3677373916" sldId="569"/>
            <ac:spMk id="4" creationId="{EFB6F25E-0036-8A20-7FD7-ED464B6262D7}"/>
          </ac:spMkLst>
        </pc:spChg>
      </pc:sldChg>
      <pc:sldChg chg="modSp mod">
        <pc:chgData name="KIRAN K A" userId="c006811ef3eb6a44" providerId="LiveId" clId="{C6C753D0-C1FD-421B-A4B9-35D3032A2568}" dt="2025-07-19T09:10:50.373" v="680" actId="207"/>
        <pc:sldMkLst>
          <pc:docMk/>
          <pc:sldMk cId="1006599509" sldId="570"/>
        </pc:sldMkLst>
        <pc:spChg chg="mod">
          <ac:chgData name="KIRAN K A" userId="c006811ef3eb6a44" providerId="LiveId" clId="{C6C753D0-C1FD-421B-A4B9-35D3032A2568}" dt="2025-07-19T09:10:50.373" v="680" actId="207"/>
          <ac:spMkLst>
            <pc:docMk/>
            <pc:sldMk cId="1006599509" sldId="570"/>
            <ac:spMk id="2" creationId="{C3D5EF78-790D-EC1A-F7DC-6F1C1B429337}"/>
          </ac:spMkLst>
        </pc:spChg>
        <pc:spChg chg="mod">
          <ac:chgData name="KIRAN K A" userId="c006811ef3eb6a44" providerId="LiveId" clId="{C6C753D0-C1FD-421B-A4B9-35D3032A2568}" dt="2025-07-19T06:34:40.659" v="1"/>
          <ac:spMkLst>
            <pc:docMk/>
            <pc:sldMk cId="1006599509" sldId="570"/>
            <ac:spMk id="3" creationId="{313C875F-89A2-16DC-B755-647F1B4B0B86}"/>
          </ac:spMkLst>
        </pc:spChg>
      </pc:sldChg>
      <pc:sldChg chg="modSp mod">
        <pc:chgData name="KIRAN K A" userId="c006811ef3eb6a44" providerId="LiveId" clId="{C6C753D0-C1FD-421B-A4B9-35D3032A2568}" dt="2025-07-19T09:11:01.856" v="683" actId="207"/>
        <pc:sldMkLst>
          <pc:docMk/>
          <pc:sldMk cId="1985246286" sldId="571"/>
        </pc:sldMkLst>
        <pc:spChg chg="mod">
          <ac:chgData name="KIRAN K A" userId="c006811ef3eb6a44" providerId="LiveId" clId="{C6C753D0-C1FD-421B-A4B9-35D3032A2568}" dt="2025-07-19T09:11:01.856" v="683" actId="207"/>
          <ac:spMkLst>
            <pc:docMk/>
            <pc:sldMk cId="1985246286" sldId="571"/>
            <ac:spMk id="2" creationId="{B1EC6CB0-AF73-BE4D-3FDD-4B5882B3433A}"/>
          </ac:spMkLst>
        </pc:spChg>
        <pc:spChg chg="mod">
          <ac:chgData name="KIRAN K A" userId="c006811ef3eb6a44" providerId="LiveId" clId="{C6C753D0-C1FD-421B-A4B9-35D3032A2568}" dt="2025-07-19T09:10:54.998" v="681" actId="1076"/>
          <ac:spMkLst>
            <pc:docMk/>
            <pc:sldMk cId="1985246286" sldId="571"/>
            <ac:spMk id="3" creationId="{2FCEF33F-78DE-8984-DE3A-A310C64E3AB9}"/>
          </ac:spMkLst>
        </pc:spChg>
        <pc:spChg chg="mod">
          <ac:chgData name="KIRAN K A" userId="c006811ef3eb6a44" providerId="LiveId" clId="{C6C753D0-C1FD-421B-A4B9-35D3032A2568}" dt="2025-07-19T09:10:59.209" v="682" actId="1076"/>
          <ac:spMkLst>
            <pc:docMk/>
            <pc:sldMk cId="1985246286" sldId="571"/>
            <ac:spMk id="4" creationId="{515169DB-5003-2C3B-2699-372E273103CC}"/>
          </ac:spMkLst>
        </pc:spChg>
      </pc:sldChg>
      <pc:sldChg chg="modSp mod">
        <pc:chgData name="KIRAN K A" userId="c006811ef3eb6a44" providerId="LiveId" clId="{C6C753D0-C1FD-421B-A4B9-35D3032A2568}" dt="2025-07-19T09:11:05.709" v="684" actId="207"/>
        <pc:sldMkLst>
          <pc:docMk/>
          <pc:sldMk cId="1967859273" sldId="572"/>
        </pc:sldMkLst>
        <pc:spChg chg="mod">
          <ac:chgData name="KIRAN K A" userId="c006811ef3eb6a44" providerId="LiveId" clId="{C6C753D0-C1FD-421B-A4B9-35D3032A2568}" dt="2025-07-19T09:11:05.709" v="684" actId="207"/>
          <ac:spMkLst>
            <pc:docMk/>
            <pc:sldMk cId="1967859273" sldId="572"/>
            <ac:spMk id="2" creationId="{DA3F2E42-163F-7393-8FA8-030A88A4AEF5}"/>
          </ac:spMkLst>
        </pc:spChg>
        <pc:spChg chg="mod">
          <ac:chgData name="KIRAN K A" userId="c006811ef3eb6a44" providerId="LiveId" clId="{C6C753D0-C1FD-421B-A4B9-35D3032A2568}" dt="2025-07-19T06:34:40.659" v="1"/>
          <ac:spMkLst>
            <pc:docMk/>
            <pc:sldMk cId="1967859273" sldId="572"/>
            <ac:spMk id="3" creationId="{B5D6D0E3-D676-943A-F8AC-EDF5B20EAC5F}"/>
          </ac:spMkLst>
        </pc:spChg>
      </pc:sldChg>
      <pc:sldChg chg="modSp mod">
        <pc:chgData name="KIRAN K A" userId="c006811ef3eb6a44" providerId="LiveId" clId="{C6C753D0-C1FD-421B-A4B9-35D3032A2568}" dt="2025-07-19T09:11:15.259" v="687" actId="1076"/>
        <pc:sldMkLst>
          <pc:docMk/>
          <pc:sldMk cId="3786559948" sldId="573"/>
        </pc:sldMkLst>
        <pc:spChg chg="mod">
          <ac:chgData name="KIRAN K A" userId="c006811ef3eb6a44" providerId="LiveId" clId="{C6C753D0-C1FD-421B-A4B9-35D3032A2568}" dt="2025-07-19T09:11:09.612" v="685" actId="207"/>
          <ac:spMkLst>
            <pc:docMk/>
            <pc:sldMk cId="3786559948" sldId="573"/>
            <ac:spMk id="2" creationId="{7418B287-D5A0-3C33-E01F-D317BEDFB087}"/>
          </ac:spMkLst>
        </pc:spChg>
        <pc:spChg chg="mod">
          <ac:chgData name="KIRAN K A" userId="c006811ef3eb6a44" providerId="LiveId" clId="{C6C753D0-C1FD-421B-A4B9-35D3032A2568}" dt="2025-07-19T09:11:15.259" v="687" actId="1076"/>
          <ac:spMkLst>
            <pc:docMk/>
            <pc:sldMk cId="3786559948" sldId="573"/>
            <ac:spMk id="3" creationId="{F9B5F47D-A6B8-9E04-E617-7440EF398D9A}"/>
          </ac:spMkLst>
        </pc:spChg>
        <pc:spChg chg="mod">
          <ac:chgData name="KIRAN K A" userId="c006811ef3eb6a44" providerId="LiveId" clId="{C6C753D0-C1FD-421B-A4B9-35D3032A2568}" dt="2025-07-19T09:11:12.736" v="686" actId="1076"/>
          <ac:spMkLst>
            <pc:docMk/>
            <pc:sldMk cId="3786559948" sldId="573"/>
            <ac:spMk id="4" creationId="{6A4BBC55-1C99-B9C9-5338-2C648ACD5923}"/>
          </ac:spMkLst>
        </pc:spChg>
      </pc:sldChg>
      <pc:sldChg chg="modSp mod">
        <pc:chgData name="KIRAN K A" userId="c006811ef3eb6a44" providerId="LiveId" clId="{C6C753D0-C1FD-421B-A4B9-35D3032A2568}" dt="2025-07-19T09:11:20.989" v="688" actId="207"/>
        <pc:sldMkLst>
          <pc:docMk/>
          <pc:sldMk cId="2719649968" sldId="574"/>
        </pc:sldMkLst>
        <pc:spChg chg="mod">
          <ac:chgData name="KIRAN K A" userId="c006811ef3eb6a44" providerId="LiveId" clId="{C6C753D0-C1FD-421B-A4B9-35D3032A2568}" dt="2025-07-19T09:11:20.989" v="688" actId="207"/>
          <ac:spMkLst>
            <pc:docMk/>
            <pc:sldMk cId="2719649968" sldId="574"/>
            <ac:spMk id="2" creationId="{D2CF92E2-C23E-111A-09E7-BE005B801541}"/>
          </ac:spMkLst>
        </pc:spChg>
        <pc:spChg chg="mod">
          <ac:chgData name="KIRAN K A" userId="c006811ef3eb6a44" providerId="LiveId" clId="{C6C753D0-C1FD-421B-A4B9-35D3032A2568}" dt="2025-07-19T06:34:40.659" v="1"/>
          <ac:spMkLst>
            <pc:docMk/>
            <pc:sldMk cId="2719649968" sldId="574"/>
            <ac:spMk id="3" creationId="{29F1E519-D92C-CBF7-FC12-F848750A877E}"/>
          </ac:spMkLst>
        </pc:spChg>
      </pc:sldChg>
      <pc:sldChg chg="modSp mod">
        <pc:chgData name="KIRAN K A" userId="c006811ef3eb6a44" providerId="LiveId" clId="{C6C753D0-C1FD-421B-A4B9-35D3032A2568}" dt="2025-07-19T09:11:29.149" v="691" actId="1076"/>
        <pc:sldMkLst>
          <pc:docMk/>
          <pc:sldMk cId="3164857667" sldId="575"/>
        </pc:sldMkLst>
        <pc:spChg chg="mod">
          <ac:chgData name="KIRAN K A" userId="c006811ef3eb6a44" providerId="LiveId" clId="{C6C753D0-C1FD-421B-A4B9-35D3032A2568}" dt="2025-07-19T09:11:25.230" v="689" actId="207"/>
          <ac:spMkLst>
            <pc:docMk/>
            <pc:sldMk cId="3164857667" sldId="575"/>
            <ac:spMk id="2" creationId="{CC8520E6-D4A0-9E47-6239-F3684557488A}"/>
          </ac:spMkLst>
        </pc:spChg>
        <pc:spChg chg="mod">
          <ac:chgData name="KIRAN K A" userId="c006811ef3eb6a44" providerId="LiveId" clId="{C6C753D0-C1FD-421B-A4B9-35D3032A2568}" dt="2025-07-19T09:11:29.149" v="691" actId="1076"/>
          <ac:spMkLst>
            <pc:docMk/>
            <pc:sldMk cId="3164857667" sldId="575"/>
            <ac:spMk id="3" creationId="{0AAD181E-4DE7-B639-EA67-9347F36CAEA1}"/>
          </ac:spMkLst>
        </pc:spChg>
        <pc:spChg chg="mod">
          <ac:chgData name="KIRAN K A" userId="c006811ef3eb6a44" providerId="LiveId" clId="{C6C753D0-C1FD-421B-A4B9-35D3032A2568}" dt="2025-07-19T09:11:27.250" v="690" actId="1076"/>
          <ac:spMkLst>
            <pc:docMk/>
            <pc:sldMk cId="3164857667" sldId="575"/>
            <ac:spMk id="4" creationId="{69902483-33DC-0DBC-3804-1905C3C8F697}"/>
          </ac:spMkLst>
        </pc:spChg>
      </pc:sldChg>
      <pc:sldChg chg="modSp mod">
        <pc:chgData name="KIRAN K A" userId="c006811ef3eb6a44" providerId="LiveId" clId="{C6C753D0-C1FD-421B-A4B9-35D3032A2568}" dt="2025-07-19T09:11:36.007" v="692" actId="207"/>
        <pc:sldMkLst>
          <pc:docMk/>
          <pc:sldMk cId="3207500299" sldId="576"/>
        </pc:sldMkLst>
        <pc:spChg chg="mod">
          <ac:chgData name="KIRAN K A" userId="c006811ef3eb6a44" providerId="LiveId" clId="{C6C753D0-C1FD-421B-A4B9-35D3032A2568}" dt="2025-07-19T09:11:36.007" v="692" actId="207"/>
          <ac:spMkLst>
            <pc:docMk/>
            <pc:sldMk cId="3207500299" sldId="576"/>
            <ac:spMk id="2" creationId="{8AC81B0E-E56E-909F-FF30-AFE5310B0CD3}"/>
          </ac:spMkLst>
        </pc:spChg>
        <pc:spChg chg="mod">
          <ac:chgData name="KIRAN K A" userId="c006811ef3eb6a44" providerId="LiveId" clId="{C6C753D0-C1FD-421B-A4B9-35D3032A2568}" dt="2025-07-19T06:34:40.659" v="1"/>
          <ac:spMkLst>
            <pc:docMk/>
            <pc:sldMk cId="3207500299" sldId="576"/>
            <ac:spMk id="3" creationId="{5E670068-F534-3E89-CEA2-C2D9CAB9715E}"/>
          </ac:spMkLst>
        </pc:spChg>
      </pc:sldChg>
      <pc:sldChg chg="modSp mod">
        <pc:chgData name="KIRAN K A" userId="c006811ef3eb6a44" providerId="LiveId" clId="{C6C753D0-C1FD-421B-A4B9-35D3032A2568}" dt="2025-07-19T09:11:48.324" v="695" actId="1076"/>
        <pc:sldMkLst>
          <pc:docMk/>
          <pc:sldMk cId="2673473980" sldId="577"/>
        </pc:sldMkLst>
        <pc:spChg chg="mod">
          <ac:chgData name="KIRAN K A" userId="c006811ef3eb6a44" providerId="LiveId" clId="{C6C753D0-C1FD-421B-A4B9-35D3032A2568}" dt="2025-07-19T09:11:41.338" v="693" actId="207"/>
          <ac:spMkLst>
            <pc:docMk/>
            <pc:sldMk cId="2673473980" sldId="577"/>
            <ac:spMk id="2" creationId="{F6D12AB1-0665-7098-E286-259BE600531E}"/>
          </ac:spMkLst>
        </pc:spChg>
        <pc:spChg chg="mod">
          <ac:chgData name="KIRAN K A" userId="c006811ef3eb6a44" providerId="LiveId" clId="{C6C753D0-C1FD-421B-A4B9-35D3032A2568}" dt="2025-07-19T09:11:44.783" v="694" actId="1076"/>
          <ac:spMkLst>
            <pc:docMk/>
            <pc:sldMk cId="2673473980" sldId="577"/>
            <ac:spMk id="3" creationId="{0B7B5664-F0AB-C419-DA5F-8D876F98B65D}"/>
          </ac:spMkLst>
        </pc:spChg>
        <pc:spChg chg="mod">
          <ac:chgData name="KIRAN K A" userId="c006811ef3eb6a44" providerId="LiveId" clId="{C6C753D0-C1FD-421B-A4B9-35D3032A2568}" dt="2025-07-19T09:11:48.324" v="695" actId="1076"/>
          <ac:spMkLst>
            <pc:docMk/>
            <pc:sldMk cId="2673473980" sldId="577"/>
            <ac:spMk id="4" creationId="{328F3259-D576-045F-5D60-3FB0FB16494E}"/>
          </ac:spMkLst>
        </pc:spChg>
      </pc:sldChg>
      <pc:sldChg chg="modSp mod">
        <pc:chgData name="KIRAN K A" userId="c006811ef3eb6a44" providerId="LiveId" clId="{C6C753D0-C1FD-421B-A4B9-35D3032A2568}" dt="2025-07-19T09:11:55.291" v="697" actId="1076"/>
        <pc:sldMkLst>
          <pc:docMk/>
          <pc:sldMk cId="2218000017" sldId="578"/>
        </pc:sldMkLst>
        <pc:spChg chg="mod">
          <ac:chgData name="KIRAN K A" userId="c006811ef3eb6a44" providerId="LiveId" clId="{C6C753D0-C1FD-421B-A4B9-35D3032A2568}" dt="2025-07-19T09:11:52.722" v="696" actId="207"/>
          <ac:spMkLst>
            <pc:docMk/>
            <pc:sldMk cId="2218000017" sldId="578"/>
            <ac:spMk id="2" creationId="{0FB3C423-7BBD-433E-1CF0-E1EF2F27348B}"/>
          </ac:spMkLst>
        </pc:spChg>
        <pc:spChg chg="mod">
          <ac:chgData name="KIRAN K A" userId="c006811ef3eb6a44" providerId="LiveId" clId="{C6C753D0-C1FD-421B-A4B9-35D3032A2568}" dt="2025-07-19T09:11:55.291" v="697" actId="1076"/>
          <ac:spMkLst>
            <pc:docMk/>
            <pc:sldMk cId="2218000017" sldId="578"/>
            <ac:spMk id="3" creationId="{0A11C298-CABD-4516-420C-C25D15599AA6}"/>
          </ac:spMkLst>
        </pc:spChg>
      </pc:sldChg>
      <pc:sldChg chg="modSp mod">
        <pc:chgData name="KIRAN K A" userId="c006811ef3eb6a44" providerId="LiveId" clId="{C6C753D0-C1FD-421B-A4B9-35D3032A2568}" dt="2025-07-19T09:12:05.670" v="700" actId="1076"/>
        <pc:sldMkLst>
          <pc:docMk/>
          <pc:sldMk cId="1928246779" sldId="579"/>
        </pc:sldMkLst>
        <pc:spChg chg="mod">
          <ac:chgData name="KIRAN K A" userId="c006811ef3eb6a44" providerId="LiveId" clId="{C6C753D0-C1FD-421B-A4B9-35D3032A2568}" dt="2025-07-19T09:11:59.359" v="698" actId="207"/>
          <ac:spMkLst>
            <pc:docMk/>
            <pc:sldMk cId="1928246779" sldId="579"/>
            <ac:spMk id="2" creationId="{75CDC47F-37C7-F992-1D88-BD85D287AA65}"/>
          </ac:spMkLst>
        </pc:spChg>
        <pc:spChg chg="mod">
          <ac:chgData name="KIRAN K A" userId="c006811ef3eb6a44" providerId="LiveId" clId="{C6C753D0-C1FD-421B-A4B9-35D3032A2568}" dt="2025-07-19T09:12:05.670" v="700" actId="1076"/>
          <ac:spMkLst>
            <pc:docMk/>
            <pc:sldMk cId="1928246779" sldId="579"/>
            <ac:spMk id="3" creationId="{E4E6541B-FCF7-82AA-CB6C-B0A3574F8041}"/>
          </ac:spMkLst>
        </pc:spChg>
        <pc:spChg chg="mod">
          <ac:chgData name="KIRAN K A" userId="c006811ef3eb6a44" providerId="LiveId" clId="{C6C753D0-C1FD-421B-A4B9-35D3032A2568}" dt="2025-07-19T09:12:01.887" v="699" actId="1076"/>
          <ac:spMkLst>
            <pc:docMk/>
            <pc:sldMk cId="1928246779" sldId="579"/>
            <ac:spMk id="4" creationId="{F585AF4B-B870-DA9C-B5AB-C3042D6585D4}"/>
          </ac:spMkLst>
        </pc:spChg>
      </pc:sldChg>
      <pc:sldChg chg="modSp mod">
        <pc:chgData name="KIRAN K A" userId="c006811ef3eb6a44" providerId="LiveId" clId="{C6C753D0-C1FD-421B-A4B9-35D3032A2568}" dt="2025-07-19T09:12:21.107" v="703" actId="207"/>
        <pc:sldMkLst>
          <pc:docMk/>
          <pc:sldMk cId="3442389639" sldId="580"/>
        </pc:sldMkLst>
        <pc:spChg chg="mod">
          <ac:chgData name="KIRAN K A" userId="c006811ef3eb6a44" providerId="LiveId" clId="{C6C753D0-C1FD-421B-A4B9-35D3032A2568}" dt="2025-07-19T09:12:21.107" v="703" actId="207"/>
          <ac:spMkLst>
            <pc:docMk/>
            <pc:sldMk cId="3442389639" sldId="580"/>
            <ac:spMk id="2" creationId="{E8819B2B-5764-A4D3-1B2A-B38C7917A71F}"/>
          </ac:spMkLst>
        </pc:spChg>
        <pc:spChg chg="mod">
          <ac:chgData name="KIRAN K A" userId="c006811ef3eb6a44" providerId="LiveId" clId="{C6C753D0-C1FD-421B-A4B9-35D3032A2568}" dt="2025-07-19T09:12:16.779" v="702" actId="179"/>
          <ac:spMkLst>
            <pc:docMk/>
            <pc:sldMk cId="3442389639" sldId="580"/>
            <ac:spMk id="3" creationId="{8C22373A-C97E-F3E1-0191-0FB4E3ED1F7F}"/>
          </ac:spMkLst>
        </pc:spChg>
      </pc:sldChg>
      <pc:sldChg chg="modSp mod">
        <pc:chgData name="KIRAN K A" userId="c006811ef3eb6a44" providerId="LiveId" clId="{C6C753D0-C1FD-421B-A4B9-35D3032A2568}" dt="2025-07-19T09:12:32.631" v="706" actId="179"/>
        <pc:sldMkLst>
          <pc:docMk/>
          <pc:sldMk cId="2386157472" sldId="581"/>
        </pc:sldMkLst>
        <pc:spChg chg="mod">
          <ac:chgData name="KIRAN K A" userId="c006811ef3eb6a44" providerId="LiveId" clId="{C6C753D0-C1FD-421B-A4B9-35D3032A2568}" dt="2025-07-19T09:12:26.320" v="704" actId="207"/>
          <ac:spMkLst>
            <pc:docMk/>
            <pc:sldMk cId="2386157472" sldId="581"/>
            <ac:spMk id="2" creationId="{D192A2D4-2582-9AA5-4FF8-6CF64328DCB3}"/>
          </ac:spMkLst>
        </pc:spChg>
        <pc:spChg chg="mod">
          <ac:chgData name="KIRAN K A" userId="c006811ef3eb6a44" providerId="LiveId" clId="{C6C753D0-C1FD-421B-A4B9-35D3032A2568}" dt="2025-07-19T09:12:32.631" v="706" actId="179"/>
          <ac:spMkLst>
            <pc:docMk/>
            <pc:sldMk cId="2386157472" sldId="581"/>
            <ac:spMk id="3" creationId="{0DAD396F-01D0-606F-8C3C-90B02165B2B9}"/>
          </ac:spMkLst>
        </pc:spChg>
      </pc:sldChg>
      <pc:sldChg chg="modSp mod">
        <pc:chgData name="KIRAN K A" userId="c006811ef3eb6a44" providerId="LiveId" clId="{C6C753D0-C1FD-421B-A4B9-35D3032A2568}" dt="2025-07-19T09:13:24.138" v="717" actId="20577"/>
        <pc:sldMkLst>
          <pc:docMk/>
          <pc:sldMk cId="3398126541" sldId="582"/>
        </pc:sldMkLst>
        <pc:spChg chg="mod">
          <ac:chgData name="KIRAN K A" userId="c006811ef3eb6a44" providerId="LiveId" clId="{C6C753D0-C1FD-421B-A4B9-35D3032A2568}" dt="2025-07-19T09:13:04.664" v="715" actId="207"/>
          <ac:spMkLst>
            <pc:docMk/>
            <pc:sldMk cId="3398126541" sldId="582"/>
            <ac:spMk id="2" creationId="{C8177CF6-ADFC-4651-EBC2-B617DCCBD8C5}"/>
          </ac:spMkLst>
        </pc:spChg>
        <pc:spChg chg="mod">
          <ac:chgData name="KIRAN K A" userId="c006811ef3eb6a44" providerId="LiveId" clId="{C6C753D0-C1FD-421B-A4B9-35D3032A2568}" dt="2025-07-19T09:13:24.138" v="717" actId="20577"/>
          <ac:spMkLst>
            <pc:docMk/>
            <pc:sldMk cId="3398126541" sldId="582"/>
            <ac:spMk id="3" creationId="{DD320DC1-4A51-4780-CE0F-59BF96B609A5}"/>
          </ac:spMkLst>
        </pc:spChg>
      </pc:sldChg>
      <pc:sldChg chg="modSp mod">
        <pc:chgData name="KIRAN K A" userId="c006811ef3eb6a44" providerId="LiveId" clId="{C6C753D0-C1FD-421B-A4B9-35D3032A2568}" dt="2025-07-19T09:13:40.005" v="724" actId="27636"/>
        <pc:sldMkLst>
          <pc:docMk/>
          <pc:sldMk cId="2049775496" sldId="583"/>
        </pc:sldMkLst>
        <pc:spChg chg="mod">
          <ac:chgData name="KIRAN K A" userId="c006811ef3eb6a44" providerId="LiveId" clId="{C6C753D0-C1FD-421B-A4B9-35D3032A2568}" dt="2025-07-19T09:13:30.129" v="718" actId="207"/>
          <ac:spMkLst>
            <pc:docMk/>
            <pc:sldMk cId="2049775496" sldId="583"/>
            <ac:spMk id="2" creationId="{D1CD2235-3C95-7F5D-513F-E4E1E447C2D8}"/>
          </ac:spMkLst>
        </pc:spChg>
        <pc:spChg chg="mod">
          <ac:chgData name="KIRAN K A" userId="c006811ef3eb6a44" providerId="LiveId" clId="{C6C753D0-C1FD-421B-A4B9-35D3032A2568}" dt="2025-07-19T09:13:40.005" v="724" actId="27636"/>
          <ac:spMkLst>
            <pc:docMk/>
            <pc:sldMk cId="2049775496" sldId="583"/>
            <ac:spMk id="3" creationId="{3F9E4998-F961-A048-EDF4-9980EAA823EA}"/>
          </ac:spMkLst>
        </pc:spChg>
        <pc:spChg chg="mod">
          <ac:chgData name="KIRAN K A" userId="c006811ef3eb6a44" providerId="LiveId" clId="{C6C753D0-C1FD-421B-A4B9-35D3032A2568}" dt="2025-07-19T09:13:35.890" v="721" actId="14100"/>
          <ac:spMkLst>
            <pc:docMk/>
            <pc:sldMk cId="2049775496" sldId="583"/>
            <ac:spMk id="4" creationId="{A56C81CF-AF5D-3E8B-0B99-5CC34344CAC4}"/>
          </ac:spMkLst>
        </pc:spChg>
      </pc:sldChg>
      <pc:sldChg chg="modSp mod">
        <pc:chgData name="KIRAN K A" userId="c006811ef3eb6a44" providerId="LiveId" clId="{C6C753D0-C1FD-421B-A4B9-35D3032A2568}" dt="2025-07-19T09:12:39.645" v="708" actId="207"/>
        <pc:sldMkLst>
          <pc:docMk/>
          <pc:sldMk cId="3811245556" sldId="584"/>
        </pc:sldMkLst>
        <pc:spChg chg="mod">
          <ac:chgData name="KIRAN K A" userId="c006811ef3eb6a44" providerId="LiveId" clId="{C6C753D0-C1FD-421B-A4B9-35D3032A2568}" dt="2025-07-19T09:12:39.645" v="708" actId="207"/>
          <ac:spMkLst>
            <pc:docMk/>
            <pc:sldMk cId="3811245556" sldId="584"/>
            <ac:spMk id="2" creationId="{1152FD27-FE34-FB09-8245-040EEBD6D4F8}"/>
          </ac:spMkLst>
        </pc:spChg>
        <pc:spChg chg="mod">
          <ac:chgData name="KIRAN K A" userId="c006811ef3eb6a44" providerId="LiveId" clId="{C6C753D0-C1FD-421B-A4B9-35D3032A2568}" dt="2025-07-19T09:12:37.130" v="707" actId="14100"/>
          <ac:spMkLst>
            <pc:docMk/>
            <pc:sldMk cId="3811245556" sldId="584"/>
            <ac:spMk id="3" creationId="{C81DE83B-AAA4-A45D-6539-7546CA9F1CDD}"/>
          </ac:spMkLst>
        </pc:spChg>
      </pc:sldChg>
      <pc:sldChg chg="modSp mod">
        <pc:chgData name="KIRAN K A" userId="c006811ef3eb6a44" providerId="LiveId" clId="{C6C753D0-C1FD-421B-A4B9-35D3032A2568}" dt="2025-07-19T09:12:58.596" v="714" actId="27636"/>
        <pc:sldMkLst>
          <pc:docMk/>
          <pc:sldMk cId="3317374046" sldId="585"/>
        </pc:sldMkLst>
        <pc:spChg chg="mod">
          <ac:chgData name="KIRAN K A" userId="c006811ef3eb6a44" providerId="LiveId" clId="{C6C753D0-C1FD-421B-A4B9-35D3032A2568}" dt="2025-07-19T09:12:46.348" v="709" actId="207"/>
          <ac:spMkLst>
            <pc:docMk/>
            <pc:sldMk cId="3317374046" sldId="585"/>
            <ac:spMk id="2" creationId="{53B5F410-6FDA-6C89-EAD6-D70CD8A7A1CC}"/>
          </ac:spMkLst>
        </pc:spChg>
        <pc:spChg chg="mod">
          <ac:chgData name="KIRAN K A" userId="c006811ef3eb6a44" providerId="LiveId" clId="{C6C753D0-C1FD-421B-A4B9-35D3032A2568}" dt="2025-07-19T09:12:58.596" v="714" actId="27636"/>
          <ac:spMkLst>
            <pc:docMk/>
            <pc:sldMk cId="3317374046" sldId="585"/>
            <ac:spMk id="3" creationId="{C87A76DB-8F85-51D0-D52A-50F164222B4F}"/>
          </ac:spMkLst>
        </pc:spChg>
        <pc:spChg chg="mod">
          <ac:chgData name="KIRAN K A" userId="c006811ef3eb6a44" providerId="LiveId" clId="{C6C753D0-C1FD-421B-A4B9-35D3032A2568}" dt="2025-07-19T09:12:55.980" v="712" actId="403"/>
          <ac:spMkLst>
            <pc:docMk/>
            <pc:sldMk cId="3317374046" sldId="585"/>
            <ac:spMk id="4" creationId="{5879FE93-75B4-AF00-0B01-8EDA00C53715}"/>
          </ac:spMkLst>
        </pc:spChg>
      </pc:sldChg>
      <pc:sldChg chg="modSp mod">
        <pc:chgData name="KIRAN K A" userId="c006811ef3eb6a44" providerId="LiveId" clId="{C6C753D0-C1FD-421B-A4B9-35D3032A2568}" dt="2025-07-19T09:13:46.389" v="725" actId="207"/>
        <pc:sldMkLst>
          <pc:docMk/>
          <pc:sldMk cId="2886276823" sldId="586"/>
        </pc:sldMkLst>
        <pc:spChg chg="mod">
          <ac:chgData name="KIRAN K A" userId="c006811ef3eb6a44" providerId="LiveId" clId="{C6C753D0-C1FD-421B-A4B9-35D3032A2568}" dt="2025-07-19T09:13:46.389" v="725" actId="207"/>
          <ac:spMkLst>
            <pc:docMk/>
            <pc:sldMk cId="2886276823" sldId="586"/>
            <ac:spMk id="2" creationId="{77F539CA-3DF7-AF90-C112-702C905D6F80}"/>
          </ac:spMkLst>
        </pc:spChg>
        <pc:spChg chg="mod">
          <ac:chgData name="KIRAN K A" userId="c006811ef3eb6a44" providerId="LiveId" clId="{C6C753D0-C1FD-421B-A4B9-35D3032A2568}" dt="2025-07-19T06:34:40.659" v="1"/>
          <ac:spMkLst>
            <pc:docMk/>
            <pc:sldMk cId="2886276823" sldId="586"/>
            <ac:spMk id="3" creationId="{08D263E2-74A4-889E-98DF-5F318CED081B}"/>
          </ac:spMkLst>
        </pc:spChg>
      </pc:sldChg>
      <pc:sldChg chg="modSp mod">
        <pc:chgData name="KIRAN K A" userId="c006811ef3eb6a44" providerId="LiveId" clId="{C6C753D0-C1FD-421B-A4B9-35D3032A2568}" dt="2025-07-19T09:13:57.418" v="728" actId="1076"/>
        <pc:sldMkLst>
          <pc:docMk/>
          <pc:sldMk cId="1364500427" sldId="587"/>
        </pc:sldMkLst>
        <pc:spChg chg="mod">
          <ac:chgData name="KIRAN K A" userId="c006811ef3eb6a44" providerId="LiveId" clId="{C6C753D0-C1FD-421B-A4B9-35D3032A2568}" dt="2025-07-19T09:13:50.975" v="726" actId="207"/>
          <ac:spMkLst>
            <pc:docMk/>
            <pc:sldMk cId="1364500427" sldId="587"/>
            <ac:spMk id="2" creationId="{2D10F0A2-905B-3701-5D6A-53D9255A06FF}"/>
          </ac:spMkLst>
        </pc:spChg>
        <pc:spChg chg="mod">
          <ac:chgData name="KIRAN K A" userId="c006811ef3eb6a44" providerId="LiveId" clId="{C6C753D0-C1FD-421B-A4B9-35D3032A2568}" dt="2025-07-19T09:13:57.418" v="728" actId="1076"/>
          <ac:spMkLst>
            <pc:docMk/>
            <pc:sldMk cId="1364500427" sldId="587"/>
            <ac:spMk id="3" creationId="{69619E0F-817C-1B19-1D13-1CD1665FCD8C}"/>
          </ac:spMkLst>
        </pc:spChg>
        <pc:spChg chg="mod">
          <ac:chgData name="KIRAN K A" userId="c006811ef3eb6a44" providerId="LiveId" clId="{C6C753D0-C1FD-421B-A4B9-35D3032A2568}" dt="2025-07-19T09:13:53.958" v="727" actId="1076"/>
          <ac:spMkLst>
            <pc:docMk/>
            <pc:sldMk cId="1364500427" sldId="587"/>
            <ac:spMk id="4" creationId="{E78F8890-9C03-A315-3D83-6A21A913A230}"/>
          </ac:spMkLst>
        </pc:spChg>
      </pc:sldChg>
      <pc:sldChg chg="delSp modSp add mod">
        <pc:chgData name="KIRAN K A" userId="c006811ef3eb6a44" providerId="LiveId" clId="{C6C753D0-C1FD-421B-A4B9-35D3032A2568}" dt="2025-07-19T07:11:55.913" v="327" actId="1076"/>
        <pc:sldMkLst>
          <pc:docMk/>
          <pc:sldMk cId="2408712904" sldId="588"/>
        </pc:sldMkLst>
        <pc:spChg chg="mod">
          <ac:chgData name="KIRAN K A" userId="c006811ef3eb6a44" providerId="LiveId" clId="{C6C753D0-C1FD-421B-A4B9-35D3032A2568}" dt="2025-07-19T07:11:47.285" v="324" actId="6549"/>
          <ac:spMkLst>
            <pc:docMk/>
            <pc:sldMk cId="2408712904" sldId="588"/>
            <ac:spMk id="3" creationId="{3CF5C646-D847-1978-B44F-FA3FD8F27F1D}"/>
          </ac:spMkLst>
        </pc:spChg>
        <pc:picChg chg="mod">
          <ac:chgData name="KIRAN K A" userId="c006811ef3eb6a44" providerId="LiveId" clId="{C6C753D0-C1FD-421B-A4B9-35D3032A2568}" dt="2025-07-19T07:11:55.913" v="327" actId="1076"/>
          <ac:picMkLst>
            <pc:docMk/>
            <pc:sldMk cId="2408712904" sldId="588"/>
            <ac:picMk id="5" creationId="{604326C1-613F-A410-16D2-4999B3E0273D}"/>
          </ac:picMkLst>
        </pc:picChg>
        <pc:picChg chg="del">
          <ac:chgData name="KIRAN K A" userId="c006811ef3eb6a44" providerId="LiveId" clId="{C6C753D0-C1FD-421B-A4B9-35D3032A2568}" dt="2025-07-19T07:11:49.466" v="325" actId="478"/>
          <ac:picMkLst>
            <pc:docMk/>
            <pc:sldMk cId="2408712904" sldId="588"/>
            <ac:picMk id="7" creationId="{3D1227CB-7140-7620-417D-372E4E42F393}"/>
          </ac:picMkLst>
        </pc:picChg>
      </pc:sldChg>
      <pc:sldChg chg="addSp delSp modSp add mod">
        <pc:chgData name="KIRAN K A" userId="c006811ef3eb6a44" providerId="LiveId" clId="{C6C753D0-C1FD-421B-A4B9-35D3032A2568}" dt="2025-07-19T07:58:05.357" v="547" actId="1076"/>
        <pc:sldMkLst>
          <pc:docMk/>
          <pc:sldMk cId="768981812" sldId="589"/>
        </pc:sldMkLst>
        <pc:spChg chg="add del mod">
          <ac:chgData name="KIRAN K A" userId="c006811ef3eb6a44" providerId="LiveId" clId="{C6C753D0-C1FD-421B-A4B9-35D3032A2568}" dt="2025-07-19T07:57:52.013" v="543" actId="478"/>
          <ac:spMkLst>
            <pc:docMk/>
            <pc:sldMk cId="768981812" sldId="589"/>
            <ac:spMk id="9" creationId="{A4970244-7C2D-1CB2-4232-A45A48B647CB}"/>
          </ac:spMkLst>
        </pc:spChg>
        <pc:picChg chg="del">
          <ac:chgData name="KIRAN K A" userId="c006811ef3eb6a44" providerId="LiveId" clId="{C6C753D0-C1FD-421B-A4B9-35D3032A2568}" dt="2025-07-19T07:57:48.804" v="542" actId="478"/>
          <ac:picMkLst>
            <pc:docMk/>
            <pc:sldMk cId="768981812" sldId="589"/>
            <ac:picMk id="5" creationId="{D3123B42-61E6-28E7-ED35-35E6BBE14C6B}"/>
          </ac:picMkLst>
        </pc:picChg>
        <pc:picChg chg="mod">
          <ac:chgData name="KIRAN K A" userId="c006811ef3eb6a44" providerId="LiveId" clId="{C6C753D0-C1FD-421B-A4B9-35D3032A2568}" dt="2025-07-19T07:58:05.357" v="547" actId="1076"/>
          <ac:picMkLst>
            <pc:docMk/>
            <pc:sldMk cId="768981812" sldId="589"/>
            <ac:picMk id="6" creationId="{41C05ADF-EE8A-FE2D-801E-F0650CFC0EAE}"/>
          </ac:picMkLst>
        </pc:picChg>
      </pc:sldChg>
      <pc:sldChg chg="add del">
        <pc:chgData name="KIRAN K A" userId="c006811ef3eb6a44" providerId="LiveId" clId="{C6C753D0-C1FD-421B-A4B9-35D3032A2568}" dt="2025-07-19T07:57:40.088" v="539" actId="2890"/>
        <pc:sldMkLst>
          <pc:docMk/>
          <pc:sldMk cId="2308012649" sldId="589"/>
        </pc:sldMkLst>
      </pc:sldChg>
      <pc:sldMasterChg chg="add del">
        <pc:chgData name="KIRAN K A" userId="c006811ef3eb6a44" providerId="LiveId" clId="{C6C753D0-C1FD-421B-A4B9-35D3032A2568}" dt="2025-07-19T06:44:03.713" v="172" actId="2696"/>
        <pc:sldMasterMkLst>
          <pc:docMk/>
          <pc:sldMasterMk cId="1950930140" sldId="2147483660"/>
        </pc:sldMasterMkLst>
      </pc:sldMasterChg>
      <pc:sldMasterChg chg="del">
        <pc:chgData name="KIRAN K A" userId="c006811ef3eb6a44" providerId="LiveId" clId="{C6C753D0-C1FD-421B-A4B9-35D3032A2568}" dt="2025-07-19T06:39:11.582" v="167" actId="2696"/>
        <pc:sldMasterMkLst>
          <pc:docMk/>
          <pc:sldMasterMk cId="1641363239" sldId="2147483673"/>
        </pc:sldMasterMkLst>
      </pc:sldMasterChg>
      <pc:sldMasterChg chg="modSp mod setBg modSldLayout">
        <pc:chgData name="KIRAN K A" userId="c006811ef3eb6a44" providerId="LiveId" clId="{C6C753D0-C1FD-421B-A4B9-35D3032A2568}" dt="2025-07-19T15:04:35.736" v="1007" actId="20577"/>
        <pc:sldMasterMkLst>
          <pc:docMk/>
          <pc:sldMasterMk cId="2186325024" sldId="2147483685"/>
        </pc:sldMasterMkLst>
        <pc:spChg chg="mod ord">
          <ac:chgData name="KIRAN K A" userId="c006811ef3eb6a44" providerId="LiveId" clId="{C6C753D0-C1FD-421B-A4B9-35D3032A2568}" dt="2025-07-19T06:36:51.541" v="157" actId="14100"/>
          <ac:spMkLst>
            <pc:docMk/>
            <pc:sldMasterMk cId="2186325024" sldId="2147483685"/>
            <ac:spMk id="2" creationId="{00000000-0000-0000-0000-000000000000}"/>
          </ac:spMkLst>
        </pc:spChg>
        <pc:spChg chg="mod">
          <ac:chgData name="KIRAN K A" userId="c006811ef3eb6a44" providerId="LiveId" clId="{C6C753D0-C1FD-421B-A4B9-35D3032A2568}" dt="2025-07-19T06:36:56.703" v="158" actId="14100"/>
          <ac:spMkLst>
            <pc:docMk/>
            <pc:sldMasterMk cId="2186325024" sldId="2147483685"/>
            <ac:spMk id="3" creationId="{00000000-0000-0000-0000-000000000000}"/>
          </ac:spMkLst>
        </pc:spChg>
        <pc:spChg chg="mod">
          <ac:chgData name="KIRAN K A" userId="c006811ef3eb6a44" providerId="LiveId" clId="{C6C753D0-C1FD-421B-A4B9-35D3032A2568}" dt="2025-07-19T15:03:03.397" v="982"/>
          <ac:spMkLst>
            <pc:docMk/>
            <pc:sldMasterMk cId="2186325024" sldId="2147483685"/>
            <ac:spMk id="5" creationId="{00000000-0000-0000-0000-000000000000}"/>
          </ac:spMkLst>
        </pc:spChg>
        <pc:sldLayoutChg chg="addSp modSp mod">
          <pc:chgData name="KIRAN K A" userId="c006811ef3eb6a44" providerId="LiveId" clId="{C6C753D0-C1FD-421B-A4B9-35D3032A2568}" dt="2025-07-19T15:04:35.736" v="1007" actId="20577"/>
          <pc:sldLayoutMkLst>
            <pc:docMk/>
            <pc:sldMasterMk cId="2186325024" sldId="2147483685"/>
            <pc:sldLayoutMk cId="1125858982" sldId="2147483686"/>
          </pc:sldLayoutMkLst>
          <pc:spChg chg="add mod">
            <ac:chgData name="KIRAN K A" userId="c006811ef3eb6a44" providerId="LiveId" clId="{C6C753D0-C1FD-421B-A4B9-35D3032A2568}" dt="2025-07-19T07:15:06.839" v="352"/>
            <ac:spMkLst>
              <pc:docMk/>
              <pc:sldMasterMk cId="2186325024" sldId="2147483685"/>
              <pc:sldLayoutMk cId="1125858982" sldId="2147483686"/>
              <ac:spMk id="2" creationId="{2F00CD23-4925-F97D-F71F-D1380591DA6F}"/>
            </ac:spMkLst>
          </pc:spChg>
          <pc:spChg chg="mod">
            <ac:chgData name="KIRAN K A" userId="c006811ef3eb6a44" providerId="LiveId" clId="{C6C753D0-C1FD-421B-A4B9-35D3032A2568}" dt="2025-07-19T15:04:35.736" v="1007" actId="20577"/>
            <ac:spMkLst>
              <pc:docMk/>
              <pc:sldMasterMk cId="2186325024" sldId="2147483685"/>
              <pc:sldLayoutMk cId="1125858982" sldId="2147483686"/>
              <ac:spMk id="5" creationId="{00000000-0000-0000-0000-000000000000}"/>
            </ac:spMkLst>
          </pc:spChg>
        </pc:sldLayoutChg>
        <pc:sldLayoutChg chg="addSp delSp modSp mod">
          <pc:chgData name="KIRAN K A" userId="c006811ef3eb6a44" providerId="LiveId" clId="{C6C753D0-C1FD-421B-A4B9-35D3032A2568}" dt="2025-07-19T15:04:32.191" v="1005" actId="20577"/>
          <pc:sldLayoutMkLst>
            <pc:docMk/>
            <pc:sldMasterMk cId="2186325024" sldId="2147483685"/>
            <pc:sldLayoutMk cId="743939295" sldId="2147483687"/>
          </pc:sldLayoutMkLst>
          <pc:spChg chg="mod">
            <ac:chgData name="KIRAN K A" userId="c006811ef3eb6a44" providerId="LiveId" clId="{C6C753D0-C1FD-421B-A4B9-35D3032A2568}" dt="2025-07-19T15:04:32.191" v="1005" actId="20577"/>
            <ac:spMkLst>
              <pc:docMk/>
              <pc:sldMasterMk cId="2186325024" sldId="2147483685"/>
              <pc:sldLayoutMk cId="743939295" sldId="2147483687"/>
              <ac:spMk id="5" creationId="{00000000-0000-0000-0000-000000000000}"/>
            </ac:spMkLst>
          </pc:spChg>
          <pc:spChg chg="add del mod">
            <ac:chgData name="KIRAN K A" userId="c006811ef3eb6a44" providerId="LiveId" clId="{C6C753D0-C1FD-421B-A4B9-35D3032A2568}" dt="2025-07-19T07:15:31.990" v="353" actId="478"/>
            <ac:spMkLst>
              <pc:docMk/>
              <pc:sldMasterMk cId="2186325024" sldId="2147483685"/>
              <pc:sldLayoutMk cId="743939295" sldId="2147483687"/>
              <ac:spMk id="7" creationId="{ED38BC95-BD2B-D504-948B-4A89AD8B3468}"/>
            </ac:spMkLst>
          </pc:spChg>
        </pc:sldLayoutChg>
        <pc:sldLayoutChg chg="addSp modSp mod">
          <pc:chgData name="KIRAN K A" userId="c006811ef3eb6a44" providerId="LiveId" clId="{C6C753D0-C1FD-421B-A4B9-35D3032A2568}" dt="2025-07-19T15:04:27.982" v="1003" actId="20577"/>
          <pc:sldLayoutMkLst>
            <pc:docMk/>
            <pc:sldMasterMk cId="2186325024" sldId="2147483685"/>
            <pc:sldLayoutMk cId="1801215018" sldId="2147483688"/>
          </pc:sldLayoutMkLst>
          <pc:spChg chg="add mod">
            <ac:chgData name="KIRAN K A" userId="c006811ef3eb6a44" providerId="LiveId" clId="{C6C753D0-C1FD-421B-A4B9-35D3032A2568}" dt="2025-07-19T07:15:00.045" v="349"/>
            <ac:spMkLst>
              <pc:docMk/>
              <pc:sldMasterMk cId="2186325024" sldId="2147483685"/>
              <pc:sldLayoutMk cId="1801215018" sldId="2147483688"/>
              <ac:spMk id="2" creationId="{0502F271-C64A-B78D-8D73-B25EA7DC52F9}"/>
            </ac:spMkLst>
          </pc:spChg>
          <pc:spChg chg="mod">
            <ac:chgData name="KIRAN K A" userId="c006811ef3eb6a44" providerId="LiveId" clId="{C6C753D0-C1FD-421B-A4B9-35D3032A2568}" dt="2025-07-19T15:04:27.982" v="1003" actId="20577"/>
            <ac:spMkLst>
              <pc:docMk/>
              <pc:sldMasterMk cId="2186325024" sldId="2147483685"/>
              <pc:sldLayoutMk cId="1801215018" sldId="2147483688"/>
              <ac:spMk id="5" creationId="{00000000-0000-0000-0000-000000000000}"/>
            </ac:spMkLst>
          </pc:spChg>
        </pc:sldLayoutChg>
        <pc:sldLayoutChg chg="addSp modSp mod">
          <pc:chgData name="KIRAN K A" userId="c006811ef3eb6a44" providerId="LiveId" clId="{C6C753D0-C1FD-421B-A4B9-35D3032A2568}" dt="2025-07-19T15:04:23.342" v="1001" actId="20577"/>
          <pc:sldLayoutMkLst>
            <pc:docMk/>
            <pc:sldMasterMk cId="2186325024" sldId="2147483685"/>
            <pc:sldLayoutMk cId="972914399" sldId="2147483689"/>
          </pc:sldLayoutMkLst>
          <pc:spChg chg="mod">
            <ac:chgData name="KIRAN K A" userId="c006811ef3eb6a44" providerId="LiveId" clId="{C6C753D0-C1FD-421B-A4B9-35D3032A2568}" dt="2025-07-19T15:04:23.342" v="1001" actId="20577"/>
            <ac:spMkLst>
              <pc:docMk/>
              <pc:sldMasterMk cId="2186325024" sldId="2147483685"/>
              <pc:sldLayoutMk cId="972914399" sldId="2147483689"/>
              <ac:spMk id="5" creationId="{00000000-0000-0000-0000-000000000000}"/>
            </ac:spMkLst>
          </pc:spChg>
          <pc:spChg chg="add mod">
            <ac:chgData name="KIRAN K A" userId="c006811ef3eb6a44" providerId="LiveId" clId="{C6C753D0-C1FD-421B-A4B9-35D3032A2568}" dt="2025-07-19T07:14:58.542" v="348" actId="27636"/>
            <ac:spMkLst>
              <pc:docMk/>
              <pc:sldMasterMk cId="2186325024" sldId="2147483685"/>
              <pc:sldLayoutMk cId="972914399" sldId="2147483689"/>
              <ac:spMk id="7" creationId="{8EBE1500-25CE-BDB7-6378-2C206C258891}"/>
            </ac:spMkLst>
          </pc:spChg>
        </pc:sldLayoutChg>
        <pc:sldLayoutChg chg="modSp mod">
          <pc:chgData name="KIRAN K A" userId="c006811ef3eb6a44" providerId="LiveId" clId="{C6C753D0-C1FD-421B-A4B9-35D3032A2568}" dt="2025-07-19T15:04:19.543" v="999" actId="20577"/>
          <pc:sldLayoutMkLst>
            <pc:docMk/>
            <pc:sldMasterMk cId="2186325024" sldId="2147483685"/>
            <pc:sldLayoutMk cId="3903450530" sldId="2147483690"/>
          </pc:sldLayoutMkLst>
          <pc:spChg chg="mod">
            <ac:chgData name="KIRAN K A" userId="c006811ef3eb6a44" providerId="LiveId" clId="{C6C753D0-C1FD-421B-A4B9-35D3032A2568}" dt="2025-07-19T06:36:14.148" v="149" actId="207"/>
            <ac:spMkLst>
              <pc:docMk/>
              <pc:sldMasterMk cId="2186325024" sldId="2147483685"/>
              <pc:sldLayoutMk cId="3903450530" sldId="2147483690"/>
              <ac:spMk id="2" creationId="{00000000-0000-0000-0000-000000000000}"/>
            </ac:spMkLst>
          </pc:spChg>
          <pc:spChg chg="mod">
            <ac:chgData name="KIRAN K A" userId="c006811ef3eb6a44" providerId="LiveId" clId="{C6C753D0-C1FD-421B-A4B9-35D3032A2568}" dt="2025-07-19T06:36:17.437" v="150" actId="14100"/>
            <ac:spMkLst>
              <pc:docMk/>
              <pc:sldMasterMk cId="2186325024" sldId="2147483685"/>
              <pc:sldLayoutMk cId="3903450530" sldId="2147483690"/>
              <ac:spMk id="3" creationId="{00000000-0000-0000-0000-000000000000}"/>
            </ac:spMkLst>
          </pc:spChg>
          <pc:spChg chg="mod">
            <ac:chgData name="KIRAN K A" userId="c006811ef3eb6a44" providerId="LiveId" clId="{C6C753D0-C1FD-421B-A4B9-35D3032A2568}" dt="2025-07-19T06:36:20.916" v="151" actId="14100"/>
            <ac:spMkLst>
              <pc:docMk/>
              <pc:sldMasterMk cId="2186325024" sldId="2147483685"/>
              <pc:sldLayoutMk cId="3903450530" sldId="2147483690"/>
              <ac:spMk id="4" creationId="{00000000-0000-0000-0000-000000000000}"/>
            </ac:spMkLst>
          </pc:spChg>
          <pc:spChg chg="mod">
            <ac:chgData name="KIRAN K A" userId="c006811ef3eb6a44" providerId="LiveId" clId="{C6C753D0-C1FD-421B-A4B9-35D3032A2568}" dt="2025-07-19T15:04:19.543" v="999" actId="20577"/>
            <ac:spMkLst>
              <pc:docMk/>
              <pc:sldMasterMk cId="2186325024" sldId="2147483685"/>
              <pc:sldLayoutMk cId="3903450530" sldId="2147483690"/>
              <ac:spMk id="6" creationId="{00000000-0000-0000-0000-000000000000}"/>
            </ac:spMkLst>
          </pc:spChg>
        </pc:sldLayoutChg>
        <pc:sldLayoutChg chg="modSp mod">
          <pc:chgData name="KIRAN K A" userId="c006811ef3eb6a44" providerId="LiveId" clId="{C6C753D0-C1FD-421B-A4B9-35D3032A2568}" dt="2025-07-19T15:04:14.865" v="997" actId="20577"/>
          <pc:sldLayoutMkLst>
            <pc:docMk/>
            <pc:sldMasterMk cId="2186325024" sldId="2147483685"/>
            <pc:sldLayoutMk cId="3302691956" sldId="2147483691"/>
          </pc:sldLayoutMkLst>
          <pc:spChg chg="mod">
            <ac:chgData name="KIRAN K A" userId="c006811ef3eb6a44" providerId="LiveId" clId="{C6C753D0-C1FD-421B-A4B9-35D3032A2568}" dt="2025-07-19T07:14:42.901" v="342" actId="14100"/>
            <ac:spMkLst>
              <pc:docMk/>
              <pc:sldMasterMk cId="2186325024" sldId="2147483685"/>
              <pc:sldLayoutMk cId="3302691956" sldId="2147483691"/>
              <ac:spMk id="2" creationId="{00000000-0000-0000-0000-000000000000}"/>
            </ac:spMkLst>
          </pc:spChg>
          <pc:spChg chg="mod">
            <ac:chgData name="KIRAN K A" userId="c006811ef3eb6a44" providerId="LiveId" clId="{C6C753D0-C1FD-421B-A4B9-35D3032A2568}" dt="2025-07-19T06:38:37.994" v="164" actId="14100"/>
            <ac:spMkLst>
              <pc:docMk/>
              <pc:sldMasterMk cId="2186325024" sldId="2147483685"/>
              <pc:sldLayoutMk cId="3302691956" sldId="2147483691"/>
              <ac:spMk id="3" creationId="{00000000-0000-0000-0000-000000000000}"/>
            </ac:spMkLst>
          </pc:spChg>
          <pc:spChg chg="mod">
            <ac:chgData name="KIRAN K A" userId="c006811ef3eb6a44" providerId="LiveId" clId="{C6C753D0-C1FD-421B-A4B9-35D3032A2568}" dt="2025-07-19T06:38:40.403" v="165" actId="14100"/>
            <ac:spMkLst>
              <pc:docMk/>
              <pc:sldMasterMk cId="2186325024" sldId="2147483685"/>
              <pc:sldLayoutMk cId="3302691956" sldId="2147483691"/>
              <ac:spMk id="4" creationId="{00000000-0000-0000-0000-000000000000}"/>
            </ac:spMkLst>
          </pc:spChg>
          <pc:spChg chg="mod">
            <ac:chgData name="KIRAN K A" userId="c006811ef3eb6a44" providerId="LiveId" clId="{C6C753D0-C1FD-421B-A4B9-35D3032A2568}" dt="2025-07-19T06:38:35.751" v="163" actId="1076"/>
            <ac:spMkLst>
              <pc:docMk/>
              <pc:sldMasterMk cId="2186325024" sldId="2147483685"/>
              <pc:sldLayoutMk cId="3302691956" sldId="2147483691"/>
              <ac:spMk id="5" creationId="{00000000-0000-0000-0000-000000000000}"/>
            </ac:spMkLst>
          </pc:spChg>
          <pc:spChg chg="mod">
            <ac:chgData name="KIRAN K A" userId="c006811ef3eb6a44" providerId="LiveId" clId="{C6C753D0-C1FD-421B-A4B9-35D3032A2568}" dt="2025-07-19T06:38:44.445" v="166" actId="14100"/>
            <ac:spMkLst>
              <pc:docMk/>
              <pc:sldMasterMk cId="2186325024" sldId="2147483685"/>
              <pc:sldLayoutMk cId="3302691956" sldId="2147483691"/>
              <ac:spMk id="6" creationId="{00000000-0000-0000-0000-000000000000}"/>
            </ac:spMkLst>
          </pc:spChg>
          <pc:spChg chg="mod">
            <ac:chgData name="KIRAN K A" userId="c006811ef3eb6a44" providerId="LiveId" clId="{C6C753D0-C1FD-421B-A4B9-35D3032A2568}" dt="2025-07-19T15:04:14.865" v="997" actId="20577"/>
            <ac:spMkLst>
              <pc:docMk/>
              <pc:sldMasterMk cId="2186325024" sldId="2147483685"/>
              <pc:sldLayoutMk cId="3302691956" sldId="2147483691"/>
              <ac:spMk id="8" creationId="{00000000-0000-0000-0000-000000000000}"/>
            </ac:spMkLst>
          </pc:spChg>
        </pc:sldLayoutChg>
        <pc:sldLayoutChg chg="addSp modSp">
          <pc:chgData name="KIRAN K A" userId="c006811ef3eb6a44" providerId="LiveId" clId="{C6C753D0-C1FD-421B-A4B9-35D3032A2568}" dt="2025-07-19T15:04:08.470" v="995"/>
          <pc:sldLayoutMkLst>
            <pc:docMk/>
            <pc:sldMasterMk cId="2186325024" sldId="2147483685"/>
            <pc:sldLayoutMk cId="56695078" sldId="2147483692"/>
          </pc:sldLayoutMkLst>
          <pc:spChg chg="add mod">
            <ac:chgData name="KIRAN K A" userId="c006811ef3eb6a44" providerId="LiveId" clId="{C6C753D0-C1FD-421B-A4B9-35D3032A2568}" dt="2025-07-19T07:14:46.582" v="343"/>
            <ac:spMkLst>
              <pc:docMk/>
              <pc:sldMasterMk cId="2186325024" sldId="2147483685"/>
              <pc:sldLayoutMk cId="56695078" sldId="2147483692"/>
              <ac:spMk id="2" creationId="{F729E1B9-AF95-037E-3B15-BCC7A9FA5E3F}"/>
            </ac:spMkLst>
          </pc:spChg>
          <pc:spChg chg="mod">
            <ac:chgData name="KIRAN K A" userId="c006811ef3eb6a44" providerId="LiveId" clId="{C6C753D0-C1FD-421B-A4B9-35D3032A2568}" dt="2025-07-19T15:04:08.470" v="995"/>
            <ac:spMkLst>
              <pc:docMk/>
              <pc:sldMasterMk cId="2186325024" sldId="2147483685"/>
              <pc:sldLayoutMk cId="56695078" sldId="2147483692"/>
              <ac:spMk id="4" creationId="{00000000-0000-0000-0000-000000000000}"/>
            </ac:spMkLst>
          </pc:spChg>
        </pc:sldLayoutChg>
        <pc:sldLayoutChg chg="addSp modSp mod">
          <pc:chgData name="KIRAN K A" userId="c006811ef3eb6a44" providerId="LiveId" clId="{C6C753D0-C1FD-421B-A4B9-35D3032A2568}" dt="2025-07-19T15:04:01.007" v="994" actId="20577"/>
          <pc:sldLayoutMkLst>
            <pc:docMk/>
            <pc:sldMasterMk cId="2186325024" sldId="2147483685"/>
            <pc:sldLayoutMk cId="3383948832" sldId="2147483693"/>
          </pc:sldLayoutMkLst>
          <pc:spChg chg="mod">
            <ac:chgData name="KIRAN K A" userId="c006811ef3eb6a44" providerId="LiveId" clId="{C6C753D0-C1FD-421B-A4B9-35D3032A2568}" dt="2025-07-19T15:04:01.007" v="994" actId="20577"/>
            <ac:spMkLst>
              <pc:docMk/>
              <pc:sldMasterMk cId="2186325024" sldId="2147483685"/>
              <pc:sldLayoutMk cId="3383948832" sldId="2147483693"/>
              <ac:spMk id="3" creationId="{00000000-0000-0000-0000-000000000000}"/>
            </ac:spMkLst>
          </pc:spChg>
          <pc:spChg chg="add mod">
            <ac:chgData name="KIRAN K A" userId="c006811ef3eb6a44" providerId="LiveId" clId="{C6C753D0-C1FD-421B-A4B9-35D3032A2568}" dt="2025-07-19T07:14:48.695" v="344"/>
            <ac:spMkLst>
              <pc:docMk/>
              <pc:sldMasterMk cId="2186325024" sldId="2147483685"/>
              <pc:sldLayoutMk cId="3383948832" sldId="2147483693"/>
              <ac:spMk id="5" creationId="{7EED663C-4FD4-165B-FEAC-888091551DF9}"/>
            </ac:spMkLst>
          </pc:spChg>
        </pc:sldLayoutChg>
        <pc:sldLayoutChg chg="addSp modSp mod">
          <pc:chgData name="KIRAN K A" userId="c006811ef3eb6a44" providerId="LiveId" clId="{C6C753D0-C1FD-421B-A4B9-35D3032A2568}" dt="2025-07-19T15:03:52.225" v="992" actId="20577"/>
          <pc:sldLayoutMkLst>
            <pc:docMk/>
            <pc:sldMasterMk cId="2186325024" sldId="2147483685"/>
            <pc:sldLayoutMk cId="2375916244" sldId="2147483694"/>
          </pc:sldLayoutMkLst>
          <pc:spChg chg="mod">
            <ac:chgData name="KIRAN K A" userId="c006811ef3eb6a44" providerId="LiveId" clId="{C6C753D0-C1FD-421B-A4B9-35D3032A2568}" dt="2025-07-19T15:03:52.225" v="992" actId="20577"/>
            <ac:spMkLst>
              <pc:docMk/>
              <pc:sldMasterMk cId="2186325024" sldId="2147483685"/>
              <pc:sldLayoutMk cId="2375916244" sldId="2147483694"/>
              <ac:spMk id="6" creationId="{00000000-0000-0000-0000-000000000000}"/>
            </ac:spMkLst>
          </pc:spChg>
          <pc:spChg chg="add mod">
            <ac:chgData name="KIRAN K A" userId="c006811ef3eb6a44" providerId="LiveId" clId="{C6C753D0-C1FD-421B-A4B9-35D3032A2568}" dt="2025-07-19T07:14:28.350" v="340" actId="27636"/>
            <ac:spMkLst>
              <pc:docMk/>
              <pc:sldMasterMk cId="2186325024" sldId="2147483685"/>
              <pc:sldLayoutMk cId="2375916244" sldId="2147483694"/>
              <ac:spMk id="8" creationId="{BCC6455A-3D75-AADE-7DE7-187BC7B0703C}"/>
            </ac:spMkLst>
          </pc:spChg>
        </pc:sldLayoutChg>
        <pc:sldLayoutChg chg="addSp modSp mod">
          <pc:chgData name="KIRAN K A" userId="c006811ef3eb6a44" providerId="LiveId" clId="{C6C753D0-C1FD-421B-A4B9-35D3032A2568}" dt="2025-07-19T15:03:47.204" v="990" actId="20577"/>
          <pc:sldLayoutMkLst>
            <pc:docMk/>
            <pc:sldMasterMk cId="2186325024" sldId="2147483685"/>
            <pc:sldLayoutMk cId="1604384178" sldId="2147483695"/>
          </pc:sldLayoutMkLst>
          <pc:spChg chg="mod">
            <ac:chgData name="KIRAN K A" userId="c006811ef3eb6a44" providerId="LiveId" clId="{C6C753D0-C1FD-421B-A4B9-35D3032A2568}" dt="2025-07-19T15:03:47.204" v="990" actId="20577"/>
            <ac:spMkLst>
              <pc:docMk/>
              <pc:sldMasterMk cId="2186325024" sldId="2147483685"/>
              <pc:sldLayoutMk cId="1604384178" sldId="2147483695"/>
              <ac:spMk id="6" creationId="{00000000-0000-0000-0000-000000000000}"/>
            </ac:spMkLst>
          </pc:spChg>
          <pc:spChg chg="add mod">
            <ac:chgData name="KIRAN K A" userId="c006811ef3eb6a44" providerId="LiveId" clId="{C6C753D0-C1FD-421B-A4B9-35D3032A2568}" dt="2025-07-19T07:14:51.113" v="346" actId="27636"/>
            <ac:spMkLst>
              <pc:docMk/>
              <pc:sldMasterMk cId="2186325024" sldId="2147483685"/>
              <pc:sldLayoutMk cId="1604384178" sldId="2147483695"/>
              <ac:spMk id="8" creationId="{8F5F32B8-7A69-C93B-898E-F58323956BB1}"/>
            </ac:spMkLst>
          </pc:spChg>
        </pc:sldLayoutChg>
        <pc:sldLayoutChg chg="modSp mod">
          <pc:chgData name="KIRAN K A" userId="c006811ef3eb6a44" providerId="LiveId" clId="{C6C753D0-C1FD-421B-A4B9-35D3032A2568}" dt="2025-07-19T15:03:39.212" v="988" actId="20577"/>
          <pc:sldLayoutMkLst>
            <pc:docMk/>
            <pc:sldMasterMk cId="2186325024" sldId="2147483685"/>
            <pc:sldLayoutMk cId="427150388" sldId="2147483696"/>
          </pc:sldLayoutMkLst>
          <pc:spChg chg="mod">
            <ac:chgData name="KIRAN K A" userId="c006811ef3eb6a44" providerId="LiveId" clId="{C6C753D0-C1FD-421B-A4B9-35D3032A2568}" dt="2025-07-19T06:35:53.120" v="145" actId="207"/>
            <ac:spMkLst>
              <pc:docMk/>
              <pc:sldMasterMk cId="2186325024" sldId="2147483685"/>
              <pc:sldLayoutMk cId="427150388" sldId="2147483696"/>
              <ac:spMk id="2" creationId="{00000000-0000-0000-0000-000000000000}"/>
            </ac:spMkLst>
          </pc:spChg>
          <pc:spChg chg="mod">
            <ac:chgData name="KIRAN K A" userId="c006811ef3eb6a44" providerId="LiveId" clId="{C6C753D0-C1FD-421B-A4B9-35D3032A2568}" dt="2025-07-19T15:03:39.212" v="988" actId="20577"/>
            <ac:spMkLst>
              <pc:docMk/>
              <pc:sldMasterMk cId="2186325024" sldId="2147483685"/>
              <pc:sldLayoutMk cId="427150388" sldId="2147483696"/>
              <ac:spMk id="5" creationId="{00000000-0000-0000-0000-000000000000}"/>
            </ac:spMkLst>
          </pc:spChg>
        </pc:sldLayoutChg>
        <pc:sldLayoutChg chg="modSp mod">
          <pc:chgData name="KIRAN K A" userId="c006811ef3eb6a44" providerId="LiveId" clId="{C6C753D0-C1FD-421B-A4B9-35D3032A2568}" dt="2025-07-19T15:03:29.655" v="986" actId="20577"/>
          <pc:sldLayoutMkLst>
            <pc:docMk/>
            <pc:sldMasterMk cId="2186325024" sldId="2147483685"/>
            <pc:sldLayoutMk cId="571436584" sldId="2147483697"/>
          </pc:sldLayoutMkLst>
          <pc:spChg chg="mod">
            <ac:chgData name="KIRAN K A" userId="c006811ef3eb6a44" providerId="LiveId" clId="{C6C753D0-C1FD-421B-A4B9-35D3032A2568}" dt="2025-07-19T15:03:29.655" v="986" actId="20577"/>
            <ac:spMkLst>
              <pc:docMk/>
              <pc:sldMasterMk cId="2186325024" sldId="2147483685"/>
              <pc:sldLayoutMk cId="571436584" sldId="2147483697"/>
              <ac:spMk id="5" creationId="{00000000-0000-0000-0000-000000000000}"/>
            </ac:spMkLst>
          </pc:spChg>
        </pc:sldLayoutChg>
        <pc:sldLayoutChg chg="modSp mod setBg">
          <pc:chgData name="KIRAN K A" userId="c006811ef3eb6a44" providerId="LiveId" clId="{C6C753D0-C1FD-421B-A4B9-35D3032A2568}" dt="2025-07-19T15:03:22.896" v="984"/>
          <pc:sldLayoutMkLst>
            <pc:docMk/>
            <pc:sldMasterMk cId="2186325024" sldId="2147483685"/>
            <pc:sldLayoutMk cId="447813446" sldId="2147483698"/>
          </pc:sldLayoutMkLst>
          <pc:spChg chg="mod">
            <ac:chgData name="KIRAN K A" userId="c006811ef3eb6a44" providerId="LiveId" clId="{C6C753D0-C1FD-421B-A4B9-35D3032A2568}" dt="2025-07-19T06:38:06.569" v="159" actId="207"/>
            <ac:spMkLst>
              <pc:docMk/>
              <pc:sldMasterMk cId="2186325024" sldId="2147483685"/>
              <pc:sldLayoutMk cId="447813446" sldId="2147483698"/>
              <ac:spMk id="2" creationId="{00000000-0000-0000-0000-000000000000}"/>
            </ac:spMkLst>
          </pc:spChg>
          <pc:spChg chg="mod">
            <ac:chgData name="KIRAN K A" userId="c006811ef3eb6a44" providerId="LiveId" clId="{C6C753D0-C1FD-421B-A4B9-35D3032A2568}" dt="2025-07-19T06:35:17.223" v="101" actId="14100"/>
            <ac:spMkLst>
              <pc:docMk/>
              <pc:sldMasterMk cId="2186325024" sldId="2147483685"/>
              <pc:sldLayoutMk cId="447813446" sldId="2147483698"/>
              <ac:spMk id="3" creationId="{00000000-0000-0000-0000-000000000000}"/>
            </ac:spMkLst>
          </pc:spChg>
          <pc:spChg chg="mod">
            <ac:chgData name="KIRAN K A" userId="c006811ef3eb6a44" providerId="LiveId" clId="{C6C753D0-C1FD-421B-A4B9-35D3032A2568}" dt="2025-07-19T15:03:22.896" v="984"/>
            <ac:spMkLst>
              <pc:docMk/>
              <pc:sldMasterMk cId="2186325024" sldId="2147483685"/>
              <pc:sldLayoutMk cId="447813446" sldId="2147483698"/>
              <ac:spMk id="5" creationId="{00000000-0000-0000-0000-000000000000}"/>
            </ac:spMkLst>
          </pc:spChg>
        </pc:sldLayoutChg>
      </pc:sldMasterChg>
    </pc:docChg>
  </pc:docChgLst>
  <pc:docChgLst>
    <pc:chgData name="Aashrithest H G" userId="622bd235-907d-4fb8-839a-81785c42b997" providerId="ADAL" clId="{3B8A40FB-91A5-4CBE-BD7F-428B524C7BE2}"/>
    <pc:docChg chg="undo redo custSel addSld delSld modSld sldOrd">
      <pc:chgData name="Aashrithest H G" userId="622bd235-907d-4fb8-839a-81785c42b997" providerId="ADAL" clId="{3B8A40FB-91A5-4CBE-BD7F-428B524C7BE2}" dt="2025-05-06T04:56:51.567" v="7496"/>
      <pc:docMkLst>
        <pc:docMk/>
      </pc:docMkLst>
      <pc:sldChg chg="modSp mod">
        <pc:chgData name="Aashrithest H G" userId="622bd235-907d-4fb8-839a-81785c42b997" providerId="ADAL" clId="{3B8A40FB-91A5-4CBE-BD7F-428B524C7BE2}" dt="2025-01-26T07:42:29.341" v="1230" actId="20577"/>
        <pc:sldMkLst>
          <pc:docMk/>
          <pc:sldMk cId="3149394500" sldId="274"/>
        </pc:sldMkLst>
      </pc:sldChg>
      <pc:sldChg chg="modSp mod">
        <pc:chgData name="Aashrithest H G" userId="622bd235-907d-4fb8-839a-81785c42b997" providerId="ADAL" clId="{3B8A40FB-91A5-4CBE-BD7F-428B524C7BE2}" dt="2025-03-01T14:32:00.314" v="4766" actId="20577"/>
        <pc:sldMkLst>
          <pc:docMk/>
          <pc:sldMk cId="3271450142" sldId="275"/>
        </pc:sldMkLst>
      </pc:sldChg>
      <pc:sldChg chg="ord">
        <pc:chgData name="Aashrithest H G" userId="622bd235-907d-4fb8-839a-81785c42b997" providerId="ADAL" clId="{3B8A40FB-91A5-4CBE-BD7F-428B524C7BE2}" dt="2025-03-05T08:13:30.027" v="5779"/>
        <pc:sldMkLst>
          <pc:docMk/>
          <pc:sldMk cId="3185799109" sldId="283"/>
        </pc:sldMkLst>
      </pc:sldChg>
      <pc:sldChg chg="modSp mod">
        <pc:chgData name="Aashrithest H G" userId="622bd235-907d-4fb8-839a-81785c42b997" providerId="ADAL" clId="{3B8A40FB-91A5-4CBE-BD7F-428B524C7BE2}" dt="2025-03-20T04:31:16.184" v="5909" actId="1076"/>
        <pc:sldMkLst>
          <pc:docMk/>
          <pc:sldMk cId="4221757949" sldId="306"/>
        </pc:sldMkLst>
      </pc:sldChg>
      <pc:sldChg chg="mod modShow">
        <pc:chgData name="Aashrithest H G" userId="622bd235-907d-4fb8-839a-81785c42b997" providerId="ADAL" clId="{3B8A40FB-91A5-4CBE-BD7F-428B524C7BE2}" dt="2025-03-20T04:51:56.627" v="5910" actId="729"/>
        <pc:sldMkLst>
          <pc:docMk/>
          <pc:sldMk cId="355489506" sldId="307"/>
        </pc:sldMkLst>
      </pc:sldChg>
      <pc:sldChg chg="mod modShow">
        <pc:chgData name="Aashrithest H G" userId="622bd235-907d-4fb8-839a-81785c42b997" providerId="ADAL" clId="{3B8A40FB-91A5-4CBE-BD7F-428B524C7BE2}" dt="2025-03-20T04:52:13.350" v="5911" actId="729"/>
        <pc:sldMkLst>
          <pc:docMk/>
          <pc:sldMk cId="1933660809" sldId="309"/>
        </pc:sldMkLst>
      </pc:sldChg>
      <pc:sldChg chg="add del mod modShow">
        <pc:chgData name="Aashrithest H G" userId="622bd235-907d-4fb8-839a-81785c42b997" providerId="ADAL" clId="{3B8A40FB-91A5-4CBE-BD7F-428B524C7BE2}" dt="2025-03-05T05:38:49.143" v="5774" actId="729"/>
        <pc:sldMkLst>
          <pc:docMk/>
          <pc:sldMk cId="3457387811" sldId="313"/>
        </pc:sldMkLst>
      </pc:sldChg>
      <pc:sldChg chg="del">
        <pc:chgData name="Aashrithest H G" userId="622bd235-907d-4fb8-839a-81785c42b997" providerId="ADAL" clId="{3B8A40FB-91A5-4CBE-BD7F-428B524C7BE2}" dt="2025-03-05T06:41:05.239" v="5775" actId="47"/>
        <pc:sldMkLst>
          <pc:docMk/>
          <pc:sldMk cId="3337167011" sldId="318"/>
        </pc:sldMkLst>
      </pc:sldChg>
      <pc:sldChg chg="modSp mod">
        <pc:chgData name="Aashrithest H G" userId="622bd235-907d-4fb8-839a-81785c42b997" providerId="ADAL" clId="{3B8A40FB-91A5-4CBE-BD7F-428B524C7BE2}" dt="2025-01-23T06:27:41.629" v="337" actId="2711"/>
        <pc:sldMkLst>
          <pc:docMk/>
          <pc:sldMk cId="1429553095" sldId="320"/>
        </pc:sldMkLst>
      </pc:sldChg>
      <pc:sldChg chg="mod modShow">
        <pc:chgData name="Aashrithest H G" userId="622bd235-907d-4fb8-839a-81785c42b997" providerId="ADAL" clId="{3B8A40FB-91A5-4CBE-BD7F-428B524C7BE2}" dt="2025-03-21T03:20:51.207" v="5913" actId="729"/>
        <pc:sldMkLst>
          <pc:docMk/>
          <pc:sldMk cId="3245688088" sldId="321"/>
        </pc:sldMkLst>
      </pc:sldChg>
      <pc:sldChg chg="mod modShow">
        <pc:chgData name="Aashrithest H G" userId="622bd235-907d-4fb8-839a-81785c42b997" providerId="ADAL" clId="{3B8A40FB-91A5-4CBE-BD7F-428B524C7BE2}" dt="2025-03-21T03:20:58.210" v="5914" actId="729"/>
        <pc:sldMkLst>
          <pc:docMk/>
          <pc:sldMk cId="453117644" sldId="325"/>
        </pc:sldMkLst>
      </pc:sldChg>
      <pc:sldChg chg="mod modShow">
        <pc:chgData name="Aashrithest H G" userId="622bd235-907d-4fb8-839a-81785c42b997" providerId="ADAL" clId="{3B8A40FB-91A5-4CBE-BD7F-428B524C7BE2}" dt="2025-03-21T03:21:03.529" v="5915" actId="729"/>
        <pc:sldMkLst>
          <pc:docMk/>
          <pc:sldMk cId="1376834136" sldId="331"/>
        </pc:sldMkLst>
      </pc:sldChg>
      <pc:sldChg chg="mod modShow">
        <pc:chgData name="Aashrithest H G" userId="622bd235-907d-4fb8-839a-81785c42b997" providerId="ADAL" clId="{3B8A40FB-91A5-4CBE-BD7F-428B524C7BE2}" dt="2025-03-21T03:21:15.919" v="5916" actId="729"/>
        <pc:sldMkLst>
          <pc:docMk/>
          <pc:sldMk cId="4096553998" sldId="340"/>
        </pc:sldMkLst>
      </pc:sldChg>
      <pc:sldChg chg="mod modShow">
        <pc:chgData name="Aashrithest H G" userId="622bd235-907d-4fb8-839a-81785c42b997" providerId="ADAL" clId="{3B8A40FB-91A5-4CBE-BD7F-428B524C7BE2}" dt="2025-03-21T03:21:21.357" v="5917" actId="729"/>
        <pc:sldMkLst>
          <pc:docMk/>
          <pc:sldMk cId="1615097709" sldId="343"/>
        </pc:sldMkLst>
      </pc:sldChg>
      <pc:sldChg chg="mod modShow">
        <pc:chgData name="Aashrithest H G" userId="622bd235-907d-4fb8-839a-81785c42b997" providerId="ADAL" clId="{3B8A40FB-91A5-4CBE-BD7F-428B524C7BE2}" dt="2025-03-21T03:21:27.486" v="5918" actId="729"/>
        <pc:sldMkLst>
          <pc:docMk/>
          <pc:sldMk cId="848808470" sldId="346"/>
        </pc:sldMkLst>
      </pc:sldChg>
      <pc:sldChg chg="mod modShow">
        <pc:chgData name="Aashrithest H G" userId="622bd235-907d-4fb8-839a-81785c42b997" providerId="ADAL" clId="{3B8A40FB-91A5-4CBE-BD7F-428B524C7BE2}" dt="2025-03-21T03:21:35.311" v="5919" actId="729"/>
        <pc:sldMkLst>
          <pc:docMk/>
          <pc:sldMk cId="2030139756" sldId="351"/>
        </pc:sldMkLst>
      </pc:sldChg>
      <pc:sldChg chg="mod modShow">
        <pc:chgData name="Aashrithest H G" userId="622bd235-907d-4fb8-839a-81785c42b997" providerId="ADAL" clId="{3B8A40FB-91A5-4CBE-BD7F-428B524C7BE2}" dt="2025-03-21T03:21:38.848" v="5920" actId="729"/>
        <pc:sldMkLst>
          <pc:docMk/>
          <pc:sldMk cId="2053289346" sldId="352"/>
        </pc:sldMkLst>
      </pc:sldChg>
      <pc:sldChg chg="mod modShow">
        <pc:chgData name="Aashrithest H G" userId="622bd235-907d-4fb8-839a-81785c42b997" providerId="ADAL" clId="{3B8A40FB-91A5-4CBE-BD7F-428B524C7BE2}" dt="2025-03-05T09:02:30.311" v="5780" actId="729"/>
        <pc:sldMkLst>
          <pc:docMk/>
          <pc:sldMk cId="0" sldId="364"/>
        </pc:sldMkLst>
      </pc:sldChg>
      <pc:sldChg chg="mod modShow">
        <pc:chgData name="Aashrithest H G" userId="622bd235-907d-4fb8-839a-81785c42b997" providerId="ADAL" clId="{3B8A40FB-91A5-4CBE-BD7F-428B524C7BE2}" dt="2025-03-05T09:02:33.322" v="5781" actId="729"/>
        <pc:sldMkLst>
          <pc:docMk/>
          <pc:sldMk cId="0" sldId="366"/>
        </pc:sldMkLst>
      </pc:sldChg>
      <pc:sldChg chg="mod modShow">
        <pc:chgData name="Aashrithest H G" userId="622bd235-907d-4fb8-839a-81785c42b997" providerId="ADAL" clId="{3B8A40FB-91A5-4CBE-BD7F-428B524C7BE2}" dt="2025-03-05T09:02:38.992" v="5782" actId="729"/>
        <pc:sldMkLst>
          <pc:docMk/>
          <pc:sldMk cId="0" sldId="368"/>
        </pc:sldMkLst>
      </pc:sldChg>
      <pc:sldChg chg="mod modShow">
        <pc:chgData name="Aashrithest H G" userId="622bd235-907d-4fb8-839a-81785c42b997" providerId="ADAL" clId="{3B8A40FB-91A5-4CBE-BD7F-428B524C7BE2}" dt="2025-03-21T13:25:42.023" v="5921" actId="729"/>
        <pc:sldMkLst>
          <pc:docMk/>
          <pc:sldMk cId="2383772403" sldId="381"/>
        </pc:sldMkLst>
      </pc:sldChg>
      <pc:sldChg chg="mod modShow">
        <pc:chgData name="Aashrithest H G" userId="622bd235-907d-4fb8-839a-81785c42b997" providerId="ADAL" clId="{3B8A40FB-91A5-4CBE-BD7F-428B524C7BE2}" dt="2025-03-21T13:25:45.569" v="5922" actId="729"/>
        <pc:sldMkLst>
          <pc:docMk/>
          <pc:sldMk cId="3892559024" sldId="382"/>
        </pc:sldMkLst>
      </pc:sldChg>
      <pc:sldChg chg="mod modShow">
        <pc:chgData name="Aashrithest H G" userId="622bd235-907d-4fb8-839a-81785c42b997" providerId="ADAL" clId="{3B8A40FB-91A5-4CBE-BD7F-428B524C7BE2}" dt="2025-01-23T06:45:39.371" v="379" actId="729"/>
        <pc:sldMkLst>
          <pc:docMk/>
          <pc:sldMk cId="2419060397" sldId="394"/>
        </pc:sldMkLst>
      </pc:sldChg>
      <pc:sldChg chg="modSp mod">
        <pc:chgData name="Aashrithest H G" userId="622bd235-907d-4fb8-839a-81785c42b997" providerId="ADAL" clId="{3B8A40FB-91A5-4CBE-BD7F-428B524C7BE2}" dt="2025-03-26T03:17:57.679" v="6376" actId="20577"/>
        <pc:sldMkLst>
          <pc:docMk/>
          <pc:sldMk cId="2689682600" sldId="398"/>
        </pc:sldMkLst>
      </pc:sldChg>
      <pc:sldChg chg="mod modShow">
        <pc:chgData name="Aashrithest H G" userId="622bd235-907d-4fb8-839a-81785c42b997" providerId="ADAL" clId="{3B8A40FB-91A5-4CBE-BD7F-428B524C7BE2}" dt="2025-01-23T06:45:21.846" v="377" actId="729"/>
        <pc:sldMkLst>
          <pc:docMk/>
          <pc:sldMk cId="1526851358" sldId="400"/>
        </pc:sldMkLst>
      </pc:sldChg>
      <pc:sldChg chg="mod modShow">
        <pc:chgData name="Aashrithest H G" userId="622bd235-907d-4fb8-839a-81785c42b997" providerId="ADAL" clId="{3B8A40FB-91A5-4CBE-BD7F-428B524C7BE2}" dt="2025-01-23T06:45:28.452" v="378" actId="729"/>
        <pc:sldMkLst>
          <pc:docMk/>
          <pc:sldMk cId="467476201" sldId="401"/>
        </pc:sldMkLst>
      </pc:sldChg>
      <pc:sldChg chg="modSp mod">
        <pc:chgData name="Aashrithest H G" userId="622bd235-907d-4fb8-839a-81785c42b997" providerId="ADAL" clId="{3B8A40FB-91A5-4CBE-BD7F-428B524C7BE2}" dt="2025-01-05T05:09:56.604" v="24" actId="20577"/>
        <pc:sldMkLst>
          <pc:docMk/>
          <pc:sldMk cId="1195551880" sldId="402"/>
        </pc:sldMkLst>
      </pc:sldChg>
      <pc:sldChg chg="mod modShow">
        <pc:chgData name="Aashrithest H G" userId="622bd235-907d-4fb8-839a-81785c42b997" providerId="ADAL" clId="{3B8A40FB-91A5-4CBE-BD7F-428B524C7BE2}" dt="2025-03-06T03:25:14.928" v="5783" actId="729"/>
        <pc:sldMkLst>
          <pc:docMk/>
          <pc:sldMk cId="2083418922" sldId="403"/>
        </pc:sldMkLst>
      </pc:sldChg>
      <pc:sldChg chg="addSp delSp modSp new mod">
        <pc:chgData name="Aashrithest H G" userId="622bd235-907d-4fb8-839a-81785c42b997" providerId="ADAL" clId="{3B8A40FB-91A5-4CBE-BD7F-428B524C7BE2}" dt="2025-01-05T05:14:52.654" v="31"/>
        <pc:sldMkLst>
          <pc:docMk/>
          <pc:sldMk cId="224258494" sldId="409"/>
        </pc:sldMkLst>
      </pc:sldChg>
      <pc:sldChg chg="addSp modSp new mod modShow">
        <pc:chgData name="Aashrithest H G" userId="622bd235-907d-4fb8-839a-81785c42b997" providerId="ADAL" clId="{3B8A40FB-91A5-4CBE-BD7F-428B524C7BE2}" dt="2025-01-23T06:45:05.504" v="375" actId="729"/>
        <pc:sldMkLst>
          <pc:docMk/>
          <pc:sldMk cId="253513837" sldId="410"/>
        </pc:sldMkLst>
      </pc:sldChg>
      <pc:sldChg chg="modSp new mod modShow">
        <pc:chgData name="Aashrithest H G" userId="622bd235-907d-4fb8-839a-81785c42b997" providerId="ADAL" clId="{3B8A40FB-91A5-4CBE-BD7F-428B524C7BE2}" dt="2025-01-23T06:45:09.707" v="376" actId="729"/>
        <pc:sldMkLst>
          <pc:docMk/>
          <pc:sldMk cId="1962004210" sldId="411"/>
        </pc:sldMkLst>
      </pc:sldChg>
      <pc:sldChg chg="addSp modSp new mod">
        <pc:chgData name="Aashrithest H G" userId="622bd235-907d-4fb8-839a-81785c42b997" providerId="ADAL" clId="{3B8A40FB-91A5-4CBE-BD7F-428B524C7BE2}" dt="2025-01-05T06:23:03.703" v="105" actId="1076"/>
        <pc:sldMkLst>
          <pc:docMk/>
          <pc:sldMk cId="3358297627" sldId="412"/>
        </pc:sldMkLst>
      </pc:sldChg>
      <pc:sldChg chg="modSp new mod">
        <pc:chgData name="Aashrithest H G" userId="622bd235-907d-4fb8-839a-81785c42b997" providerId="ADAL" clId="{3B8A40FB-91A5-4CBE-BD7F-428B524C7BE2}" dt="2025-01-05T06:32:17.057" v="141" actId="207"/>
        <pc:sldMkLst>
          <pc:docMk/>
          <pc:sldMk cId="622506674" sldId="413"/>
        </pc:sldMkLst>
      </pc:sldChg>
      <pc:sldChg chg="addSp delSp modSp new mod">
        <pc:chgData name="Aashrithest H G" userId="622bd235-907d-4fb8-839a-81785c42b997" providerId="ADAL" clId="{3B8A40FB-91A5-4CBE-BD7F-428B524C7BE2}" dt="2025-01-05T06:34:20.213" v="148"/>
        <pc:sldMkLst>
          <pc:docMk/>
          <pc:sldMk cId="2927057003" sldId="414"/>
        </pc:sldMkLst>
      </pc:sldChg>
      <pc:sldChg chg="modSp new mod">
        <pc:chgData name="Aashrithest H G" userId="622bd235-907d-4fb8-839a-81785c42b997" providerId="ADAL" clId="{3B8A40FB-91A5-4CBE-BD7F-428B524C7BE2}" dt="2025-01-21T03:33:43.574" v="207" actId="207"/>
        <pc:sldMkLst>
          <pc:docMk/>
          <pc:sldMk cId="2976866543" sldId="415"/>
        </pc:sldMkLst>
      </pc:sldChg>
      <pc:sldChg chg="addSp modSp new mod">
        <pc:chgData name="Aashrithest H G" userId="622bd235-907d-4fb8-839a-81785c42b997" providerId="ADAL" clId="{3B8A40FB-91A5-4CBE-BD7F-428B524C7BE2}" dt="2025-01-23T04:43:59.527" v="236" actId="255"/>
        <pc:sldMkLst>
          <pc:docMk/>
          <pc:sldMk cId="290541525" sldId="416"/>
        </pc:sldMkLst>
      </pc:sldChg>
      <pc:sldChg chg="addSp modSp new mod modShow">
        <pc:chgData name="Aashrithest H G" userId="622bd235-907d-4fb8-839a-81785c42b997" providerId="ADAL" clId="{3B8A40FB-91A5-4CBE-BD7F-428B524C7BE2}" dt="2025-01-23T06:18:05.902" v="274" actId="729"/>
        <pc:sldMkLst>
          <pc:docMk/>
          <pc:sldMk cId="2770487621" sldId="417"/>
        </pc:sldMkLst>
      </pc:sldChg>
      <pc:sldChg chg="modSp new mod">
        <pc:chgData name="Aashrithest H G" userId="622bd235-907d-4fb8-839a-81785c42b997" providerId="ADAL" clId="{3B8A40FB-91A5-4CBE-BD7F-428B524C7BE2}" dt="2025-01-23T06:21:13.790" v="323"/>
        <pc:sldMkLst>
          <pc:docMk/>
          <pc:sldMk cId="2634116904" sldId="418"/>
        </pc:sldMkLst>
      </pc:sldChg>
      <pc:sldChg chg="addSp delSp modSp new mod">
        <pc:chgData name="Aashrithest H G" userId="622bd235-907d-4fb8-839a-81785c42b997" providerId="ADAL" clId="{3B8A40FB-91A5-4CBE-BD7F-428B524C7BE2}" dt="2025-01-23T06:25:36.521" v="330"/>
        <pc:sldMkLst>
          <pc:docMk/>
          <pc:sldMk cId="1885723960" sldId="419"/>
        </pc:sldMkLst>
      </pc:sldChg>
      <pc:sldChg chg="addSp modSp new mod">
        <pc:chgData name="Aashrithest H G" userId="622bd235-907d-4fb8-839a-81785c42b997" providerId="ADAL" clId="{3B8A40FB-91A5-4CBE-BD7F-428B524C7BE2}" dt="2025-01-23T06:43:53.591" v="356"/>
        <pc:sldMkLst>
          <pc:docMk/>
          <pc:sldMk cId="983642737" sldId="420"/>
        </pc:sldMkLst>
      </pc:sldChg>
      <pc:sldChg chg="modSp new mod">
        <pc:chgData name="Aashrithest H G" userId="622bd235-907d-4fb8-839a-81785c42b997" providerId="ADAL" clId="{3B8A40FB-91A5-4CBE-BD7F-428B524C7BE2}" dt="2025-01-23T06:44:53.024" v="374"/>
        <pc:sldMkLst>
          <pc:docMk/>
          <pc:sldMk cId="2223287074" sldId="421"/>
        </pc:sldMkLst>
      </pc:sldChg>
      <pc:sldChg chg="addSp delSp modSp new mod">
        <pc:chgData name="Aashrithest H G" userId="622bd235-907d-4fb8-839a-81785c42b997" providerId="ADAL" clId="{3B8A40FB-91A5-4CBE-BD7F-428B524C7BE2}" dt="2025-01-23T08:36:02.513" v="389" actId="14100"/>
        <pc:sldMkLst>
          <pc:docMk/>
          <pc:sldMk cId="492937443" sldId="422"/>
        </pc:sldMkLst>
      </pc:sldChg>
      <pc:sldChg chg="addSp modSp new mod">
        <pc:chgData name="Aashrithest H G" userId="622bd235-907d-4fb8-839a-81785c42b997" providerId="ADAL" clId="{3B8A40FB-91A5-4CBE-BD7F-428B524C7BE2}" dt="2025-01-23T09:02:28.186" v="444" actId="20577"/>
        <pc:sldMkLst>
          <pc:docMk/>
          <pc:sldMk cId="2479297614" sldId="423"/>
        </pc:sldMkLst>
      </pc:sldChg>
      <pc:sldChg chg="addSp modSp new mod">
        <pc:chgData name="Aashrithest H G" userId="622bd235-907d-4fb8-839a-81785c42b997" providerId="ADAL" clId="{3B8A40FB-91A5-4CBE-BD7F-428B524C7BE2}" dt="2025-01-23T09:04:20.117" v="500"/>
        <pc:sldMkLst>
          <pc:docMk/>
          <pc:sldMk cId="1779624825" sldId="424"/>
        </pc:sldMkLst>
      </pc:sldChg>
      <pc:sldChg chg="modSp new mod">
        <pc:chgData name="Aashrithest H G" userId="622bd235-907d-4fb8-839a-81785c42b997" providerId="ADAL" clId="{3B8A40FB-91A5-4CBE-BD7F-428B524C7BE2}" dt="2025-01-25T05:06:00.023" v="806" actId="13926"/>
        <pc:sldMkLst>
          <pc:docMk/>
          <pc:sldMk cId="447073" sldId="425"/>
        </pc:sldMkLst>
      </pc:sldChg>
      <pc:sldChg chg="modSp new mod">
        <pc:chgData name="Aashrithest H G" userId="622bd235-907d-4fb8-839a-81785c42b997" providerId="ADAL" clId="{3B8A40FB-91A5-4CBE-BD7F-428B524C7BE2}" dt="2025-01-23T11:23:21.083" v="539" actId="13926"/>
        <pc:sldMkLst>
          <pc:docMk/>
          <pc:sldMk cId="2339793305" sldId="426"/>
        </pc:sldMkLst>
      </pc:sldChg>
      <pc:sldChg chg="modSp new mod">
        <pc:chgData name="Aashrithest H G" userId="622bd235-907d-4fb8-839a-81785c42b997" providerId="ADAL" clId="{3B8A40FB-91A5-4CBE-BD7F-428B524C7BE2}" dt="2025-01-23T11:26:19.065" v="574" actId="20577"/>
        <pc:sldMkLst>
          <pc:docMk/>
          <pc:sldMk cId="4151758370" sldId="427"/>
        </pc:sldMkLst>
      </pc:sldChg>
      <pc:sldChg chg="addSp delSp modSp new mod">
        <pc:chgData name="Aashrithest H G" userId="622bd235-907d-4fb8-839a-81785c42b997" providerId="ADAL" clId="{3B8A40FB-91A5-4CBE-BD7F-428B524C7BE2}" dt="2025-01-23T11:32:06.859" v="588" actId="1076"/>
        <pc:sldMkLst>
          <pc:docMk/>
          <pc:sldMk cId="3644596236" sldId="428"/>
        </pc:sldMkLst>
      </pc:sldChg>
      <pc:sldChg chg="addSp delSp modSp new mod">
        <pc:chgData name="Aashrithest H G" userId="622bd235-907d-4fb8-839a-81785c42b997" providerId="ADAL" clId="{3B8A40FB-91A5-4CBE-BD7F-428B524C7BE2}" dt="2025-01-23T11:42:31.800" v="642"/>
        <pc:sldMkLst>
          <pc:docMk/>
          <pc:sldMk cId="339589758" sldId="429"/>
        </pc:sldMkLst>
      </pc:sldChg>
      <pc:sldChg chg="addSp delSp modSp new del mod">
        <pc:chgData name="Aashrithest H G" userId="622bd235-907d-4fb8-839a-81785c42b997" providerId="ADAL" clId="{3B8A40FB-91A5-4CBE-BD7F-428B524C7BE2}" dt="2025-01-23T11:32:23.531" v="589" actId="2696"/>
        <pc:sldMkLst>
          <pc:docMk/>
          <pc:sldMk cId="1034331852" sldId="429"/>
        </pc:sldMkLst>
      </pc:sldChg>
      <pc:sldChg chg="addSp modSp new mod modShow">
        <pc:chgData name="Aashrithest H G" userId="622bd235-907d-4fb8-839a-81785c42b997" providerId="ADAL" clId="{3B8A40FB-91A5-4CBE-BD7F-428B524C7BE2}" dt="2025-05-06T04:49:00.738" v="7463" actId="729"/>
        <pc:sldMkLst>
          <pc:docMk/>
          <pc:sldMk cId="2207375088" sldId="430"/>
        </pc:sldMkLst>
      </pc:sldChg>
      <pc:sldChg chg="addSp modSp new mod modShow">
        <pc:chgData name="Aashrithest H G" userId="622bd235-907d-4fb8-839a-81785c42b997" providerId="ADAL" clId="{3B8A40FB-91A5-4CBE-BD7F-428B524C7BE2}" dt="2025-05-06T04:49:04.063" v="7464" actId="729"/>
        <pc:sldMkLst>
          <pc:docMk/>
          <pc:sldMk cId="2003495426" sldId="431"/>
        </pc:sldMkLst>
      </pc:sldChg>
      <pc:sldChg chg="modSp new mod ord">
        <pc:chgData name="Aashrithest H G" userId="622bd235-907d-4fb8-839a-81785c42b997" providerId="ADAL" clId="{3B8A40FB-91A5-4CBE-BD7F-428B524C7BE2}" dt="2025-05-06T04:47:38.289" v="7456"/>
        <pc:sldMkLst>
          <pc:docMk/>
          <pc:sldMk cId="1172573722" sldId="432"/>
        </pc:sldMkLst>
      </pc:sldChg>
      <pc:sldChg chg="modSp new mod ord">
        <pc:chgData name="Aashrithest H G" userId="622bd235-907d-4fb8-839a-81785c42b997" providerId="ADAL" clId="{3B8A40FB-91A5-4CBE-BD7F-428B524C7BE2}" dt="2025-05-06T04:47:54.506" v="7458"/>
        <pc:sldMkLst>
          <pc:docMk/>
          <pc:sldMk cId="386452850" sldId="433"/>
        </pc:sldMkLst>
      </pc:sldChg>
      <pc:sldChg chg="modSp new mod ord">
        <pc:chgData name="Aashrithest H G" userId="622bd235-907d-4fb8-839a-81785c42b997" providerId="ADAL" clId="{3B8A40FB-91A5-4CBE-BD7F-428B524C7BE2}" dt="2025-05-06T04:48:14.664" v="7460"/>
        <pc:sldMkLst>
          <pc:docMk/>
          <pc:sldMk cId="1560201834" sldId="434"/>
        </pc:sldMkLst>
      </pc:sldChg>
      <pc:sldChg chg="modSp new mod ord">
        <pc:chgData name="Aashrithest H G" userId="622bd235-907d-4fb8-839a-81785c42b997" providerId="ADAL" clId="{3B8A40FB-91A5-4CBE-BD7F-428B524C7BE2}" dt="2025-05-06T04:48:29.903" v="7462"/>
        <pc:sldMkLst>
          <pc:docMk/>
          <pc:sldMk cId="3632418525" sldId="435"/>
        </pc:sldMkLst>
      </pc:sldChg>
      <pc:sldChg chg="modSp new mod">
        <pc:chgData name="Aashrithest H G" userId="622bd235-907d-4fb8-839a-81785c42b997" providerId="ADAL" clId="{3B8A40FB-91A5-4CBE-BD7F-428B524C7BE2}" dt="2025-01-25T07:26:18.836" v="897" actId="20577"/>
        <pc:sldMkLst>
          <pc:docMk/>
          <pc:sldMk cId="2434723499" sldId="436"/>
        </pc:sldMkLst>
      </pc:sldChg>
      <pc:sldChg chg="modSp new mod">
        <pc:chgData name="Aashrithest H G" userId="622bd235-907d-4fb8-839a-81785c42b997" providerId="ADAL" clId="{3B8A40FB-91A5-4CBE-BD7F-428B524C7BE2}" dt="2025-01-25T07:28:24.286" v="925"/>
        <pc:sldMkLst>
          <pc:docMk/>
          <pc:sldMk cId="4176932844" sldId="437"/>
        </pc:sldMkLst>
      </pc:sldChg>
      <pc:sldChg chg="addSp delSp modSp new mod">
        <pc:chgData name="Aashrithest H G" userId="622bd235-907d-4fb8-839a-81785c42b997" providerId="ADAL" clId="{3B8A40FB-91A5-4CBE-BD7F-428B524C7BE2}" dt="2025-01-25T07:32:53.471" v="968" actId="20577"/>
        <pc:sldMkLst>
          <pc:docMk/>
          <pc:sldMk cId="720820742" sldId="438"/>
        </pc:sldMkLst>
      </pc:sldChg>
      <pc:sldChg chg="addSp modSp new mod">
        <pc:chgData name="Aashrithest H G" userId="622bd235-907d-4fb8-839a-81785c42b997" providerId="ADAL" clId="{3B8A40FB-91A5-4CBE-BD7F-428B524C7BE2}" dt="2025-01-25T18:37:31.608" v="985"/>
        <pc:sldMkLst>
          <pc:docMk/>
          <pc:sldMk cId="3561576606" sldId="439"/>
        </pc:sldMkLst>
      </pc:sldChg>
      <pc:sldChg chg="addSp modSp new mod">
        <pc:chgData name="Aashrithest H G" userId="622bd235-907d-4fb8-839a-81785c42b997" providerId="ADAL" clId="{3B8A40FB-91A5-4CBE-BD7F-428B524C7BE2}" dt="2025-01-26T05:30:06.959" v="1012" actId="1076"/>
        <pc:sldMkLst>
          <pc:docMk/>
          <pc:sldMk cId="3286045574" sldId="440"/>
        </pc:sldMkLst>
      </pc:sldChg>
      <pc:sldChg chg="addSp modSp new mod">
        <pc:chgData name="Aashrithest H G" userId="622bd235-907d-4fb8-839a-81785c42b997" providerId="ADAL" clId="{3B8A40FB-91A5-4CBE-BD7F-428B524C7BE2}" dt="2025-01-26T05:35:06.173" v="1031" actId="14100"/>
        <pc:sldMkLst>
          <pc:docMk/>
          <pc:sldMk cId="2402791308" sldId="441"/>
        </pc:sldMkLst>
      </pc:sldChg>
      <pc:sldChg chg="modSp new mod">
        <pc:chgData name="Aashrithest H G" userId="622bd235-907d-4fb8-839a-81785c42b997" providerId="ADAL" clId="{3B8A40FB-91A5-4CBE-BD7F-428B524C7BE2}" dt="2025-01-26T06:27:21.061" v="1071" actId="13926"/>
        <pc:sldMkLst>
          <pc:docMk/>
          <pc:sldMk cId="3873761176" sldId="442"/>
        </pc:sldMkLst>
      </pc:sldChg>
      <pc:sldChg chg="addSp delSp modSp new mod">
        <pc:chgData name="Aashrithest H G" userId="622bd235-907d-4fb8-839a-81785c42b997" providerId="ADAL" clId="{3B8A40FB-91A5-4CBE-BD7F-428B524C7BE2}" dt="2025-01-26T06:29:04.081" v="1078"/>
        <pc:sldMkLst>
          <pc:docMk/>
          <pc:sldMk cId="3791359763" sldId="443"/>
        </pc:sldMkLst>
      </pc:sldChg>
      <pc:sldChg chg="addSp modSp new mod">
        <pc:chgData name="Aashrithest H G" userId="622bd235-907d-4fb8-839a-81785c42b997" providerId="ADAL" clId="{3B8A40FB-91A5-4CBE-BD7F-428B524C7BE2}" dt="2025-01-26T06:30:19.187" v="1106"/>
        <pc:sldMkLst>
          <pc:docMk/>
          <pc:sldMk cId="746779859" sldId="444"/>
        </pc:sldMkLst>
      </pc:sldChg>
      <pc:sldChg chg="modSp new mod">
        <pc:chgData name="Aashrithest H G" userId="622bd235-907d-4fb8-839a-81785c42b997" providerId="ADAL" clId="{3B8A40FB-91A5-4CBE-BD7F-428B524C7BE2}" dt="2025-01-26T07:22:20.249" v="1161" actId="207"/>
        <pc:sldMkLst>
          <pc:docMk/>
          <pc:sldMk cId="3991842603" sldId="445"/>
        </pc:sldMkLst>
      </pc:sldChg>
      <pc:sldChg chg="modSp new mod">
        <pc:chgData name="Aashrithest H G" userId="622bd235-907d-4fb8-839a-81785c42b997" providerId="ADAL" clId="{3B8A40FB-91A5-4CBE-BD7F-428B524C7BE2}" dt="2025-01-26T07:26:06.308" v="1223"/>
        <pc:sldMkLst>
          <pc:docMk/>
          <pc:sldMk cId="750702636" sldId="446"/>
        </pc:sldMkLst>
      </pc:sldChg>
      <pc:sldChg chg="modSp new mod">
        <pc:chgData name="Aashrithest H G" userId="622bd235-907d-4fb8-839a-81785c42b997" providerId="ADAL" clId="{3B8A40FB-91A5-4CBE-BD7F-428B524C7BE2}" dt="2025-01-26T07:53:24.411" v="1239"/>
        <pc:sldMkLst>
          <pc:docMk/>
          <pc:sldMk cId="940640395" sldId="447"/>
        </pc:sldMkLst>
      </pc:sldChg>
      <pc:sldChg chg="modSp new mod">
        <pc:chgData name="Aashrithest H G" userId="622bd235-907d-4fb8-839a-81785c42b997" providerId="ADAL" clId="{3B8A40FB-91A5-4CBE-BD7F-428B524C7BE2}" dt="2025-01-26T18:30:47.568" v="1296" actId="207"/>
        <pc:sldMkLst>
          <pc:docMk/>
          <pc:sldMk cId="2360633097" sldId="448"/>
        </pc:sldMkLst>
      </pc:sldChg>
      <pc:sldChg chg="modSp new mod">
        <pc:chgData name="Aashrithest H G" userId="622bd235-907d-4fb8-839a-81785c42b997" providerId="ADAL" clId="{3B8A40FB-91A5-4CBE-BD7F-428B524C7BE2}" dt="2025-03-04T13:23:01.237" v="5766" actId="20577"/>
        <pc:sldMkLst>
          <pc:docMk/>
          <pc:sldMk cId="410196277" sldId="449"/>
        </pc:sldMkLst>
      </pc:sldChg>
      <pc:sldChg chg="modSp new mod">
        <pc:chgData name="Aashrithest H G" userId="622bd235-907d-4fb8-839a-81785c42b997" providerId="ADAL" clId="{3B8A40FB-91A5-4CBE-BD7F-428B524C7BE2}" dt="2025-01-26T18:57:41.603" v="1342" actId="207"/>
        <pc:sldMkLst>
          <pc:docMk/>
          <pc:sldMk cId="1264020954" sldId="450"/>
        </pc:sldMkLst>
      </pc:sldChg>
      <pc:sldChg chg="addSp modSp new mod">
        <pc:chgData name="Aashrithest H G" userId="622bd235-907d-4fb8-839a-81785c42b997" providerId="ADAL" clId="{3B8A40FB-91A5-4CBE-BD7F-428B524C7BE2}" dt="2025-01-26T18:59:53.648" v="1398"/>
        <pc:sldMkLst>
          <pc:docMk/>
          <pc:sldMk cId="3809827391" sldId="451"/>
        </pc:sldMkLst>
      </pc:sldChg>
      <pc:sldChg chg="modSp new mod ord">
        <pc:chgData name="Aashrithest H G" userId="622bd235-907d-4fb8-839a-81785c42b997" providerId="ADAL" clId="{3B8A40FB-91A5-4CBE-BD7F-428B524C7BE2}" dt="2025-05-06T04:53:23.443" v="7466"/>
        <pc:sldMkLst>
          <pc:docMk/>
          <pc:sldMk cId="1408609571" sldId="452"/>
        </pc:sldMkLst>
      </pc:sldChg>
      <pc:sldChg chg="modSp new mod ord">
        <pc:chgData name="Aashrithest H G" userId="622bd235-907d-4fb8-839a-81785c42b997" providerId="ADAL" clId="{3B8A40FB-91A5-4CBE-BD7F-428B524C7BE2}" dt="2025-05-06T04:53:47.328" v="7468"/>
        <pc:sldMkLst>
          <pc:docMk/>
          <pc:sldMk cId="3030673306" sldId="453"/>
        </pc:sldMkLst>
      </pc:sldChg>
      <pc:sldChg chg="addSp modSp new mod ord">
        <pc:chgData name="Aashrithest H G" userId="622bd235-907d-4fb8-839a-81785c42b997" providerId="ADAL" clId="{3B8A40FB-91A5-4CBE-BD7F-428B524C7BE2}" dt="2025-05-06T04:54:15.828" v="7470"/>
        <pc:sldMkLst>
          <pc:docMk/>
          <pc:sldMk cId="834229436" sldId="454"/>
        </pc:sldMkLst>
      </pc:sldChg>
      <pc:sldChg chg="addSp modSp new mod ord">
        <pc:chgData name="Aashrithest H G" userId="622bd235-907d-4fb8-839a-81785c42b997" providerId="ADAL" clId="{3B8A40FB-91A5-4CBE-BD7F-428B524C7BE2}" dt="2025-05-06T04:54:52.656" v="7474"/>
        <pc:sldMkLst>
          <pc:docMk/>
          <pc:sldMk cId="2911700718" sldId="455"/>
        </pc:sldMkLst>
      </pc:sldChg>
      <pc:sldChg chg="modSp new mod ord">
        <pc:chgData name="Aashrithest H G" userId="622bd235-907d-4fb8-839a-81785c42b997" providerId="ADAL" clId="{3B8A40FB-91A5-4CBE-BD7F-428B524C7BE2}" dt="2025-05-06T04:55:11.318" v="7476"/>
        <pc:sldMkLst>
          <pc:docMk/>
          <pc:sldMk cId="474905345" sldId="456"/>
        </pc:sldMkLst>
      </pc:sldChg>
      <pc:sldChg chg="addSp delSp modSp new mod ord">
        <pc:chgData name="Aashrithest H G" userId="622bd235-907d-4fb8-839a-81785c42b997" providerId="ADAL" clId="{3B8A40FB-91A5-4CBE-BD7F-428B524C7BE2}" dt="2025-05-06T04:55:34.147" v="7480"/>
        <pc:sldMkLst>
          <pc:docMk/>
          <pc:sldMk cId="1340471194" sldId="457"/>
        </pc:sldMkLst>
      </pc:sldChg>
      <pc:sldChg chg="addSp modSp new mod ord">
        <pc:chgData name="Aashrithest H G" userId="622bd235-907d-4fb8-839a-81785c42b997" providerId="ADAL" clId="{3B8A40FB-91A5-4CBE-BD7F-428B524C7BE2}" dt="2025-05-06T04:56:51.567" v="7496"/>
        <pc:sldMkLst>
          <pc:docMk/>
          <pc:sldMk cId="157911866" sldId="458"/>
        </pc:sldMkLst>
        <pc:spChg chg="mod">
          <ac:chgData name="Aashrithest H G" userId="622bd235-907d-4fb8-839a-81785c42b997" providerId="ADAL" clId="{3B8A40FB-91A5-4CBE-BD7F-428B524C7BE2}" dt="2025-05-06T04:56:41.876" v="7495" actId="14100"/>
          <ac:spMkLst>
            <pc:docMk/>
            <pc:sldMk cId="157911866" sldId="458"/>
            <ac:spMk id="3" creationId="{2C2AA464-63EA-84C8-926F-D744A7C3CFEE}"/>
          </ac:spMkLst>
        </pc:spChg>
        <pc:spChg chg="add mod">
          <ac:chgData name="Aashrithest H G" userId="622bd235-907d-4fb8-839a-81785c42b997" providerId="ADAL" clId="{3B8A40FB-91A5-4CBE-BD7F-428B524C7BE2}" dt="2025-05-06T04:56:51.567" v="7496"/>
          <ac:spMkLst>
            <pc:docMk/>
            <pc:sldMk cId="157911866" sldId="458"/>
            <ac:spMk id="4" creationId="{D4D00754-2A88-0C98-E9EF-7C55F3D782E1}"/>
          </ac:spMkLst>
        </pc:spChg>
      </pc:sldChg>
      <pc:sldChg chg="modSp new mod">
        <pc:chgData name="Aashrithest H G" userId="622bd235-907d-4fb8-839a-81785c42b997" providerId="ADAL" clId="{3B8A40FB-91A5-4CBE-BD7F-428B524C7BE2}" dt="2025-02-04T09:56:03.255" v="1845" actId="207"/>
        <pc:sldMkLst>
          <pc:docMk/>
          <pc:sldMk cId="1147424000" sldId="459"/>
        </pc:sldMkLst>
      </pc:sldChg>
      <pc:sldChg chg="addSp modSp new mod">
        <pc:chgData name="Aashrithest H G" userId="622bd235-907d-4fb8-839a-81785c42b997" providerId="ADAL" clId="{3B8A40FB-91A5-4CBE-BD7F-428B524C7BE2}" dt="2025-02-04T10:07:06.382" v="1866"/>
        <pc:sldMkLst>
          <pc:docMk/>
          <pc:sldMk cId="1593196611" sldId="460"/>
        </pc:sldMkLst>
      </pc:sldChg>
      <pc:sldChg chg="modSp new mod">
        <pc:chgData name="Aashrithest H G" userId="622bd235-907d-4fb8-839a-81785c42b997" providerId="ADAL" clId="{3B8A40FB-91A5-4CBE-BD7F-428B524C7BE2}" dt="2025-02-24T04:33:00.144" v="1918"/>
        <pc:sldMkLst>
          <pc:docMk/>
          <pc:sldMk cId="1510616494" sldId="461"/>
        </pc:sldMkLst>
      </pc:sldChg>
      <pc:sldChg chg="addSp modSp new mod">
        <pc:chgData name="Aashrithest H G" userId="622bd235-907d-4fb8-839a-81785c42b997" providerId="ADAL" clId="{3B8A40FB-91A5-4CBE-BD7F-428B524C7BE2}" dt="2025-02-24T04:35:43.956" v="1992"/>
        <pc:sldMkLst>
          <pc:docMk/>
          <pc:sldMk cId="1255225569" sldId="462"/>
        </pc:sldMkLst>
      </pc:sldChg>
      <pc:sldChg chg="modSp new mod">
        <pc:chgData name="Aashrithest H G" userId="622bd235-907d-4fb8-839a-81785c42b997" providerId="ADAL" clId="{3B8A40FB-91A5-4CBE-BD7F-428B524C7BE2}" dt="2025-04-01T06:20:16.601" v="7208" actId="13926"/>
        <pc:sldMkLst>
          <pc:docMk/>
          <pc:sldMk cId="2887589859" sldId="463"/>
        </pc:sldMkLst>
      </pc:sldChg>
      <pc:sldChg chg="addSp modSp new mod">
        <pc:chgData name="Aashrithest H G" userId="622bd235-907d-4fb8-839a-81785c42b997" providerId="ADAL" clId="{3B8A40FB-91A5-4CBE-BD7F-428B524C7BE2}" dt="2025-02-24T04:58:39.938" v="2061"/>
        <pc:sldMkLst>
          <pc:docMk/>
          <pc:sldMk cId="3602007711" sldId="464"/>
        </pc:sldMkLst>
      </pc:sldChg>
      <pc:sldChg chg="modSp new mod">
        <pc:chgData name="Aashrithest H G" userId="622bd235-907d-4fb8-839a-81785c42b997" providerId="ADAL" clId="{3B8A40FB-91A5-4CBE-BD7F-428B524C7BE2}" dt="2025-02-24T05:05:30.242" v="2118" actId="12"/>
        <pc:sldMkLst>
          <pc:docMk/>
          <pc:sldMk cId="991055195" sldId="465"/>
        </pc:sldMkLst>
      </pc:sldChg>
      <pc:sldChg chg="modSp new mod">
        <pc:chgData name="Aashrithest H G" userId="622bd235-907d-4fb8-839a-81785c42b997" providerId="ADAL" clId="{3B8A40FB-91A5-4CBE-BD7F-428B524C7BE2}" dt="2025-02-24T05:12:07.251" v="2160" actId="207"/>
        <pc:sldMkLst>
          <pc:docMk/>
          <pc:sldMk cId="316551077" sldId="466"/>
        </pc:sldMkLst>
      </pc:sldChg>
      <pc:sldChg chg="modSp new mod">
        <pc:chgData name="Aashrithest H G" userId="622bd235-907d-4fb8-839a-81785c42b997" providerId="ADAL" clId="{3B8A40FB-91A5-4CBE-BD7F-428B524C7BE2}" dt="2025-02-24T05:52:54.631" v="2250" actId="207"/>
        <pc:sldMkLst>
          <pc:docMk/>
          <pc:sldMk cId="1255401326" sldId="467"/>
        </pc:sldMkLst>
      </pc:sldChg>
      <pc:sldChg chg="modSp new mod">
        <pc:chgData name="Aashrithest H G" userId="622bd235-907d-4fb8-839a-81785c42b997" providerId="ADAL" clId="{3B8A40FB-91A5-4CBE-BD7F-428B524C7BE2}" dt="2025-02-24T05:53:12.182" v="2251" actId="207"/>
        <pc:sldMkLst>
          <pc:docMk/>
          <pc:sldMk cId="770351017" sldId="468"/>
        </pc:sldMkLst>
      </pc:sldChg>
      <pc:sldChg chg="addSp delSp modSp new mod">
        <pc:chgData name="Aashrithest H G" userId="622bd235-907d-4fb8-839a-81785c42b997" providerId="ADAL" clId="{3B8A40FB-91A5-4CBE-BD7F-428B524C7BE2}" dt="2025-02-24T06:17:46.097" v="2276" actId="20577"/>
        <pc:sldMkLst>
          <pc:docMk/>
          <pc:sldMk cId="4100225977" sldId="469"/>
        </pc:sldMkLst>
      </pc:sldChg>
      <pc:sldChg chg="modSp new mod">
        <pc:chgData name="Aashrithest H G" userId="622bd235-907d-4fb8-839a-81785c42b997" providerId="ADAL" clId="{3B8A40FB-91A5-4CBE-BD7F-428B524C7BE2}" dt="2025-02-24T06:19:40.777" v="2315" actId="13926"/>
        <pc:sldMkLst>
          <pc:docMk/>
          <pc:sldMk cId="594551025" sldId="470"/>
        </pc:sldMkLst>
      </pc:sldChg>
      <pc:sldChg chg="modSp new mod">
        <pc:chgData name="Aashrithest H G" userId="622bd235-907d-4fb8-839a-81785c42b997" providerId="ADAL" clId="{3B8A40FB-91A5-4CBE-BD7F-428B524C7BE2}" dt="2025-02-24T06:31:03.368" v="2347" actId="14100"/>
        <pc:sldMkLst>
          <pc:docMk/>
          <pc:sldMk cId="1592389667" sldId="471"/>
        </pc:sldMkLst>
      </pc:sldChg>
      <pc:sldChg chg="modSp new mod">
        <pc:chgData name="Aashrithest H G" userId="622bd235-907d-4fb8-839a-81785c42b997" providerId="ADAL" clId="{3B8A40FB-91A5-4CBE-BD7F-428B524C7BE2}" dt="2025-02-24T06:36:40.155" v="2365"/>
        <pc:sldMkLst>
          <pc:docMk/>
          <pc:sldMk cId="3913271837" sldId="472"/>
        </pc:sldMkLst>
      </pc:sldChg>
      <pc:sldChg chg="addSp modSp new mod">
        <pc:chgData name="Aashrithest H G" userId="622bd235-907d-4fb8-839a-81785c42b997" providerId="ADAL" clId="{3B8A40FB-91A5-4CBE-BD7F-428B524C7BE2}" dt="2025-02-24T06:59:27.528" v="2464" actId="20577"/>
        <pc:sldMkLst>
          <pc:docMk/>
          <pc:sldMk cId="4217466562" sldId="473"/>
        </pc:sldMkLst>
      </pc:sldChg>
      <pc:sldChg chg="modSp new mod">
        <pc:chgData name="Aashrithest H G" userId="622bd235-907d-4fb8-839a-81785c42b997" providerId="ADAL" clId="{3B8A40FB-91A5-4CBE-BD7F-428B524C7BE2}" dt="2025-02-24T07:12:06.306" v="2507" actId="12"/>
        <pc:sldMkLst>
          <pc:docMk/>
          <pc:sldMk cId="4177201456" sldId="474"/>
        </pc:sldMkLst>
      </pc:sldChg>
      <pc:sldChg chg="modSp new mod">
        <pc:chgData name="Aashrithest H G" userId="622bd235-907d-4fb8-839a-81785c42b997" providerId="ADAL" clId="{3B8A40FB-91A5-4CBE-BD7F-428B524C7BE2}" dt="2025-02-24T07:18:28.894" v="2560" actId="20577"/>
        <pc:sldMkLst>
          <pc:docMk/>
          <pc:sldMk cId="3165228296" sldId="475"/>
        </pc:sldMkLst>
      </pc:sldChg>
      <pc:sldChg chg="addSp modSp new mod">
        <pc:chgData name="Aashrithest H G" userId="622bd235-907d-4fb8-839a-81785c42b997" providerId="ADAL" clId="{3B8A40FB-91A5-4CBE-BD7F-428B524C7BE2}" dt="2025-03-14T14:13:35.832" v="5904" actId="20577"/>
        <pc:sldMkLst>
          <pc:docMk/>
          <pc:sldMk cId="2489945164" sldId="476"/>
        </pc:sldMkLst>
      </pc:sldChg>
      <pc:sldChg chg="modSp new mod">
        <pc:chgData name="Aashrithest H G" userId="622bd235-907d-4fb8-839a-81785c42b997" providerId="ADAL" clId="{3B8A40FB-91A5-4CBE-BD7F-428B524C7BE2}" dt="2025-02-24T10:08:46.888" v="2607" actId="13926"/>
        <pc:sldMkLst>
          <pc:docMk/>
          <pc:sldMk cId="4112874753" sldId="477"/>
        </pc:sldMkLst>
      </pc:sldChg>
      <pc:sldChg chg="modSp new mod">
        <pc:chgData name="Aashrithest H G" userId="622bd235-907d-4fb8-839a-81785c42b997" providerId="ADAL" clId="{3B8A40FB-91A5-4CBE-BD7F-428B524C7BE2}" dt="2025-02-24T10:13:13.287" v="2632"/>
        <pc:sldMkLst>
          <pc:docMk/>
          <pc:sldMk cId="591897229" sldId="478"/>
        </pc:sldMkLst>
      </pc:sldChg>
      <pc:sldChg chg="modSp new mod">
        <pc:chgData name="Aashrithest H G" userId="622bd235-907d-4fb8-839a-81785c42b997" providerId="ADAL" clId="{3B8A40FB-91A5-4CBE-BD7F-428B524C7BE2}" dt="2025-02-25T03:44:36.703" v="2668" actId="12"/>
        <pc:sldMkLst>
          <pc:docMk/>
          <pc:sldMk cId="4165115067" sldId="479"/>
        </pc:sldMkLst>
      </pc:sldChg>
      <pc:sldChg chg="modSp new mod">
        <pc:chgData name="Aashrithest H G" userId="622bd235-907d-4fb8-839a-81785c42b997" providerId="ADAL" clId="{3B8A40FB-91A5-4CBE-BD7F-428B524C7BE2}" dt="2025-02-25T04:12:06.352" v="2708" actId="14100"/>
        <pc:sldMkLst>
          <pc:docMk/>
          <pc:sldMk cId="343603477" sldId="480"/>
        </pc:sldMkLst>
      </pc:sldChg>
      <pc:sldChg chg="modSp new mod">
        <pc:chgData name="Aashrithest H G" userId="622bd235-907d-4fb8-839a-81785c42b997" providerId="ADAL" clId="{3B8A40FB-91A5-4CBE-BD7F-428B524C7BE2}" dt="2025-02-25T06:14:59.539" v="2725"/>
        <pc:sldMkLst>
          <pc:docMk/>
          <pc:sldMk cId="445503504" sldId="481"/>
        </pc:sldMkLst>
      </pc:sldChg>
      <pc:sldChg chg="modSp new mod">
        <pc:chgData name="Aashrithest H G" userId="622bd235-907d-4fb8-839a-81785c42b997" providerId="ADAL" clId="{3B8A40FB-91A5-4CBE-BD7F-428B524C7BE2}" dt="2025-02-25T06:17:26.805" v="2754"/>
        <pc:sldMkLst>
          <pc:docMk/>
          <pc:sldMk cId="3197914230" sldId="482"/>
        </pc:sldMkLst>
      </pc:sldChg>
      <pc:sldChg chg="addSp modSp new mod">
        <pc:chgData name="Aashrithest H G" userId="622bd235-907d-4fb8-839a-81785c42b997" providerId="ADAL" clId="{3B8A40FB-91A5-4CBE-BD7F-428B524C7BE2}" dt="2025-02-25T06:31:55.377" v="2772"/>
        <pc:sldMkLst>
          <pc:docMk/>
          <pc:sldMk cId="3827131856" sldId="483"/>
        </pc:sldMkLst>
      </pc:sldChg>
      <pc:sldChg chg="modSp new mod">
        <pc:chgData name="Aashrithest H G" userId="622bd235-907d-4fb8-839a-81785c42b997" providerId="ADAL" clId="{3B8A40FB-91A5-4CBE-BD7F-428B524C7BE2}" dt="2025-02-25T08:41:45.424" v="2884" actId="20577"/>
        <pc:sldMkLst>
          <pc:docMk/>
          <pc:sldMk cId="1955321996" sldId="484"/>
        </pc:sldMkLst>
      </pc:sldChg>
      <pc:sldChg chg="addSp modSp new mod ord">
        <pc:chgData name="Aashrithest H G" userId="622bd235-907d-4fb8-839a-81785c42b997" providerId="ADAL" clId="{3B8A40FB-91A5-4CBE-BD7F-428B524C7BE2}" dt="2025-02-25T09:30:52.353" v="2986"/>
        <pc:sldMkLst>
          <pc:docMk/>
          <pc:sldMk cId="611713377" sldId="485"/>
        </pc:sldMkLst>
      </pc:sldChg>
      <pc:sldChg chg="modSp new mod">
        <pc:chgData name="Aashrithest H G" userId="622bd235-907d-4fb8-839a-81785c42b997" providerId="ADAL" clId="{3B8A40FB-91A5-4CBE-BD7F-428B524C7BE2}" dt="2025-02-25T09:55:54.428" v="3048"/>
        <pc:sldMkLst>
          <pc:docMk/>
          <pc:sldMk cId="971285787" sldId="486"/>
        </pc:sldMkLst>
      </pc:sldChg>
      <pc:sldChg chg="modSp new mod">
        <pc:chgData name="Aashrithest H G" userId="622bd235-907d-4fb8-839a-81785c42b997" providerId="ADAL" clId="{3B8A40FB-91A5-4CBE-BD7F-428B524C7BE2}" dt="2025-02-25T09:00:01.473" v="2909" actId="13926"/>
        <pc:sldMkLst>
          <pc:docMk/>
          <pc:sldMk cId="3931028615" sldId="487"/>
        </pc:sldMkLst>
      </pc:sldChg>
      <pc:sldChg chg="addSp delSp modSp new mod">
        <pc:chgData name="Aashrithest H G" userId="622bd235-907d-4fb8-839a-81785c42b997" providerId="ADAL" clId="{3B8A40FB-91A5-4CBE-BD7F-428B524C7BE2}" dt="2025-02-25T09:53:53.574" v="3024"/>
        <pc:sldMkLst>
          <pc:docMk/>
          <pc:sldMk cId="2343100500" sldId="488"/>
        </pc:sldMkLst>
      </pc:sldChg>
      <pc:sldChg chg="modSp new del mod">
        <pc:chgData name="Aashrithest H G" userId="622bd235-907d-4fb8-839a-81785c42b997" providerId="ADAL" clId="{3B8A40FB-91A5-4CBE-BD7F-428B524C7BE2}" dt="2025-02-25T09:30:46.070" v="2984" actId="47"/>
        <pc:sldMkLst>
          <pc:docMk/>
          <pc:sldMk cId="1445624512" sldId="489"/>
        </pc:sldMkLst>
      </pc:sldChg>
      <pc:sldChg chg="modSp new del mod">
        <pc:chgData name="Aashrithest H G" userId="622bd235-907d-4fb8-839a-81785c42b997" providerId="ADAL" clId="{3B8A40FB-91A5-4CBE-BD7F-428B524C7BE2}" dt="2025-02-25T09:25:18.962" v="2975" actId="47"/>
        <pc:sldMkLst>
          <pc:docMk/>
          <pc:sldMk cId="2138378834" sldId="489"/>
        </pc:sldMkLst>
      </pc:sldChg>
      <pc:sldChg chg="addSp delSp modSp new mod">
        <pc:chgData name="Aashrithest H G" userId="622bd235-907d-4fb8-839a-81785c42b997" providerId="ADAL" clId="{3B8A40FB-91A5-4CBE-BD7F-428B524C7BE2}" dt="2025-02-25T10:09:27.140" v="3059" actId="14100"/>
        <pc:sldMkLst>
          <pc:docMk/>
          <pc:sldMk cId="4285610790" sldId="489"/>
        </pc:sldMkLst>
      </pc:sldChg>
      <pc:sldChg chg="addSp modSp new mod">
        <pc:chgData name="Aashrithest H G" userId="622bd235-907d-4fb8-839a-81785c42b997" providerId="ADAL" clId="{3B8A40FB-91A5-4CBE-BD7F-428B524C7BE2}" dt="2025-02-25T10:25:40.082" v="3098" actId="255"/>
        <pc:sldMkLst>
          <pc:docMk/>
          <pc:sldMk cId="2553820102" sldId="490"/>
        </pc:sldMkLst>
      </pc:sldChg>
      <pc:sldChg chg="addSp modSp new mod">
        <pc:chgData name="Aashrithest H G" userId="622bd235-907d-4fb8-839a-81785c42b997" providerId="ADAL" clId="{3B8A40FB-91A5-4CBE-BD7F-428B524C7BE2}" dt="2025-02-26T07:44:51.770" v="3213" actId="207"/>
        <pc:sldMkLst>
          <pc:docMk/>
          <pc:sldMk cId="1225243275" sldId="491"/>
        </pc:sldMkLst>
      </pc:sldChg>
      <pc:sldChg chg="addSp modSp new mod">
        <pc:chgData name="Aashrithest H G" userId="622bd235-907d-4fb8-839a-81785c42b997" providerId="ADAL" clId="{3B8A40FB-91A5-4CBE-BD7F-428B524C7BE2}" dt="2025-02-26T06:25:02.665" v="3165"/>
        <pc:sldMkLst>
          <pc:docMk/>
          <pc:sldMk cId="3435608793" sldId="492"/>
        </pc:sldMkLst>
      </pc:sldChg>
      <pc:sldChg chg="addSp modSp new mod">
        <pc:chgData name="Aashrithest H G" userId="622bd235-907d-4fb8-839a-81785c42b997" providerId="ADAL" clId="{3B8A40FB-91A5-4CBE-BD7F-428B524C7BE2}" dt="2025-02-26T07:42:12.971" v="3194" actId="14100"/>
        <pc:sldMkLst>
          <pc:docMk/>
          <pc:sldMk cId="1715378945" sldId="493"/>
        </pc:sldMkLst>
      </pc:sldChg>
      <pc:sldChg chg="addSp modSp new mod">
        <pc:chgData name="Aashrithest H G" userId="622bd235-907d-4fb8-839a-81785c42b997" providerId="ADAL" clId="{3B8A40FB-91A5-4CBE-BD7F-428B524C7BE2}" dt="2025-02-26T07:46:52.526" v="3226" actId="12"/>
        <pc:sldMkLst>
          <pc:docMk/>
          <pc:sldMk cId="33008679" sldId="494"/>
        </pc:sldMkLst>
      </pc:sldChg>
      <pc:sldChg chg="addSp modSp new mod">
        <pc:chgData name="Aashrithest H G" userId="622bd235-907d-4fb8-839a-81785c42b997" providerId="ADAL" clId="{3B8A40FB-91A5-4CBE-BD7F-428B524C7BE2}" dt="2025-02-27T03:31:50.932" v="3253" actId="14100"/>
        <pc:sldMkLst>
          <pc:docMk/>
          <pc:sldMk cId="4149305288" sldId="495"/>
        </pc:sldMkLst>
      </pc:sldChg>
      <pc:sldChg chg="addSp modSp new mod">
        <pc:chgData name="Aashrithest H G" userId="622bd235-907d-4fb8-839a-81785c42b997" providerId="ADAL" clId="{3B8A40FB-91A5-4CBE-BD7F-428B524C7BE2}" dt="2025-02-27T03:52:26.450" v="3272" actId="20577"/>
        <pc:sldMkLst>
          <pc:docMk/>
          <pc:sldMk cId="2240494492" sldId="496"/>
        </pc:sldMkLst>
      </pc:sldChg>
      <pc:sldChg chg="modSp new mod">
        <pc:chgData name="Aashrithest H G" userId="622bd235-907d-4fb8-839a-81785c42b997" providerId="ADAL" clId="{3B8A40FB-91A5-4CBE-BD7F-428B524C7BE2}" dt="2025-02-27T04:07:22.829" v="3309" actId="207"/>
        <pc:sldMkLst>
          <pc:docMk/>
          <pc:sldMk cId="3320322420" sldId="497"/>
        </pc:sldMkLst>
      </pc:sldChg>
      <pc:sldChg chg="addSp modSp new mod">
        <pc:chgData name="Aashrithest H G" userId="622bd235-907d-4fb8-839a-81785c42b997" providerId="ADAL" clId="{3B8A40FB-91A5-4CBE-BD7F-428B524C7BE2}" dt="2025-04-05T06:06:46.644" v="7454" actId="20577"/>
        <pc:sldMkLst>
          <pc:docMk/>
          <pc:sldMk cId="3847780514" sldId="498"/>
        </pc:sldMkLst>
      </pc:sldChg>
      <pc:sldChg chg="addSp modSp new mod">
        <pc:chgData name="Aashrithest H G" userId="622bd235-907d-4fb8-839a-81785c42b997" providerId="ADAL" clId="{3B8A40FB-91A5-4CBE-BD7F-428B524C7BE2}" dt="2025-02-27T04:52:24.976" v="3346"/>
        <pc:sldMkLst>
          <pc:docMk/>
          <pc:sldMk cId="4034348437" sldId="499"/>
        </pc:sldMkLst>
      </pc:sldChg>
      <pc:sldChg chg="modSp new mod">
        <pc:chgData name="Aashrithest H G" userId="622bd235-907d-4fb8-839a-81785c42b997" providerId="ADAL" clId="{3B8A40FB-91A5-4CBE-BD7F-428B524C7BE2}" dt="2025-02-27T05:23:08.868" v="3413" actId="5793"/>
        <pc:sldMkLst>
          <pc:docMk/>
          <pc:sldMk cId="738644925" sldId="500"/>
        </pc:sldMkLst>
      </pc:sldChg>
      <pc:sldChg chg="modSp new mod">
        <pc:chgData name="Aashrithest H G" userId="622bd235-907d-4fb8-839a-81785c42b997" providerId="ADAL" clId="{3B8A40FB-91A5-4CBE-BD7F-428B524C7BE2}" dt="2025-02-27T05:32:34.338" v="3489" actId="14100"/>
        <pc:sldMkLst>
          <pc:docMk/>
          <pc:sldMk cId="2482329995" sldId="501"/>
        </pc:sldMkLst>
      </pc:sldChg>
      <pc:sldChg chg="modSp new mod">
        <pc:chgData name="Aashrithest H G" userId="622bd235-907d-4fb8-839a-81785c42b997" providerId="ADAL" clId="{3B8A40FB-91A5-4CBE-BD7F-428B524C7BE2}" dt="2025-02-27T05:36:01.709" v="3525"/>
        <pc:sldMkLst>
          <pc:docMk/>
          <pc:sldMk cId="205166366" sldId="502"/>
        </pc:sldMkLst>
      </pc:sldChg>
      <pc:sldChg chg="modSp new mod">
        <pc:chgData name="Aashrithest H G" userId="622bd235-907d-4fb8-839a-81785c42b997" providerId="ADAL" clId="{3B8A40FB-91A5-4CBE-BD7F-428B524C7BE2}" dt="2025-02-27T05:37:50.610" v="3558"/>
        <pc:sldMkLst>
          <pc:docMk/>
          <pc:sldMk cId="3197315832" sldId="503"/>
        </pc:sldMkLst>
      </pc:sldChg>
      <pc:sldChg chg="modSp new mod">
        <pc:chgData name="Aashrithest H G" userId="622bd235-907d-4fb8-839a-81785c42b997" providerId="ADAL" clId="{3B8A40FB-91A5-4CBE-BD7F-428B524C7BE2}" dt="2025-02-27T06:10:51.029" v="3645" actId="12"/>
        <pc:sldMkLst>
          <pc:docMk/>
          <pc:sldMk cId="3604228855" sldId="504"/>
        </pc:sldMkLst>
      </pc:sldChg>
      <pc:sldChg chg="addSp modSp new mod ord">
        <pc:chgData name="Aashrithest H G" userId="622bd235-907d-4fb8-839a-81785c42b997" providerId="ADAL" clId="{3B8A40FB-91A5-4CBE-BD7F-428B524C7BE2}" dt="2025-02-27T06:08:09.730" v="3622"/>
        <pc:sldMkLst>
          <pc:docMk/>
          <pc:sldMk cId="3035422321" sldId="505"/>
        </pc:sldMkLst>
      </pc:sldChg>
      <pc:sldChg chg="modSp add mod">
        <pc:chgData name="Aashrithest H G" userId="622bd235-907d-4fb8-839a-81785c42b997" providerId="ADAL" clId="{3B8A40FB-91A5-4CBE-BD7F-428B524C7BE2}" dt="2025-02-27T06:07:52.641" v="3619"/>
        <pc:sldMkLst>
          <pc:docMk/>
          <pc:sldMk cId="0" sldId="506"/>
        </pc:sldMkLst>
      </pc:sldChg>
      <pc:sldChg chg="addSp delSp modSp new mod">
        <pc:chgData name="Aashrithest H G" userId="622bd235-907d-4fb8-839a-81785c42b997" providerId="ADAL" clId="{3B8A40FB-91A5-4CBE-BD7F-428B524C7BE2}" dt="2025-02-27T06:23:27.725" v="3665" actId="207"/>
        <pc:sldMkLst>
          <pc:docMk/>
          <pc:sldMk cId="2848844235" sldId="507"/>
        </pc:sldMkLst>
      </pc:sldChg>
      <pc:sldChg chg="modSp new mod">
        <pc:chgData name="Aashrithest H G" userId="622bd235-907d-4fb8-839a-81785c42b997" providerId="ADAL" clId="{3B8A40FB-91A5-4CBE-BD7F-428B524C7BE2}" dt="2025-02-27T06:44:12.582" v="3755" actId="207"/>
        <pc:sldMkLst>
          <pc:docMk/>
          <pc:sldMk cId="3084992336" sldId="508"/>
        </pc:sldMkLst>
      </pc:sldChg>
      <pc:sldChg chg="modSp new mod">
        <pc:chgData name="Aashrithest H G" userId="622bd235-907d-4fb8-839a-81785c42b997" providerId="ADAL" clId="{3B8A40FB-91A5-4CBE-BD7F-428B524C7BE2}" dt="2025-02-27T06:44:07.457" v="3754" actId="207"/>
        <pc:sldMkLst>
          <pc:docMk/>
          <pc:sldMk cId="709941819" sldId="509"/>
        </pc:sldMkLst>
      </pc:sldChg>
      <pc:sldChg chg="modSp new mod">
        <pc:chgData name="Aashrithest H G" userId="622bd235-907d-4fb8-839a-81785c42b997" providerId="ADAL" clId="{3B8A40FB-91A5-4CBE-BD7F-428B524C7BE2}" dt="2025-02-27T06:48:12.954" v="3777" actId="207"/>
        <pc:sldMkLst>
          <pc:docMk/>
          <pc:sldMk cId="799624659" sldId="510"/>
        </pc:sldMkLst>
      </pc:sldChg>
      <pc:sldChg chg="addSp modSp new mod">
        <pc:chgData name="Aashrithest H G" userId="622bd235-907d-4fb8-839a-81785c42b997" providerId="ADAL" clId="{3B8A40FB-91A5-4CBE-BD7F-428B524C7BE2}" dt="2025-02-27T08:44:15.586" v="3840" actId="207"/>
        <pc:sldMkLst>
          <pc:docMk/>
          <pc:sldMk cId="1141937707" sldId="511"/>
        </pc:sldMkLst>
      </pc:sldChg>
      <pc:sldChg chg="modSp new mod">
        <pc:chgData name="Aashrithest H G" userId="622bd235-907d-4fb8-839a-81785c42b997" providerId="ADAL" clId="{3B8A40FB-91A5-4CBE-BD7F-428B524C7BE2}" dt="2025-02-27T08:47:54.512" v="3877" actId="207"/>
        <pc:sldMkLst>
          <pc:docMk/>
          <pc:sldMk cId="344777498" sldId="512"/>
        </pc:sldMkLst>
      </pc:sldChg>
      <pc:sldChg chg="modSp new mod">
        <pc:chgData name="Aashrithest H G" userId="622bd235-907d-4fb8-839a-81785c42b997" providerId="ADAL" clId="{3B8A40FB-91A5-4CBE-BD7F-428B524C7BE2}" dt="2025-02-27T08:52:07.442" v="3939" actId="207"/>
        <pc:sldMkLst>
          <pc:docMk/>
          <pc:sldMk cId="56436897" sldId="513"/>
        </pc:sldMkLst>
      </pc:sldChg>
      <pc:sldChg chg="modSp new mod">
        <pc:chgData name="Aashrithest H G" userId="622bd235-907d-4fb8-839a-81785c42b997" providerId="ADAL" clId="{3B8A40FB-91A5-4CBE-BD7F-428B524C7BE2}" dt="2025-03-01T03:49:53.880" v="4022" actId="207"/>
        <pc:sldMkLst>
          <pc:docMk/>
          <pc:sldMk cId="2696358564" sldId="514"/>
        </pc:sldMkLst>
      </pc:sldChg>
      <pc:sldChg chg="addSp modSp new mod">
        <pc:chgData name="Aashrithest H G" userId="622bd235-907d-4fb8-839a-81785c42b997" providerId="ADAL" clId="{3B8A40FB-91A5-4CBE-BD7F-428B524C7BE2}" dt="2025-03-01T03:39:41.553" v="3971"/>
        <pc:sldMkLst>
          <pc:docMk/>
          <pc:sldMk cId="4099831446" sldId="515"/>
        </pc:sldMkLst>
      </pc:sldChg>
      <pc:sldChg chg="addSp delSp modSp new add del mod">
        <pc:chgData name="Aashrithest H G" userId="622bd235-907d-4fb8-839a-81785c42b997" providerId="ADAL" clId="{3B8A40FB-91A5-4CBE-BD7F-428B524C7BE2}" dt="2025-03-11T05:52:53.094" v="5898" actId="47"/>
        <pc:sldMkLst>
          <pc:docMk/>
          <pc:sldMk cId="3778111947" sldId="516"/>
        </pc:sldMkLst>
      </pc:sldChg>
      <pc:sldChg chg="addSp modSp new mod">
        <pc:chgData name="Aashrithest H G" userId="622bd235-907d-4fb8-839a-81785c42b997" providerId="ADAL" clId="{3B8A40FB-91A5-4CBE-BD7F-428B524C7BE2}" dt="2025-03-01T05:06:41.417" v="4059"/>
        <pc:sldMkLst>
          <pc:docMk/>
          <pc:sldMk cId="807026218" sldId="517"/>
        </pc:sldMkLst>
      </pc:sldChg>
      <pc:sldChg chg="modSp new mod">
        <pc:chgData name="Aashrithest H G" userId="622bd235-907d-4fb8-839a-81785c42b997" providerId="ADAL" clId="{3B8A40FB-91A5-4CBE-BD7F-428B524C7BE2}" dt="2025-03-01T05:16:54.738" v="4161" actId="14100"/>
        <pc:sldMkLst>
          <pc:docMk/>
          <pc:sldMk cId="1318938497" sldId="518"/>
        </pc:sldMkLst>
      </pc:sldChg>
      <pc:sldChg chg="modSp new mod">
        <pc:chgData name="Aashrithest H G" userId="622bd235-907d-4fb8-839a-81785c42b997" providerId="ADAL" clId="{3B8A40FB-91A5-4CBE-BD7F-428B524C7BE2}" dt="2025-03-01T05:08:50.702" v="4108"/>
        <pc:sldMkLst>
          <pc:docMk/>
          <pc:sldMk cId="3427536581" sldId="519"/>
        </pc:sldMkLst>
      </pc:sldChg>
      <pc:sldChg chg="modSp new mod">
        <pc:chgData name="Aashrithest H G" userId="622bd235-907d-4fb8-839a-81785c42b997" providerId="ADAL" clId="{3B8A40FB-91A5-4CBE-BD7F-428B524C7BE2}" dt="2025-03-01T05:30:03.222" v="4193" actId="207"/>
        <pc:sldMkLst>
          <pc:docMk/>
          <pc:sldMk cId="3901231699" sldId="520"/>
        </pc:sldMkLst>
      </pc:sldChg>
      <pc:sldChg chg="modSp new mod">
        <pc:chgData name="Aashrithest H G" userId="622bd235-907d-4fb8-839a-81785c42b997" providerId="ADAL" clId="{3B8A40FB-91A5-4CBE-BD7F-428B524C7BE2}" dt="2025-03-01T05:48:25.712" v="4232" actId="207"/>
        <pc:sldMkLst>
          <pc:docMk/>
          <pc:sldMk cId="3133585715" sldId="521"/>
        </pc:sldMkLst>
      </pc:sldChg>
      <pc:sldChg chg="modSp new mod">
        <pc:chgData name="Aashrithest H G" userId="622bd235-907d-4fb8-839a-81785c42b997" providerId="ADAL" clId="{3B8A40FB-91A5-4CBE-BD7F-428B524C7BE2}" dt="2025-03-01T06:10:35.359" v="4263" actId="255"/>
        <pc:sldMkLst>
          <pc:docMk/>
          <pc:sldMk cId="2119468701" sldId="522"/>
        </pc:sldMkLst>
      </pc:sldChg>
      <pc:sldChg chg="addSp modSp new mod">
        <pc:chgData name="Aashrithest H G" userId="622bd235-907d-4fb8-839a-81785c42b997" providerId="ADAL" clId="{3B8A40FB-91A5-4CBE-BD7F-428B524C7BE2}" dt="2025-03-01T06:16:39.002" v="4337"/>
        <pc:sldMkLst>
          <pc:docMk/>
          <pc:sldMk cId="1333143664" sldId="523"/>
        </pc:sldMkLst>
      </pc:sldChg>
      <pc:sldChg chg="modSp new mod">
        <pc:chgData name="Aashrithest H G" userId="622bd235-907d-4fb8-839a-81785c42b997" providerId="ADAL" clId="{3B8A40FB-91A5-4CBE-BD7F-428B524C7BE2}" dt="2025-03-01T06:18:39.085" v="4365" actId="207"/>
        <pc:sldMkLst>
          <pc:docMk/>
          <pc:sldMk cId="659162311" sldId="524"/>
        </pc:sldMkLst>
      </pc:sldChg>
      <pc:sldChg chg="addSp modSp new mod">
        <pc:chgData name="Aashrithest H G" userId="622bd235-907d-4fb8-839a-81785c42b997" providerId="ADAL" clId="{3B8A40FB-91A5-4CBE-BD7F-428B524C7BE2}" dt="2025-03-01T06:32:26.671" v="4378"/>
        <pc:sldMkLst>
          <pc:docMk/>
          <pc:sldMk cId="4284040310" sldId="525"/>
        </pc:sldMkLst>
      </pc:sldChg>
      <pc:sldChg chg="modSp new mod">
        <pc:chgData name="Aashrithest H G" userId="622bd235-907d-4fb8-839a-81785c42b997" providerId="ADAL" clId="{3B8A40FB-91A5-4CBE-BD7F-428B524C7BE2}" dt="2025-03-01T06:42:00.295" v="4398"/>
        <pc:sldMkLst>
          <pc:docMk/>
          <pc:sldMk cId="1855856717" sldId="526"/>
        </pc:sldMkLst>
      </pc:sldChg>
      <pc:sldChg chg="addSp modSp new mod">
        <pc:chgData name="Aashrithest H G" userId="622bd235-907d-4fb8-839a-81785c42b997" providerId="ADAL" clId="{3B8A40FB-91A5-4CBE-BD7F-428B524C7BE2}" dt="2025-03-08T07:10:04.350" v="5830" actId="20577"/>
        <pc:sldMkLst>
          <pc:docMk/>
          <pc:sldMk cId="1294394793" sldId="527"/>
        </pc:sldMkLst>
      </pc:sldChg>
      <pc:sldChg chg="addSp modSp new mod">
        <pc:chgData name="Aashrithest H G" userId="622bd235-907d-4fb8-839a-81785c42b997" providerId="ADAL" clId="{3B8A40FB-91A5-4CBE-BD7F-428B524C7BE2}" dt="2025-03-01T08:21:44.082" v="4601" actId="14100"/>
        <pc:sldMkLst>
          <pc:docMk/>
          <pc:sldMk cId="3912670474" sldId="528"/>
        </pc:sldMkLst>
      </pc:sldChg>
      <pc:sldChg chg="modSp new mod">
        <pc:chgData name="Aashrithest H G" userId="622bd235-907d-4fb8-839a-81785c42b997" providerId="ADAL" clId="{3B8A40FB-91A5-4CBE-BD7F-428B524C7BE2}" dt="2025-03-01T14:31:01.910" v="4760" actId="207"/>
        <pc:sldMkLst>
          <pc:docMk/>
          <pc:sldMk cId="856804841" sldId="529"/>
        </pc:sldMkLst>
      </pc:sldChg>
      <pc:sldChg chg="addSp modSp new mod">
        <pc:chgData name="Aashrithest H G" userId="622bd235-907d-4fb8-839a-81785c42b997" providerId="ADAL" clId="{3B8A40FB-91A5-4CBE-BD7F-428B524C7BE2}" dt="2025-03-01T14:15:55.580" v="4633"/>
        <pc:sldMkLst>
          <pc:docMk/>
          <pc:sldMk cId="122721270" sldId="530"/>
        </pc:sldMkLst>
      </pc:sldChg>
      <pc:sldChg chg="addSp modSp new mod">
        <pc:chgData name="Aashrithest H G" userId="622bd235-907d-4fb8-839a-81785c42b997" providerId="ADAL" clId="{3B8A40FB-91A5-4CBE-BD7F-428B524C7BE2}" dt="2025-03-01T14:18:31.168" v="4701" actId="1076"/>
        <pc:sldMkLst>
          <pc:docMk/>
          <pc:sldMk cId="962922130" sldId="531"/>
        </pc:sldMkLst>
      </pc:sldChg>
      <pc:sldChg chg="modSp new mod">
        <pc:chgData name="Aashrithest H G" userId="622bd235-907d-4fb8-839a-81785c42b997" providerId="ADAL" clId="{3B8A40FB-91A5-4CBE-BD7F-428B524C7BE2}" dt="2025-03-01T14:21:30.792" v="4727" actId="207"/>
        <pc:sldMkLst>
          <pc:docMk/>
          <pc:sldMk cId="4249764336" sldId="532"/>
        </pc:sldMkLst>
      </pc:sldChg>
      <pc:sldChg chg="addSp modSp new mod">
        <pc:chgData name="Aashrithest H G" userId="622bd235-907d-4fb8-839a-81785c42b997" providerId="ADAL" clId="{3B8A40FB-91A5-4CBE-BD7F-428B524C7BE2}" dt="2025-03-01T14:40:06.261" v="4810" actId="12"/>
        <pc:sldMkLst>
          <pc:docMk/>
          <pc:sldMk cId="2672892088" sldId="533"/>
        </pc:sldMkLst>
      </pc:sldChg>
      <pc:sldChg chg="addSp modSp new mod">
        <pc:chgData name="Aashrithest H G" userId="622bd235-907d-4fb8-839a-81785c42b997" providerId="ADAL" clId="{3B8A40FB-91A5-4CBE-BD7F-428B524C7BE2}" dt="2025-03-01T15:03:34.273" v="4829"/>
        <pc:sldMkLst>
          <pc:docMk/>
          <pc:sldMk cId="2297317969" sldId="534"/>
        </pc:sldMkLst>
      </pc:sldChg>
      <pc:sldChg chg="addSp modSp new mod">
        <pc:chgData name="Aashrithest H G" userId="622bd235-907d-4fb8-839a-81785c42b997" providerId="ADAL" clId="{3B8A40FB-91A5-4CBE-BD7F-428B524C7BE2}" dt="2025-03-01T15:08:54.192" v="5028"/>
        <pc:sldMkLst>
          <pc:docMk/>
          <pc:sldMk cId="287137168" sldId="535"/>
        </pc:sldMkLst>
      </pc:sldChg>
      <pc:sldChg chg="modSp new mod">
        <pc:chgData name="Aashrithest H G" userId="622bd235-907d-4fb8-839a-81785c42b997" providerId="ADAL" clId="{3B8A40FB-91A5-4CBE-BD7F-428B524C7BE2}" dt="2025-03-01T15:32:29.085" v="5061"/>
        <pc:sldMkLst>
          <pc:docMk/>
          <pc:sldMk cId="90994051" sldId="536"/>
        </pc:sldMkLst>
      </pc:sldChg>
      <pc:sldChg chg="addSp modSp new mod">
        <pc:chgData name="Aashrithest H G" userId="622bd235-907d-4fb8-839a-81785c42b997" providerId="ADAL" clId="{3B8A40FB-91A5-4CBE-BD7F-428B524C7BE2}" dt="2025-03-01T15:37:14.075" v="5201"/>
        <pc:sldMkLst>
          <pc:docMk/>
          <pc:sldMk cId="304357781" sldId="537"/>
        </pc:sldMkLst>
      </pc:sldChg>
      <pc:sldChg chg="modSp new mod">
        <pc:chgData name="Aashrithest H G" userId="622bd235-907d-4fb8-839a-81785c42b997" providerId="ADAL" clId="{3B8A40FB-91A5-4CBE-BD7F-428B524C7BE2}" dt="2025-03-01T17:14:19.108" v="5229"/>
        <pc:sldMkLst>
          <pc:docMk/>
          <pc:sldMk cId="3882936806" sldId="538"/>
        </pc:sldMkLst>
      </pc:sldChg>
      <pc:sldChg chg="addSp modSp new mod">
        <pc:chgData name="Aashrithest H G" userId="622bd235-907d-4fb8-839a-81785c42b997" providerId="ADAL" clId="{3B8A40FB-91A5-4CBE-BD7F-428B524C7BE2}" dt="2025-03-01T17:16:17.801" v="5253" actId="14100"/>
        <pc:sldMkLst>
          <pc:docMk/>
          <pc:sldMk cId="3074217040" sldId="539"/>
        </pc:sldMkLst>
      </pc:sldChg>
      <pc:sldChg chg="modSp new mod">
        <pc:chgData name="Aashrithest H G" userId="622bd235-907d-4fb8-839a-81785c42b997" providerId="ADAL" clId="{3B8A40FB-91A5-4CBE-BD7F-428B524C7BE2}" dt="2025-03-02T06:43:52.066" v="5282"/>
        <pc:sldMkLst>
          <pc:docMk/>
          <pc:sldMk cId="2659318386" sldId="540"/>
        </pc:sldMkLst>
      </pc:sldChg>
      <pc:sldChg chg="addSp modSp new mod">
        <pc:chgData name="Aashrithest H G" userId="622bd235-907d-4fb8-839a-81785c42b997" providerId="ADAL" clId="{3B8A40FB-91A5-4CBE-BD7F-428B524C7BE2}" dt="2025-03-02T07:04:35.447" v="5301"/>
        <pc:sldMkLst>
          <pc:docMk/>
          <pc:sldMk cId="923194527" sldId="541"/>
        </pc:sldMkLst>
      </pc:sldChg>
      <pc:sldChg chg="modSp new mod">
        <pc:chgData name="Aashrithest H G" userId="622bd235-907d-4fb8-839a-81785c42b997" providerId="ADAL" clId="{3B8A40FB-91A5-4CBE-BD7F-428B524C7BE2}" dt="2025-03-02T07:07:10.617" v="5326" actId="12"/>
        <pc:sldMkLst>
          <pc:docMk/>
          <pc:sldMk cId="3091835432" sldId="542"/>
        </pc:sldMkLst>
      </pc:sldChg>
      <pc:sldChg chg="addSp modSp new mod">
        <pc:chgData name="Aashrithest H G" userId="622bd235-907d-4fb8-839a-81785c42b997" providerId="ADAL" clId="{3B8A40FB-91A5-4CBE-BD7F-428B524C7BE2}" dt="2025-03-02T07:09:24.743" v="5349"/>
        <pc:sldMkLst>
          <pc:docMk/>
          <pc:sldMk cId="3887636082" sldId="543"/>
        </pc:sldMkLst>
      </pc:sldChg>
      <pc:sldChg chg="modSp new mod">
        <pc:chgData name="Aashrithest H G" userId="622bd235-907d-4fb8-839a-81785c42b997" providerId="ADAL" clId="{3B8A40FB-91A5-4CBE-BD7F-428B524C7BE2}" dt="2025-03-02T07:11:18.155" v="5376"/>
        <pc:sldMkLst>
          <pc:docMk/>
          <pc:sldMk cId="3633492597" sldId="544"/>
        </pc:sldMkLst>
      </pc:sldChg>
      <pc:sldChg chg="addSp modSp new mod">
        <pc:chgData name="Aashrithest H G" userId="622bd235-907d-4fb8-839a-81785c42b997" providerId="ADAL" clId="{3B8A40FB-91A5-4CBE-BD7F-428B524C7BE2}" dt="2025-03-02T07:46:27.740" v="5393"/>
        <pc:sldMkLst>
          <pc:docMk/>
          <pc:sldMk cId="569355884" sldId="545"/>
        </pc:sldMkLst>
      </pc:sldChg>
      <pc:sldChg chg="modSp new mod">
        <pc:chgData name="Aashrithest H G" userId="622bd235-907d-4fb8-839a-81785c42b997" providerId="ADAL" clId="{3B8A40FB-91A5-4CBE-BD7F-428B524C7BE2}" dt="2025-03-02T07:53:20.643" v="5420"/>
        <pc:sldMkLst>
          <pc:docMk/>
          <pc:sldMk cId="1227640747" sldId="546"/>
        </pc:sldMkLst>
      </pc:sldChg>
      <pc:sldChg chg="addSp modSp new mod">
        <pc:chgData name="Aashrithest H G" userId="622bd235-907d-4fb8-839a-81785c42b997" providerId="ADAL" clId="{3B8A40FB-91A5-4CBE-BD7F-428B524C7BE2}" dt="2025-03-02T08:05:27.924" v="5505" actId="1035"/>
        <pc:sldMkLst>
          <pc:docMk/>
          <pc:sldMk cId="3748617662" sldId="547"/>
        </pc:sldMkLst>
      </pc:sldChg>
      <pc:sldChg chg="modSp new mod">
        <pc:chgData name="Aashrithest H G" userId="622bd235-907d-4fb8-839a-81785c42b997" providerId="ADAL" clId="{3B8A40FB-91A5-4CBE-BD7F-428B524C7BE2}" dt="2025-03-03T13:34:22.698" v="5540"/>
        <pc:sldMkLst>
          <pc:docMk/>
          <pc:sldMk cId="3363988359" sldId="548"/>
        </pc:sldMkLst>
      </pc:sldChg>
      <pc:sldChg chg="addSp modSp new mod">
        <pc:chgData name="Aashrithest H G" userId="622bd235-907d-4fb8-839a-81785c42b997" providerId="ADAL" clId="{3B8A40FB-91A5-4CBE-BD7F-428B524C7BE2}" dt="2025-03-03T13:41:55.168" v="5709"/>
        <pc:sldMkLst>
          <pc:docMk/>
          <pc:sldMk cId="1894834503" sldId="549"/>
        </pc:sldMkLst>
      </pc:sldChg>
      <pc:sldChg chg="modSp new mod">
        <pc:chgData name="Aashrithest H G" userId="622bd235-907d-4fb8-839a-81785c42b997" providerId="ADAL" clId="{3B8A40FB-91A5-4CBE-BD7F-428B524C7BE2}" dt="2025-03-03T14:04:23.445" v="5764" actId="207"/>
        <pc:sldMkLst>
          <pc:docMk/>
          <pc:sldMk cId="3069540647" sldId="550"/>
        </pc:sldMkLst>
      </pc:sldChg>
      <pc:sldChg chg="new del">
        <pc:chgData name="Aashrithest H G" userId="622bd235-907d-4fb8-839a-81785c42b997" providerId="ADAL" clId="{3B8A40FB-91A5-4CBE-BD7F-428B524C7BE2}" dt="2025-03-06T05:02:15.096" v="5785" actId="680"/>
        <pc:sldMkLst>
          <pc:docMk/>
          <pc:sldMk cId="1006840201" sldId="551"/>
        </pc:sldMkLst>
      </pc:sldChg>
      <pc:sldChg chg="addSp modSp new mod">
        <pc:chgData name="Aashrithest H G" userId="622bd235-907d-4fb8-839a-81785c42b997" providerId="ADAL" clId="{3B8A40FB-91A5-4CBE-BD7F-428B524C7BE2}" dt="2025-03-10T17:03:04.349" v="5897" actId="207"/>
        <pc:sldMkLst>
          <pc:docMk/>
          <pc:sldMk cId="1822450571" sldId="551"/>
        </pc:sldMkLst>
      </pc:sldChg>
      <pc:sldChg chg="modSp new mod">
        <pc:chgData name="Aashrithest H G" userId="622bd235-907d-4fb8-839a-81785c42b997" providerId="ADAL" clId="{3B8A40FB-91A5-4CBE-BD7F-428B524C7BE2}" dt="2025-03-10T12:16:14.599" v="5886"/>
        <pc:sldMkLst>
          <pc:docMk/>
          <pc:sldMk cId="3822336008" sldId="552"/>
        </pc:sldMkLst>
      </pc:sldChg>
      <pc:sldChg chg="addSp delSp modSp new mod">
        <pc:chgData name="Aashrithest H G" userId="622bd235-907d-4fb8-839a-81785c42b997" providerId="ADAL" clId="{3B8A40FB-91A5-4CBE-BD7F-428B524C7BE2}" dt="2025-03-10T12:21:48.855" v="5896"/>
        <pc:sldMkLst>
          <pc:docMk/>
          <pc:sldMk cId="3865137816" sldId="553"/>
        </pc:sldMkLst>
      </pc:sldChg>
      <pc:sldChg chg="modSp new mod">
        <pc:chgData name="Aashrithest H G" userId="622bd235-907d-4fb8-839a-81785c42b997" providerId="ADAL" clId="{3B8A40FB-91A5-4CBE-BD7F-428B524C7BE2}" dt="2025-03-22T03:57:14.850" v="5940" actId="13926"/>
        <pc:sldMkLst>
          <pc:docMk/>
          <pc:sldMk cId="3483355852" sldId="554"/>
        </pc:sldMkLst>
      </pc:sldChg>
      <pc:sldChg chg="modSp new mod">
        <pc:chgData name="Aashrithest H G" userId="622bd235-907d-4fb8-839a-81785c42b997" providerId="ADAL" clId="{3B8A40FB-91A5-4CBE-BD7F-428B524C7BE2}" dt="2025-03-22T04:03:35.496" v="5966"/>
        <pc:sldMkLst>
          <pc:docMk/>
          <pc:sldMk cId="4227990771" sldId="555"/>
        </pc:sldMkLst>
      </pc:sldChg>
      <pc:sldChg chg="modSp new mod">
        <pc:chgData name="Aashrithest H G" userId="622bd235-907d-4fb8-839a-81785c42b997" providerId="ADAL" clId="{3B8A40FB-91A5-4CBE-BD7F-428B524C7BE2}" dt="2025-03-22T04:19:53.801" v="6044"/>
        <pc:sldMkLst>
          <pc:docMk/>
          <pc:sldMk cId="3343961211" sldId="556"/>
        </pc:sldMkLst>
      </pc:sldChg>
      <pc:sldChg chg="modSp new mod">
        <pc:chgData name="Aashrithest H G" userId="622bd235-907d-4fb8-839a-81785c42b997" providerId="ADAL" clId="{3B8A40FB-91A5-4CBE-BD7F-428B524C7BE2}" dt="2025-03-22T04:34:32.874" v="6066" actId="12"/>
        <pc:sldMkLst>
          <pc:docMk/>
          <pc:sldMk cId="2362259377" sldId="557"/>
        </pc:sldMkLst>
      </pc:sldChg>
      <pc:sldChg chg="addSp modSp new mod">
        <pc:chgData name="Aashrithest H G" userId="622bd235-907d-4fb8-839a-81785c42b997" providerId="ADAL" clId="{3B8A40FB-91A5-4CBE-BD7F-428B524C7BE2}" dt="2025-03-22T04:44:07.068" v="6149"/>
        <pc:sldMkLst>
          <pc:docMk/>
          <pc:sldMk cId="2459294319" sldId="558"/>
        </pc:sldMkLst>
      </pc:sldChg>
      <pc:sldChg chg="addSp modSp new mod">
        <pc:chgData name="Aashrithest H G" userId="622bd235-907d-4fb8-839a-81785c42b997" providerId="ADAL" clId="{3B8A40FB-91A5-4CBE-BD7F-428B524C7BE2}" dt="2025-03-22T04:46:06.918" v="6195" actId="255"/>
        <pc:sldMkLst>
          <pc:docMk/>
          <pc:sldMk cId="264961048" sldId="559"/>
        </pc:sldMkLst>
      </pc:sldChg>
      <pc:sldChg chg="addSp modSp new mod">
        <pc:chgData name="Aashrithest H G" userId="622bd235-907d-4fb8-839a-81785c42b997" providerId="ADAL" clId="{3B8A40FB-91A5-4CBE-BD7F-428B524C7BE2}" dt="2025-04-01T08:44:29.791" v="7210" actId="255"/>
        <pc:sldMkLst>
          <pc:docMk/>
          <pc:sldMk cId="4150152300" sldId="560"/>
        </pc:sldMkLst>
      </pc:sldChg>
      <pc:sldChg chg="modSp new mod">
        <pc:chgData name="Aashrithest H G" userId="622bd235-907d-4fb8-839a-81785c42b997" providerId="ADAL" clId="{3B8A40FB-91A5-4CBE-BD7F-428B524C7BE2}" dt="2025-03-27T14:24:36.305" v="6780" actId="20577"/>
        <pc:sldMkLst>
          <pc:docMk/>
          <pc:sldMk cId="2005305899" sldId="561"/>
        </pc:sldMkLst>
      </pc:sldChg>
      <pc:sldChg chg="addSp modSp new mod">
        <pc:chgData name="Aashrithest H G" userId="622bd235-907d-4fb8-839a-81785c42b997" providerId="ADAL" clId="{3B8A40FB-91A5-4CBE-BD7F-428B524C7BE2}" dt="2025-03-22T05:33:08.119" v="6279" actId="14100"/>
        <pc:sldMkLst>
          <pc:docMk/>
          <pc:sldMk cId="2096068822" sldId="562"/>
        </pc:sldMkLst>
      </pc:sldChg>
      <pc:sldChg chg="modSp new mod">
        <pc:chgData name="Aashrithest H G" userId="622bd235-907d-4fb8-839a-81785c42b997" providerId="ADAL" clId="{3B8A40FB-91A5-4CBE-BD7F-428B524C7BE2}" dt="2025-04-02T05:23:48.177" v="7429" actId="20577"/>
        <pc:sldMkLst>
          <pc:docMk/>
          <pc:sldMk cId="4027551263" sldId="563"/>
        </pc:sldMkLst>
      </pc:sldChg>
      <pc:sldChg chg="modSp add mod">
        <pc:chgData name="Aashrithest H G" userId="622bd235-907d-4fb8-839a-81785c42b997" providerId="ADAL" clId="{3B8A40FB-91A5-4CBE-BD7F-428B524C7BE2}" dt="2025-03-22T05:54:09.337" v="6286" actId="20577"/>
        <pc:sldMkLst>
          <pc:docMk/>
          <pc:sldMk cId="227154589" sldId="564"/>
        </pc:sldMkLst>
      </pc:sldChg>
      <pc:sldChg chg="modSp new mod">
        <pc:chgData name="Aashrithest H G" userId="622bd235-907d-4fb8-839a-81785c42b997" providerId="ADAL" clId="{3B8A40FB-91A5-4CBE-BD7F-428B524C7BE2}" dt="2025-03-26T15:23:54.814" v="6509" actId="13926"/>
        <pc:sldMkLst>
          <pc:docMk/>
          <pc:sldMk cId="2252150993" sldId="565"/>
        </pc:sldMkLst>
      </pc:sldChg>
      <pc:sldChg chg="modSp new mod">
        <pc:chgData name="Aashrithest H G" userId="622bd235-907d-4fb8-839a-81785c42b997" providerId="ADAL" clId="{3B8A40FB-91A5-4CBE-BD7F-428B524C7BE2}" dt="2025-03-26T15:23:49.477" v="6508" actId="13926"/>
        <pc:sldMkLst>
          <pc:docMk/>
          <pc:sldMk cId="3567705875" sldId="566"/>
        </pc:sldMkLst>
      </pc:sldChg>
      <pc:sldChg chg="addSp modSp new mod">
        <pc:chgData name="Aashrithest H G" userId="622bd235-907d-4fb8-839a-81785c42b997" providerId="ADAL" clId="{3B8A40FB-91A5-4CBE-BD7F-428B524C7BE2}" dt="2025-03-26T15:22:26.242" v="6499"/>
        <pc:sldMkLst>
          <pc:docMk/>
          <pc:sldMk cId="1431034618" sldId="567"/>
        </pc:sldMkLst>
      </pc:sldChg>
      <pc:sldChg chg="modSp new mod">
        <pc:chgData name="Aashrithest H G" userId="622bd235-907d-4fb8-839a-81785c42b997" providerId="ADAL" clId="{3B8A40FB-91A5-4CBE-BD7F-428B524C7BE2}" dt="2025-03-26T15:25:32.480" v="6532" actId="13926"/>
        <pc:sldMkLst>
          <pc:docMk/>
          <pc:sldMk cId="3050876338" sldId="568"/>
        </pc:sldMkLst>
      </pc:sldChg>
      <pc:sldChg chg="addSp modSp new mod">
        <pc:chgData name="Aashrithest H G" userId="622bd235-907d-4fb8-839a-81785c42b997" providerId="ADAL" clId="{3B8A40FB-91A5-4CBE-BD7F-428B524C7BE2}" dt="2025-03-26T15:43:12.375" v="6547"/>
        <pc:sldMkLst>
          <pc:docMk/>
          <pc:sldMk cId="3677373916" sldId="569"/>
        </pc:sldMkLst>
      </pc:sldChg>
      <pc:sldChg chg="modSp new mod">
        <pc:chgData name="Aashrithest H G" userId="622bd235-907d-4fb8-839a-81785c42b997" providerId="ADAL" clId="{3B8A40FB-91A5-4CBE-BD7F-428B524C7BE2}" dt="2025-03-26T15:45:07.189" v="6573"/>
        <pc:sldMkLst>
          <pc:docMk/>
          <pc:sldMk cId="1006599509" sldId="570"/>
        </pc:sldMkLst>
      </pc:sldChg>
      <pc:sldChg chg="addSp modSp new mod">
        <pc:chgData name="Aashrithest H G" userId="622bd235-907d-4fb8-839a-81785c42b997" providerId="ADAL" clId="{3B8A40FB-91A5-4CBE-BD7F-428B524C7BE2}" dt="2025-03-26T15:52:13.580" v="6609"/>
        <pc:sldMkLst>
          <pc:docMk/>
          <pc:sldMk cId="1985246286" sldId="571"/>
        </pc:sldMkLst>
      </pc:sldChg>
      <pc:sldChg chg="modSp new mod">
        <pc:chgData name="Aashrithest H G" userId="622bd235-907d-4fb8-839a-81785c42b997" providerId="ADAL" clId="{3B8A40FB-91A5-4CBE-BD7F-428B524C7BE2}" dt="2025-03-27T08:55:10.515" v="6672" actId="13926"/>
        <pc:sldMkLst>
          <pc:docMk/>
          <pc:sldMk cId="1967859273" sldId="572"/>
        </pc:sldMkLst>
      </pc:sldChg>
      <pc:sldChg chg="addSp modSp new mod">
        <pc:chgData name="Aashrithest H G" userId="622bd235-907d-4fb8-839a-81785c42b997" providerId="ADAL" clId="{3B8A40FB-91A5-4CBE-BD7F-428B524C7BE2}" dt="2025-03-27T09:01:51.096" v="6694"/>
        <pc:sldMkLst>
          <pc:docMk/>
          <pc:sldMk cId="3786559948" sldId="573"/>
        </pc:sldMkLst>
      </pc:sldChg>
      <pc:sldChg chg="modSp new mod">
        <pc:chgData name="Aashrithest H G" userId="622bd235-907d-4fb8-839a-81785c42b997" providerId="ADAL" clId="{3B8A40FB-91A5-4CBE-BD7F-428B524C7BE2}" dt="2025-03-27T09:30:10.970" v="6735"/>
        <pc:sldMkLst>
          <pc:docMk/>
          <pc:sldMk cId="2719649968" sldId="574"/>
        </pc:sldMkLst>
      </pc:sldChg>
      <pc:sldChg chg="addSp modSp new mod">
        <pc:chgData name="Aashrithest H G" userId="622bd235-907d-4fb8-839a-81785c42b997" providerId="ADAL" clId="{3B8A40FB-91A5-4CBE-BD7F-428B524C7BE2}" dt="2025-03-27T09:43:52.891" v="6776"/>
        <pc:sldMkLst>
          <pc:docMk/>
          <pc:sldMk cId="3164857667" sldId="575"/>
        </pc:sldMkLst>
      </pc:sldChg>
      <pc:sldChg chg="modSp new mod">
        <pc:chgData name="Aashrithest H G" userId="622bd235-907d-4fb8-839a-81785c42b997" providerId="ADAL" clId="{3B8A40FB-91A5-4CBE-BD7F-428B524C7BE2}" dt="2025-03-28T11:09:29.250" v="6891" actId="20577"/>
        <pc:sldMkLst>
          <pc:docMk/>
          <pc:sldMk cId="3207500299" sldId="576"/>
        </pc:sldMkLst>
      </pc:sldChg>
      <pc:sldChg chg="addSp modSp new mod">
        <pc:chgData name="Aashrithest H G" userId="622bd235-907d-4fb8-839a-81785c42b997" providerId="ADAL" clId="{3B8A40FB-91A5-4CBE-BD7F-428B524C7BE2}" dt="2025-03-28T11:02:00.118" v="6869"/>
        <pc:sldMkLst>
          <pc:docMk/>
          <pc:sldMk cId="2673473980" sldId="577"/>
        </pc:sldMkLst>
      </pc:sldChg>
      <pc:sldChg chg="modSp new mod">
        <pc:chgData name="Aashrithest H G" userId="622bd235-907d-4fb8-839a-81785c42b997" providerId="ADAL" clId="{3B8A40FB-91A5-4CBE-BD7F-428B524C7BE2}" dt="2025-03-29T03:43:17.153" v="7057" actId="20577"/>
        <pc:sldMkLst>
          <pc:docMk/>
          <pc:sldMk cId="2218000017" sldId="578"/>
        </pc:sldMkLst>
      </pc:sldChg>
      <pc:sldChg chg="addSp modSp new mod">
        <pc:chgData name="Aashrithest H G" userId="622bd235-907d-4fb8-839a-81785c42b997" providerId="ADAL" clId="{3B8A40FB-91A5-4CBE-BD7F-428B524C7BE2}" dt="2025-03-28T11:50:54.981" v="7005"/>
        <pc:sldMkLst>
          <pc:docMk/>
          <pc:sldMk cId="1928246779" sldId="579"/>
        </pc:sldMkLst>
      </pc:sldChg>
      <pc:sldChg chg="modSp new mod">
        <pc:chgData name="Aashrithest H G" userId="622bd235-907d-4fb8-839a-81785c42b997" providerId="ADAL" clId="{3B8A40FB-91A5-4CBE-BD7F-428B524C7BE2}" dt="2025-03-28T12:07:23.515" v="7017"/>
        <pc:sldMkLst>
          <pc:docMk/>
          <pc:sldMk cId="3442389639" sldId="580"/>
        </pc:sldMkLst>
      </pc:sldChg>
      <pc:sldChg chg="modSp new mod">
        <pc:chgData name="Aashrithest H G" userId="622bd235-907d-4fb8-839a-81785c42b997" providerId="ADAL" clId="{3B8A40FB-91A5-4CBE-BD7F-428B524C7BE2}" dt="2025-03-29T03:41:05.040" v="7031"/>
        <pc:sldMkLst>
          <pc:docMk/>
          <pc:sldMk cId="2386157472" sldId="581"/>
        </pc:sldMkLst>
      </pc:sldChg>
      <pc:sldChg chg="modSp new mod">
        <pc:chgData name="Aashrithest H G" userId="622bd235-907d-4fb8-839a-81785c42b997" providerId="ADAL" clId="{3B8A40FB-91A5-4CBE-BD7F-428B524C7BE2}" dt="2025-03-29T04:30:54.422" v="7100"/>
        <pc:sldMkLst>
          <pc:docMk/>
          <pc:sldMk cId="3398126541" sldId="582"/>
        </pc:sldMkLst>
      </pc:sldChg>
      <pc:sldChg chg="addSp modSp new mod">
        <pc:chgData name="Aashrithest H G" userId="622bd235-907d-4fb8-839a-81785c42b997" providerId="ADAL" clId="{3B8A40FB-91A5-4CBE-BD7F-428B524C7BE2}" dt="2025-03-29T05:56:33.312" v="7131"/>
        <pc:sldMkLst>
          <pc:docMk/>
          <pc:sldMk cId="2049775496" sldId="583"/>
        </pc:sldMkLst>
      </pc:sldChg>
      <pc:sldChg chg="modSp new mod ord">
        <pc:chgData name="Aashrithest H G" userId="622bd235-907d-4fb8-839a-81785c42b997" providerId="ADAL" clId="{3B8A40FB-91A5-4CBE-BD7F-428B524C7BE2}" dt="2025-04-03T02:55:50.341" v="7436"/>
        <pc:sldMkLst>
          <pc:docMk/>
          <pc:sldMk cId="3811245556" sldId="584"/>
        </pc:sldMkLst>
      </pc:sldChg>
      <pc:sldChg chg="addSp modSp new mod ord">
        <pc:chgData name="Aashrithest H G" userId="622bd235-907d-4fb8-839a-81785c42b997" providerId="ADAL" clId="{3B8A40FB-91A5-4CBE-BD7F-428B524C7BE2}" dt="2025-04-03T02:55:53.089" v="7438"/>
        <pc:sldMkLst>
          <pc:docMk/>
          <pc:sldMk cId="3317374046" sldId="585"/>
        </pc:sldMkLst>
      </pc:sldChg>
      <pc:sldChg chg="modSp new mod">
        <pc:chgData name="Aashrithest H G" userId="622bd235-907d-4fb8-839a-81785c42b997" providerId="ADAL" clId="{3B8A40FB-91A5-4CBE-BD7F-428B524C7BE2}" dt="2025-04-01T08:49:14.540" v="7243"/>
        <pc:sldMkLst>
          <pc:docMk/>
          <pc:sldMk cId="2886276823" sldId="586"/>
        </pc:sldMkLst>
      </pc:sldChg>
      <pc:sldChg chg="addSp modSp new mod">
        <pc:chgData name="Aashrithest H G" userId="622bd235-907d-4fb8-839a-81785c42b997" providerId="ADAL" clId="{3B8A40FB-91A5-4CBE-BD7F-428B524C7BE2}" dt="2025-04-01T09:49:38.839" v="7261"/>
        <pc:sldMkLst>
          <pc:docMk/>
          <pc:sldMk cId="1364500427" sldId="587"/>
        </pc:sldMkLst>
      </pc:sldChg>
      <pc:sldChg chg="modSp new mod">
        <pc:chgData name="Aashrithest H G" userId="622bd235-907d-4fb8-839a-81785c42b997" providerId="ADAL" clId="{3B8A40FB-91A5-4CBE-BD7F-428B524C7BE2}" dt="2025-04-03T02:56:32.752" v="7453" actId="20577"/>
        <pc:sldMkLst>
          <pc:docMk/>
          <pc:sldMk cId="3445240745" sldId="588"/>
        </pc:sldMkLst>
      </pc:sldChg>
      <pc:sldChg chg="addSp modSp new del mod">
        <pc:chgData name="Aashrithest H G" userId="622bd235-907d-4fb8-839a-81785c42b997" providerId="ADAL" clId="{3B8A40FB-91A5-4CBE-BD7F-428B524C7BE2}" dt="2025-04-03T02:55:06.964" v="7434" actId="47"/>
        <pc:sldMkLst>
          <pc:docMk/>
          <pc:sldMk cId="2286328489" sldId="589"/>
        </pc:sldMkLst>
      </pc:sldChg>
      <pc:sldChg chg="modSp new mod">
        <pc:chgData name="Aashrithest H G" userId="622bd235-907d-4fb8-839a-81785c42b997" providerId="ADAL" clId="{3B8A40FB-91A5-4CBE-BD7F-428B524C7BE2}" dt="2025-04-02T09:05:45.076" v="7433" actId="13926"/>
        <pc:sldMkLst>
          <pc:docMk/>
          <pc:sldMk cId="1643272705" sldId="590"/>
        </pc:sldMkLst>
      </pc:sldChg>
      <pc:sldChg chg="modSp new mod">
        <pc:chgData name="Aashrithest H G" userId="622bd235-907d-4fb8-839a-81785c42b997" providerId="ADAL" clId="{3B8A40FB-91A5-4CBE-BD7F-428B524C7BE2}" dt="2025-04-02T09:05:30.344" v="7432" actId="255"/>
        <pc:sldMkLst>
          <pc:docMk/>
          <pc:sldMk cId="3512522604" sldId="5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ADAAB-E387-4F5B-8ABF-ACC12DC87629}" type="datetimeFigureOut">
              <a:rPr lang="en-IN" smtClean="0"/>
              <a:pPr/>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A8DAD-0EDF-4EC9-9EDD-EDE596A943EB}" type="slidenum">
              <a:rPr lang="en-IN" smtClean="0"/>
              <a:pPr/>
              <a:t>‹#›</a:t>
            </a:fld>
            <a:endParaRPr lang="en-IN"/>
          </a:p>
        </p:txBody>
      </p:sp>
    </p:spTree>
    <p:extLst>
      <p:ext uri="{BB962C8B-B14F-4D97-AF65-F5344CB8AC3E}">
        <p14:creationId xmlns:p14="http://schemas.microsoft.com/office/powerpoint/2010/main" val="3808064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76A8DAD-0EDF-4EC9-9EDD-EDE596A943EB}" type="slidenum">
              <a:rPr lang="en-IN" smtClean="0"/>
              <a:pPr/>
              <a:t>18</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126</a:t>
            </a:fld>
            <a:endParaRPr lang="en-IN"/>
          </a:p>
        </p:txBody>
      </p:sp>
    </p:spTree>
    <p:extLst>
      <p:ext uri="{BB962C8B-B14F-4D97-AF65-F5344CB8AC3E}">
        <p14:creationId xmlns:p14="http://schemas.microsoft.com/office/powerpoint/2010/main" val="1588798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144</a:t>
            </a:fld>
            <a:endParaRPr lang="en-IN"/>
          </a:p>
        </p:txBody>
      </p:sp>
    </p:spTree>
    <p:extLst>
      <p:ext uri="{BB962C8B-B14F-4D97-AF65-F5344CB8AC3E}">
        <p14:creationId xmlns:p14="http://schemas.microsoft.com/office/powerpoint/2010/main" val="1292031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76A8DAD-0EDF-4EC9-9EDD-EDE596A943EB}" type="slidenum">
              <a:rPr lang="en-IN" smtClean="0"/>
              <a:pPr/>
              <a:t>168</a:t>
            </a:fld>
            <a:endParaRPr lang="en-IN"/>
          </a:p>
        </p:txBody>
      </p:sp>
    </p:spTree>
    <p:extLst>
      <p:ext uri="{BB962C8B-B14F-4D97-AF65-F5344CB8AC3E}">
        <p14:creationId xmlns:p14="http://schemas.microsoft.com/office/powerpoint/2010/main" val="2939576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199</a:t>
            </a:fld>
            <a:endParaRPr lang="en-IN"/>
          </a:p>
        </p:txBody>
      </p:sp>
    </p:spTree>
    <p:extLst>
      <p:ext uri="{BB962C8B-B14F-4D97-AF65-F5344CB8AC3E}">
        <p14:creationId xmlns:p14="http://schemas.microsoft.com/office/powerpoint/2010/main" val="1000950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208</a:t>
            </a:fld>
            <a:endParaRPr lang="en-IN"/>
          </a:p>
        </p:txBody>
      </p:sp>
    </p:spTree>
    <p:extLst>
      <p:ext uri="{BB962C8B-B14F-4D97-AF65-F5344CB8AC3E}">
        <p14:creationId xmlns:p14="http://schemas.microsoft.com/office/powerpoint/2010/main" val="3817566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269</a:t>
            </a:fld>
            <a:endParaRPr lang="en-IN"/>
          </a:p>
        </p:txBody>
      </p:sp>
    </p:spTree>
    <p:extLst>
      <p:ext uri="{BB962C8B-B14F-4D97-AF65-F5344CB8AC3E}">
        <p14:creationId xmlns:p14="http://schemas.microsoft.com/office/powerpoint/2010/main" val="171167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6A8DAD-0EDF-4EC9-9EDD-EDE596A943EB}" type="slidenum">
              <a:rPr lang="en-IN" smtClean="0"/>
              <a:pPr/>
              <a:t>311</a:t>
            </a:fld>
            <a:endParaRPr lang="en-IN"/>
          </a:p>
        </p:txBody>
      </p:sp>
    </p:spTree>
    <p:extLst>
      <p:ext uri="{BB962C8B-B14F-4D97-AF65-F5344CB8AC3E}">
        <p14:creationId xmlns:p14="http://schemas.microsoft.com/office/powerpoint/2010/main" val="2876073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060916-271A-4476-BDCE-F59DF2215A51}" type="datetime1">
              <a:rPr lang="en-IN" smtClean="0"/>
              <a:pPr/>
              <a:t>31-10-2025</a:t>
            </a:fld>
            <a:endParaRPr lang="en-US"/>
          </a:p>
        </p:txBody>
      </p:sp>
      <p:sp>
        <p:nvSpPr>
          <p:cNvPr id="5" name="Footer Placeholder 4"/>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p:cNvSpPr>
            <a:spLocks noGrp="1"/>
          </p:cNvSpPr>
          <p:nvPr>
            <p:ph type="sldNum" sz="quarter" idx="12"/>
          </p:nvPr>
        </p:nvSpPr>
        <p:spPr/>
        <p:txBody>
          <a:bodyPr/>
          <a:lstStyle/>
          <a:p>
            <a:fld id="{57B350C9-0046-402A-BD0D-C3B248A3F32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A0D239-A7EA-46F8-9341-D35A529B6F22}" type="datetime1">
              <a:rPr lang="en-IN" smtClean="0"/>
              <a:pPr/>
              <a:t>31-10-2025</a:t>
            </a:fld>
            <a:endParaRPr lang="en-US" dirty="0"/>
          </a:p>
        </p:txBody>
      </p:sp>
      <p:sp>
        <p:nvSpPr>
          <p:cNvPr id="5" name="Footer Placeholder 4"/>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p:cNvSpPr>
            <a:spLocks noGrp="1"/>
          </p:cNvSpPr>
          <p:nvPr>
            <p:ph type="sldNum" sz="quarter" idx="12"/>
          </p:nvPr>
        </p:nvSpPr>
        <p:spPr/>
        <p:txBody>
          <a:bodyPr/>
          <a:lstStyle/>
          <a:p>
            <a:fld id="{57B350C9-0046-402A-BD0D-C3B248A3F322}" type="slidenum">
              <a:rPr lang="en-US" smtClean="0"/>
              <a:pPr/>
              <a:t>‹#›</a:t>
            </a:fld>
            <a:endParaRPr 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BA211-0B3E-4F56-91A5-A3C867F01C39}" type="datetime1">
              <a:rPr lang="en-IN" smtClean="0"/>
              <a:pPr/>
              <a:t>31-10-2025</a:t>
            </a:fld>
            <a:endParaRPr lang="en-IN"/>
          </a:p>
        </p:txBody>
      </p:sp>
      <p:sp>
        <p:nvSpPr>
          <p:cNvPr id="5" name="Footer Placeholder 4"/>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p:cNvSpPr>
            <a:spLocks noGrp="1"/>
          </p:cNvSpPr>
          <p:nvPr>
            <p:ph type="sldNum" sz="quarter" idx="12"/>
          </p:nvPr>
        </p:nvSpPr>
        <p:spPr/>
        <p:txBody>
          <a:bodyPr/>
          <a:lstStyle/>
          <a:p>
            <a:fld id="{E98E0580-0EC3-4F41-ABC7-A6ED447CD611}" type="slidenum">
              <a:rPr lang="en-IN" smtClean="0"/>
              <a:pPr/>
              <a:t>‹#›</a:t>
            </a:fld>
            <a:endParaRPr lang="en-IN"/>
          </a:p>
        </p:txBody>
      </p:sp>
      <p:sp>
        <p:nvSpPr>
          <p:cNvPr id="7" name="Title 1">
            <a:extLst>
              <a:ext uri="{FF2B5EF4-FFF2-40B4-BE49-F238E27FC236}">
                <a16:creationId xmlns:a16="http://schemas.microsoft.com/office/drawing/2014/main" id="{8EBE1500-25CE-BDB7-6378-2C206C258891}"/>
              </a:ext>
            </a:extLst>
          </p:cNvPr>
          <p:cNvSpPr txBox="1">
            <a:spLocks/>
          </p:cNvSpPr>
          <p:nvPr userDrawn="1"/>
        </p:nvSpPr>
        <p:spPr>
          <a:xfrm>
            <a:off x="1585731" y="0"/>
            <a:ext cx="8704163" cy="639763"/>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bg1"/>
                </a:solidFill>
                <a:latin typeface="Cambria" panose="02040503050406030204" pitchFamily="18" charset="0"/>
                <a:ea typeface="+mj-ea"/>
                <a:cs typeface="+mj-cs"/>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78AB35-48EC-4455-9B5F-B8180528B092}" type="datetime1">
              <a:rPr lang="en-IN" smtClean="0"/>
              <a:pPr/>
              <a:t>31-10-2025</a:t>
            </a:fld>
            <a:endParaRPr lang="en-IN"/>
          </a:p>
        </p:txBody>
      </p:sp>
      <p:sp>
        <p:nvSpPr>
          <p:cNvPr id="6" name="Footer Placeholder 5"/>
          <p:cNvSpPr>
            <a:spLocks noGrp="1"/>
          </p:cNvSpPr>
          <p:nvPr>
            <p:ph type="ftr" sz="quarter" idx="11"/>
          </p:nvPr>
        </p:nvSpPr>
        <p:spPr/>
        <p:txBody>
          <a:bodyPr/>
          <a:lstStyle/>
          <a:p>
            <a:r>
              <a:rPr lang="en-IN"/>
              <a:t>VLSI Design Verification using System Verilog</a:t>
            </a:r>
            <a:endParaRPr lang="en-IN" dirty="0"/>
          </a:p>
        </p:txBody>
      </p:sp>
      <p:sp>
        <p:nvSpPr>
          <p:cNvPr id="7" name="Slide Number Placeholder 6"/>
          <p:cNvSpPr>
            <a:spLocks noGrp="1"/>
          </p:cNvSpPr>
          <p:nvPr>
            <p:ph type="sldNum" sz="quarter" idx="12"/>
          </p:nvPr>
        </p:nvSpPr>
        <p:spPr/>
        <p:txBody>
          <a:bodyPr/>
          <a:lstStyle/>
          <a:p>
            <a:fld id="{E98E0580-0EC3-4F41-ABC7-A6ED447CD611}"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1DD246-1554-4AE9-BDE1-79BA19D44508}" type="datetime1">
              <a:rPr lang="en-IN" smtClean="0"/>
              <a:pPr/>
              <a:t>31-10-2025</a:t>
            </a:fld>
            <a:endParaRPr lang="en-IN"/>
          </a:p>
        </p:txBody>
      </p:sp>
      <p:sp>
        <p:nvSpPr>
          <p:cNvPr id="8" name="Footer Placeholder 7"/>
          <p:cNvSpPr>
            <a:spLocks noGrp="1"/>
          </p:cNvSpPr>
          <p:nvPr>
            <p:ph type="ftr" sz="quarter" idx="11"/>
          </p:nvPr>
        </p:nvSpPr>
        <p:spPr/>
        <p:txBody>
          <a:bodyPr/>
          <a:lstStyle/>
          <a:p>
            <a:r>
              <a:rPr lang="en-IN"/>
              <a:t>VLSI Design Verification using System Verilog</a:t>
            </a:r>
            <a:endParaRPr lang="en-IN" dirty="0"/>
          </a:p>
        </p:txBody>
      </p:sp>
      <p:sp>
        <p:nvSpPr>
          <p:cNvPr id="9" name="Slide Number Placeholder 8"/>
          <p:cNvSpPr>
            <a:spLocks noGrp="1"/>
          </p:cNvSpPr>
          <p:nvPr>
            <p:ph type="sldNum" sz="quarter" idx="12"/>
          </p:nvPr>
        </p:nvSpPr>
        <p:spPr/>
        <p:txBody>
          <a:bodyPr/>
          <a:lstStyle/>
          <a:p>
            <a:fld id="{E98E0580-0EC3-4F41-ABC7-A6ED447CD611}"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AC34AC-ACBF-43FC-9D8E-F7E1EB158663}" type="datetime1">
              <a:rPr lang="en-IN" smtClean="0"/>
              <a:pPr/>
              <a:t>31-10-2025</a:t>
            </a:fld>
            <a:endParaRPr lang="en-US"/>
          </a:p>
        </p:txBody>
      </p:sp>
      <p:sp>
        <p:nvSpPr>
          <p:cNvPr id="4" name="Footer Placeholder 3"/>
          <p:cNvSpPr>
            <a:spLocks noGrp="1"/>
          </p:cNvSpPr>
          <p:nvPr>
            <p:ph type="ftr" sz="quarter" idx="11"/>
          </p:nvPr>
        </p:nvSpPr>
        <p:spPr/>
        <p:txBody>
          <a:bodyPr/>
          <a:lstStyle/>
          <a:p>
            <a:r>
              <a:rPr lang="en-IN"/>
              <a:t>VLSI Design Verification using System Verilog</a:t>
            </a:r>
            <a:endParaRPr lang="en-IN" dirty="0"/>
          </a:p>
        </p:txBody>
      </p:sp>
      <p:sp>
        <p:nvSpPr>
          <p:cNvPr id="5" name="Slide Number Placeholder 4"/>
          <p:cNvSpPr>
            <a:spLocks noGrp="1"/>
          </p:cNvSpPr>
          <p:nvPr>
            <p:ph type="sldNum" sz="quarter" idx="12"/>
          </p:nvPr>
        </p:nvSpPr>
        <p:spPr/>
        <p:txBody>
          <a:bodyPr/>
          <a:lstStyle/>
          <a:p>
            <a:fld id="{57B350C9-0046-402A-BD0D-C3B248A3F32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0D239-A7EA-46F8-9341-D35A529B6F22}" type="datetime1">
              <a:rPr lang="en-IN" smtClean="0"/>
              <a:pPr/>
              <a:t>31-10-2025</a:t>
            </a:fld>
            <a:endParaRPr lang="en-US" dirty="0"/>
          </a:p>
        </p:txBody>
      </p:sp>
      <p:sp>
        <p:nvSpPr>
          <p:cNvPr id="3" name="Footer Placeholder 2"/>
          <p:cNvSpPr>
            <a:spLocks noGrp="1"/>
          </p:cNvSpPr>
          <p:nvPr>
            <p:ph type="ftr" sz="quarter" idx="11"/>
          </p:nvPr>
        </p:nvSpPr>
        <p:spPr/>
        <p:txBody>
          <a:bodyPr/>
          <a:lstStyle/>
          <a:p>
            <a:r>
              <a:rPr lang="en-IN"/>
              <a:t>VLSI Design Verification using System Verilog</a:t>
            </a:r>
            <a:endParaRPr lang="en-IN" dirty="0"/>
          </a:p>
        </p:txBody>
      </p:sp>
      <p:sp>
        <p:nvSpPr>
          <p:cNvPr id="4" name="Slide Number Placeholder 3"/>
          <p:cNvSpPr>
            <a:spLocks noGrp="1"/>
          </p:cNvSpPr>
          <p:nvPr>
            <p:ph type="sldNum" sz="quarter" idx="12"/>
          </p:nvPr>
        </p:nvSpPr>
        <p:spPr/>
        <p:txBody>
          <a:bodyPr/>
          <a:lstStyle/>
          <a:p>
            <a:fld id="{57B350C9-0046-402A-BD0D-C3B248A3F322}" type="slidenum">
              <a:rPr lang="en-US" smtClean="0"/>
              <a:pPr/>
              <a:t>‹#›</a:t>
            </a:fld>
            <a:endParaRPr 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23A9DC-2AA9-4F96-B39A-FA2963026FC4}" type="datetime1">
              <a:rPr lang="en-IN" smtClean="0"/>
              <a:pPr/>
              <a:t>31-10-2025</a:t>
            </a:fld>
            <a:endParaRPr lang="en-IN"/>
          </a:p>
        </p:txBody>
      </p:sp>
      <p:sp>
        <p:nvSpPr>
          <p:cNvPr id="6" name="Footer Placeholder 5"/>
          <p:cNvSpPr>
            <a:spLocks noGrp="1"/>
          </p:cNvSpPr>
          <p:nvPr>
            <p:ph type="ftr" sz="quarter" idx="11"/>
          </p:nvPr>
        </p:nvSpPr>
        <p:spPr/>
        <p:txBody>
          <a:bodyPr/>
          <a:lstStyle/>
          <a:p>
            <a:r>
              <a:rPr lang="en-IN"/>
              <a:t>VLSI Design Verification using System Verilog</a:t>
            </a:r>
            <a:endParaRPr lang="en-IN" dirty="0"/>
          </a:p>
        </p:txBody>
      </p:sp>
      <p:sp>
        <p:nvSpPr>
          <p:cNvPr id="7" name="Slide Number Placeholder 6"/>
          <p:cNvSpPr>
            <a:spLocks noGrp="1"/>
          </p:cNvSpPr>
          <p:nvPr>
            <p:ph type="sldNum" sz="quarter" idx="12"/>
          </p:nvPr>
        </p:nvSpPr>
        <p:spPr/>
        <p:txBody>
          <a:bodyPr/>
          <a:lstStyle/>
          <a:p>
            <a:fld id="{E98E0580-0EC3-4F41-ABC7-A6ED447CD611}" type="slidenum">
              <a:rPr lang="en-IN" smtClean="0"/>
              <a:pPr/>
              <a:t>‹#›</a:t>
            </a:fld>
            <a:endParaRPr lang="en-IN"/>
          </a:p>
        </p:txBody>
      </p:sp>
      <p:sp>
        <p:nvSpPr>
          <p:cNvPr id="8" name="Title 1">
            <a:extLst>
              <a:ext uri="{FF2B5EF4-FFF2-40B4-BE49-F238E27FC236}">
                <a16:creationId xmlns:a16="http://schemas.microsoft.com/office/drawing/2014/main" id="{BCC6455A-3D75-AADE-7DE7-187BC7B0703C}"/>
              </a:ext>
            </a:extLst>
          </p:cNvPr>
          <p:cNvSpPr txBox="1">
            <a:spLocks/>
          </p:cNvSpPr>
          <p:nvPr userDrawn="1"/>
        </p:nvSpPr>
        <p:spPr>
          <a:xfrm>
            <a:off x="1514475" y="0"/>
            <a:ext cx="8724900" cy="68580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bg1"/>
                </a:solidFill>
                <a:latin typeface="Cambria" panose="02040503050406030204" pitchFamily="18" charset="0"/>
                <a:ea typeface="+mj-ea"/>
                <a:cs typeface="+mj-cs"/>
              </a:defRPr>
            </a:lvl1pPr>
          </a:lstStyle>
          <a:p>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C965F6-E2AC-46EE-AF61-64FD74EB1032}" type="datetime1">
              <a:rPr lang="en-IN" smtClean="0"/>
              <a:pPr/>
              <a:t>31-10-2025</a:t>
            </a:fld>
            <a:endParaRPr lang="en-IN"/>
          </a:p>
        </p:txBody>
      </p:sp>
      <p:sp>
        <p:nvSpPr>
          <p:cNvPr id="6" name="Footer Placeholder 5"/>
          <p:cNvSpPr>
            <a:spLocks noGrp="1"/>
          </p:cNvSpPr>
          <p:nvPr>
            <p:ph type="ftr" sz="quarter" idx="11"/>
          </p:nvPr>
        </p:nvSpPr>
        <p:spPr/>
        <p:txBody>
          <a:bodyPr/>
          <a:lstStyle/>
          <a:p>
            <a:r>
              <a:rPr lang="en-IN"/>
              <a:t>VLSI Design Verification using System Verilog</a:t>
            </a:r>
            <a:endParaRPr lang="en-IN" dirty="0"/>
          </a:p>
        </p:txBody>
      </p:sp>
      <p:sp>
        <p:nvSpPr>
          <p:cNvPr id="7" name="Slide Number Placeholder 6"/>
          <p:cNvSpPr>
            <a:spLocks noGrp="1"/>
          </p:cNvSpPr>
          <p:nvPr>
            <p:ph type="sldNum" sz="quarter" idx="12"/>
          </p:nvPr>
        </p:nvSpPr>
        <p:spPr/>
        <p:txBody>
          <a:bodyPr/>
          <a:lstStyle/>
          <a:p>
            <a:fld id="{E98E0580-0EC3-4F41-ABC7-A6ED447CD611}" type="slidenum">
              <a:rPr lang="en-IN" smtClean="0"/>
              <a:pPr/>
              <a:t>‹#›</a:t>
            </a:fld>
            <a:endParaRPr lang="en-IN"/>
          </a:p>
        </p:txBody>
      </p:sp>
      <p:sp>
        <p:nvSpPr>
          <p:cNvPr id="8" name="Title 1">
            <a:extLst>
              <a:ext uri="{FF2B5EF4-FFF2-40B4-BE49-F238E27FC236}">
                <a16:creationId xmlns:a16="http://schemas.microsoft.com/office/drawing/2014/main" id="{8F5F32B8-7A69-C93B-898E-F58323956BB1}"/>
              </a:ext>
            </a:extLst>
          </p:cNvPr>
          <p:cNvSpPr txBox="1">
            <a:spLocks/>
          </p:cNvSpPr>
          <p:nvPr userDrawn="1"/>
        </p:nvSpPr>
        <p:spPr>
          <a:xfrm>
            <a:off x="1585731" y="0"/>
            <a:ext cx="8704163" cy="639763"/>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bg1"/>
                </a:solidFill>
                <a:latin typeface="Cambria" panose="02040503050406030204" pitchFamily="18" charset="0"/>
                <a:ea typeface="+mj-ea"/>
                <a:cs typeface="+mj-cs"/>
              </a:defRPr>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19B51C-0C9B-4BF5-9A62-48FD66F15F27}" type="datetime1">
              <a:rPr lang="en-IN" smtClean="0"/>
              <a:pPr/>
              <a:t>31-10-2025</a:t>
            </a:fld>
            <a:endParaRPr lang="en-IN"/>
          </a:p>
        </p:txBody>
      </p:sp>
      <p:sp>
        <p:nvSpPr>
          <p:cNvPr id="5" name="Footer Placeholder 4"/>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p:cNvSpPr>
            <a:spLocks noGrp="1"/>
          </p:cNvSpPr>
          <p:nvPr>
            <p:ph type="sldNum" sz="quarter" idx="12"/>
          </p:nvPr>
        </p:nvSpPr>
        <p:spPr/>
        <p:txBody>
          <a:bodyPr/>
          <a:lstStyle/>
          <a:p>
            <a:fld id="{E98E0580-0EC3-4F41-ABC7-A6ED447CD611}"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F0EFAD-8682-4A74-8511-082812821F8E}" type="datetime1">
              <a:rPr lang="en-IN" smtClean="0"/>
              <a:pPr/>
              <a:t>31-10-2025</a:t>
            </a:fld>
            <a:endParaRPr lang="en-IN"/>
          </a:p>
        </p:txBody>
      </p:sp>
      <p:sp>
        <p:nvSpPr>
          <p:cNvPr id="5" name="Footer Placeholder 4"/>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p:cNvSpPr>
            <a:spLocks noGrp="1"/>
          </p:cNvSpPr>
          <p:nvPr>
            <p:ph type="sldNum" sz="quarter" idx="12"/>
          </p:nvPr>
        </p:nvSpPr>
        <p:spPr/>
        <p:txBody>
          <a:bodyPr/>
          <a:lstStyle/>
          <a:p>
            <a:fld id="{E98E0580-0EC3-4F41-ABC7-A6ED447CD611}"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060916-271A-4476-BDCE-F59DF2215A51}" type="datetime1">
              <a:rPr lang="en-IN" smtClean="0"/>
              <a:pPr/>
              <a:t>31-10-2025</a:t>
            </a:fld>
            <a:endParaRPr lang="en-US"/>
          </a:p>
        </p:txBody>
      </p:sp>
      <p:sp>
        <p:nvSpPr>
          <p:cNvPr id="5" name="Footer Placeholder 4"/>
          <p:cNvSpPr>
            <a:spLocks noGrp="1"/>
          </p:cNvSpPr>
          <p:nvPr>
            <p:ph type="ftr" sz="quarter" idx="11"/>
          </p:nvPr>
        </p:nvSpPr>
        <p:spPr/>
        <p:txBody>
          <a:bodyPr/>
          <a:lstStyle/>
          <a:p>
            <a:r>
              <a:rPr lang="en-IN" dirty="0"/>
              <a:t>VLSI Design Verification using System Verilog</a:t>
            </a:r>
          </a:p>
        </p:txBody>
      </p:sp>
      <p:sp>
        <p:nvSpPr>
          <p:cNvPr id="6" name="Slide Number Placeholder 5"/>
          <p:cNvSpPr>
            <a:spLocks noGrp="1"/>
          </p:cNvSpPr>
          <p:nvPr>
            <p:ph type="sldNum" sz="quarter" idx="12"/>
          </p:nvPr>
        </p:nvSpPr>
        <p:spPr/>
        <p:txBody>
          <a:bodyPr/>
          <a:lstStyle/>
          <a:p>
            <a:fld id="{57B350C9-0046-402A-BD0D-C3B248A3F322}" type="slidenum">
              <a:rPr lang="en-US" smtClean="0"/>
              <a:pPr/>
              <a:t>‹#›</a:t>
            </a:fld>
            <a:endParaRPr lang="en-US"/>
          </a:p>
        </p:txBody>
      </p:sp>
      <p:sp>
        <p:nvSpPr>
          <p:cNvPr id="2" name="Title 1">
            <a:extLst>
              <a:ext uri="{FF2B5EF4-FFF2-40B4-BE49-F238E27FC236}">
                <a16:creationId xmlns:a16="http://schemas.microsoft.com/office/drawing/2014/main" id="{2F00CD23-4925-F97D-F71F-D1380591DA6F}"/>
              </a:ext>
            </a:extLst>
          </p:cNvPr>
          <p:cNvSpPr>
            <a:spLocks noGrp="1"/>
          </p:cNvSpPr>
          <p:nvPr>
            <p:ph type="title"/>
          </p:nvPr>
        </p:nvSpPr>
        <p:spPr>
          <a:xfrm>
            <a:off x="1585731" y="0"/>
            <a:ext cx="8704163" cy="639763"/>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1125858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2" name="Title 1"/>
          <p:cNvSpPr txBox="1">
            <a:spLocks/>
          </p:cNvSpPr>
          <p:nvPr/>
        </p:nvSpPr>
        <p:spPr>
          <a:xfrm>
            <a:off x="-1" y="6853290"/>
            <a:ext cx="12257903" cy="298818"/>
          </a:xfrm>
          <a:prstGeom prst="rect">
            <a:avLst/>
          </a:prstGeom>
          <a:gradFill flip="none" rotWithShape="1">
            <a:gsLst>
              <a:gs pos="0">
                <a:srgbClr val="A40000">
                  <a:shade val="30000"/>
                  <a:satMod val="115000"/>
                </a:srgbClr>
              </a:gs>
              <a:gs pos="50000">
                <a:srgbClr val="A40000">
                  <a:shade val="67500"/>
                  <a:satMod val="115000"/>
                </a:srgbClr>
              </a:gs>
              <a:gs pos="100000">
                <a:srgbClr val="A40000">
                  <a:shade val="100000"/>
                  <a:satMod val="115000"/>
                </a:srgbClr>
              </a:gs>
            </a:gsLst>
            <a:lin ang="10800000" scaled="1"/>
            <a:tileRect/>
          </a:gradFill>
          <a:ln>
            <a:noFill/>
          </a:ln>
          <a:effectLst>
            <a:outerShdw blurRad="44450" dist="27940" dir="5400000" algn="ctr">
              <a:srgbClr val="000000">
                <a:alpha val="32000"/>
              </a:srgbClr>
            </a:outerShdw>
          </a:effectLst>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b="1" dirty="0">
                <a:solidFill>
                  <a:prstClr val="black"/>
                </a:solidFill>
                <a:latin typeface="Times New Roman" panose="02020603050405020304" pitchFamily="18" charset="0"/>
                <a:cs typeface="Times New Roman" panose="02020603050405020304" pitchFamily="18" charset="0"/>
              </a:rPr>
            </a:br>
            <a:endParaRPr lang="en-US" sz="3600" dirty="0">
              <a:solidFill>
                <a:prstClr val="white"/>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0106D88-20BD-439F-A13A-CB0E8B4B4877}" type="datetime1">
              <a:rPr lang="en-IN" smtClean="0"/>
              <a:pPr/>
              <a:t>31-10-2025</a:t>
            </a:fld>
            <a:endParaRPr lang="en-US" dirty="0"/>
          </a:p>
        </p:txBody>
      </p:sp>
      <p:sp>
        <p:nvSpPr>
          <p:cNvPr id="5" name="Footer Placeholder 4"/>
          <p:cNvSpPr>
            <a:spLocks noGrp="1"/>
          </p:cNvSpPr>
          <p:nvPr>
            <p:ph type="ftr" sz="quarter" idx="11"/>
          </p:nvPr>
        </p:nvSpPr>
        <p:spPr/>
        <p:txBody>
          <a:bodyPr/>
          <a:lstStyle/>
          <a:p>
            <a:r>
              <a:rPr lang="en-IN" dirty="0"/>
              <a:t>VLSI Design Verification using System Verilog</a:t>
            </a:r>
          </a:p>
        </p:txBody>
      </p:sp>
      <p:sp>
        <p:nvSpPr>
          <p:cNvPr id="6" name="Slide Number Placeholder 5"/>
          <p:cNvSpPr>
            <a:spLocks noGrp="1"/>
          </p:cNvSpPr>
          <p:nvPr>
            <p:ph type="sldNum" sz="quarter" idx="12"/>
          </p:nvPr>
        </p:nvSpPr>
        <p:spPr/>
        <p:txBody>
          <a:bodyPr/>
          <a:lstStyle/>
          <a:p>
            <a:fld id="{57B350C9-0046-402A-BD0D-C3B248A3F322}" type="slidenum">
              <a:rPr lang="en-US" smtClean="0"/>
              <a:pPr/>
              <a:t>‹#›</a:t>
            </a:fld>
            <a:endParaRPr lang="en-US" dirty="0"/>
          </a:p>
        </p:txBody>
      </p:sp>
      <p:sp>
        <p:nvSpPr>
          <p:cNvPr id="2" name="Title 1">
            <a:extLst>
              <a:ext uri="{FF2B5EF4-FFF2-40B4-BE49-F238E27FC236}">
                <a16:creationId xmlns:a16="http://schemas.microsoft.com/office/drawing/2014/main" id="{0502F271-C64A-B78D-8D73-B25EA7DC52F9}"/>
              </a:ext>
            </a:extLst>
          </p:cNvPr>
          <p:cNvSpPr>
            <a:spLocks noGrp="1"/>
          </p:cNvSpPr>
          <p:nvPr>
            <p:ph type="title"/>
          </p:nvPr>
        </p:nvSpPr>
        <p:spPr>
          <a:xfrm>
            <a:off x="1585731" y="0"/>
            <a:ext cx="8704163" cy="639763"/>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18012150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AAC34AC-ACBF-43FC-9D8E-F7E1EB158663}" type="datetime1">
              <a:rPr lang="en-IN" smtClean="0"/>
              <a:pPr/>
              <a:t>31-10-2025</a:t>
            </a:fld>
            <a:endParaRPr lang="en-US"/>
          </a:p>
        </p:txBody>
      </p:sp>
      <p:sp>
        <p:nvSpPr>
          <p:cNvPr id="4" name="Footer Placeholder 3"/>
          <p:cNvSpPr>
            <a:spLocks noGrp="1"/>
          </p:cNvSpPr>
          <p:nvPr>
            <p:ph type="ftr" sz="quarter" idx="11"/>
          </p:nvPr>
        </p:nvSpPr>
        <p:spPr/>
        <p:txBody>
          <a:bodyPr/>
          <a:lstStyle/>
          <a:p>
            <a:r>
              <a:rPr lang="en-IN" dirty="0"/>
              <a:t>VLSI Design Verification using System Verilog</a:t>
            </a:r>
          </a:p>
        </p:txBody>
      </p:sp>
      <p:sp>
        <p:nvSpPr>
          <p:cNvPr id="5" name="Slide Number Placeholder 4"/>
          <p:cNvSpPr>
            <a:spLocks noGrp="1"/>
          </p:cNvSpPr>
          <p:nvPr>
            <p:ph type="sldNum" sz="quarter" idx="12"/>
          </p:nvPr>
        </p:nvSpPr>
        <p:spPr/>
        <p:txBody>
          <a:bodyPr/>
          <a:lstStyle/>
          <a:p>
            <a:fld id="{57B350C9-0046-402A-BD0D-C3B248A3F322}" type="slidenum">
              <a:rPr lang="en-US" smtClean="0"/>
              <a:pPr/>
              <a:t>‹#›</a:t>
            </a:fld>
            <a:endParaRPr lang="en-US"/>
          </a:p>
        </p:txBody>
      </p:sp>
      <p:sp>
        <p:nvSpPr>
          <p:cNvPr id="9" name="Title 1"/>
          <p:cNvSpPr txBox="1">
            <a:spLocks/>
          </p:cNvSpPr>
          <p:nvPr/>
        </p:nvSpPr>
        <p:spPr>
          <a:xfrm>
            <a:off x="867254" y="2765057"/>
            <a:ext cx="10457492" cy="663943"/>
          </a:xfrm>
          <a:prstGeom prst="roundRect">
            <a:avLst/>
          </a:prstGeom>
          <a:solidFill>
            <a:srgbClr val="A40000"/>
          </a:solidFill>
          <a:ln>
            <a:noFill/>
          </a:ln>
          <a:effectLst>
            <a:outerShdw blurRad="44450" dist="27940" dir="5400000" algn="ctr">
              <a:srgbClr val="000000">
                <a:alpha val="32000"/>
              </a:srgbClr>
            </a:outerShdw>
          </a:effectLst>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br>
              <a:rPr lang="en-US" sz="3600" b="1" dirty="0">
                <a:solidFill>
                  <a:prstClr val="black"/>
                </a:solidFill>
                <a:latin typeface="Times New Roman" panose="02020603050405020304" pitchFamily="18" charset="0"/>
                <a:cs typeface="Times New Roman" panose="02020603050405020304" pitchFamily="18" charset="0"/>
              </a:rPr>
            </a:br>
            <a:endParaRPr lang="en-US" sz="3600" dirty="0">
              <a:solidFill>
                <a:prstClr val="white"/>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F729E1B9-AF95-037E-3B15-BCC7A9FA5E3F}"/>
              </a:ext>
            </a:extLst>
          </p:cNvPr>
          <p:cNvSpPr>
            <a:spLocks noGrp="1"/>
          </p:cNvSpPr>
          <p:nvPr>
            <p:ph type="title"/>
          </p:nvPr>
        </p:nvSpPr>
        <p:spPr>
          <a:xfrm>
            <a:off x="1585731" y="0"/>
            <a:ext cx="8704163" cy="639763"/>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56695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D23A62-1640-4CBE-9B56-C74F13B2F62C}" type="datetime1">
              <a:rPr lang="en-IN" smtClean="0"/>
              <a:pPr/>
              <a:t>31-10-2025</a:t>
            </a:fld>
            <a:endParaRPr lang="en-IN"/>
          </a:p>
        </p:txBody>
      </p:sp>
      <p:sp>
        <p:nvSpPr>
          <p:cNvPr id="3" name="Footer Placeholder 2"/>
          <p:cNvSpPr>
            <a:spLocks noGrp="1"/>
          </p:cNvSpPr>
          <p:nvPr>
            <p:ph type="ftr" sz="quarter" idx="11"/>
          </p:nvPr>
        </p:nvSpPr>
        <p:spPr/>
        <p:txBody>
          <a:bodyPr/>
          <a:lstStyle/>
          <a:p>
            <a:r>
              <a:rPr lang="en-IN" dirty="0"/>
              <a:t>VLSI Design Verification using System Verilog</a:t>
            </a:r>
          </a:p>
        </p:txBody>
      </p:sp>
      <p:sp>
        <p:nvSpPr>
          <p:cNvPr id="4" name="Slide Number Placeholder 3"/>
          <p:cNvSpPr>
            <a:spLocks noGrp="1"/>
          </p:cNvSpPr>
          <p:nvPr>
            <p:ph type="sldNum" sz="quarter" idx="12"/>
          </p:nvPr>
        </p:nvSpPr>
        <p:spPr/>
        <p:txBody>
          <a:bodyPr/>
          <a:lstStyle/>
          <a:p>
            <a:fld id="{E98E0580-0EC3-4F41-ABC7-A6ED447CD611}" type="slidenum">
              <a:rPr lang="en-IN" smtClean="0"/>
              <a:pPr/>
              <a:t>‹#›</a:t>
            </a:fld>
            <a:endParaRPr lang="en-IN"/>
          </a:p>
        </p:txBody>
      </p:sp>
      <p:sp>
        <p:nvSpPr>
          <p:cNvPr id="5" name="Title 1">
            <a:extLst>
              <a:ext uri="{FF2B5EF4-FFF2-40B4-BE49-F238E27FC236}">
                <a16:creationId xmlns:a16="http://schemas.microsoft.com/office/drawing/2014/main" id="{7EED663C-4FD4-165B-FEAC-888091551DF9}"/>
              </a:ext>
            </a:extLst>
          </p:cNvPr>
          <p:cNvSpPr>
            <a:spLocks noGrp="1"/>
          </p:cNvSpPr>
          <p:nvPr>
            <p:ph type="title"/>
          </p:nvPr>
        </p:nvSpPr>
        <p:spPr>
          <a:xfrm>
            <a:off x="1585731" y="0"/>
            <a:ext cx="8704163" cy="639763"/>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3383948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0D239-A7EA-46F8-9341-D35A529B6F22}" type="datetime1">
              <a:rPr lang="en-IN" smtClean="0"/>
              <a:pPr/>
              <a:t>31-10-2025</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VLSI Design Verification using System Verilog</a:t>
            </a:r>
            <a:endParaRPr lang="en-IN" dirty="0"/>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350C9-0046-402A-BD0D-C3B248A3F322}"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686" r:id="rId12"/>
    <p:sldLayoutId id="2147483688" r:id="rId13"/>
    <p:sldLayoutId id="2147483692" r:id="rId14"/>
    <p:sldLayoutId id="2147483693" r:id="rId15"/>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6EDBD09-F4F6-DCF3-3C80-A4C478F3D9FB}"/>
              </a:ext>
            </a:extLst>
          </p:cNvPr>
          <p:cNvSpPr>
            <a:spLocks noGrp="1"/>
          </p:cNvSpPr>
          <p:nvPr>
            <p:ph type="subTitle" idx="1"/>
          </p:nvPr>
        </p:nvSpPr>
        <p:spPr>
          <a:xfrm>
            <a:off x="1828800" y="2867891"/>
            <a:ext cx="8534400" cy="1752600"/>
          </a:xfrm>
        </p:spPr>
        <p:txBody>
          <a:bodyPr>
            <a:normAutofit/>
          </a:bodyPr>
          <a:lstStyle/>
          <a:p>
            <a:r>
              <a:rPr lang="en-IN" sz="5400" dirty="0">
                <a:solidFill>
                  <a:schemeClr val="tx1"/>
                </a:solidFill>
              </a:rPr>
              <a:t>VLSI Design Verification using System Verilog</a:t>
            </a:r>
          </a:p>
          <a:p>
            <a:endParaRPr lang="en-IN" sz="5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79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C619-3816-0774-CA0B-867C8FC580F2}"/>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Content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4F3DF0-6897-2660-8ACC-1B311B0780AE}"/>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Introduction to SV</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SystemVerilog Test Bench</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 Types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Loops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Control Flow Statements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Conditional Statement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Functions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Task</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Functions &amp; Task argument passing</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SV Process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SV Communication</a:t>
            </a:r>
          </a:p>
        </p:txBody>
      </p:sp>
      <p:sp>
        <p:nvSpPr>
          <p:cNvPr id="4" name="Date Placeholder 3">
            <a:extLst>
              <a:ext uri="{FF2B5EF4-FFF2-40B4-BE49-F238E27FC236}">
                <a16:creationId xmlns:a16="http://schemas.microsoft.com/office/drawing/2014/main" id="{1F7601DB-3C00-14F4-E225-FEBAA7F6DF21}"/>
              </a:ext>
            </a:extLst>
          </p:cNvPr>
          <p:cNvSpPr>
            <a:spLocks noGrp="1"/>
          </p:cNvSpPr>
          <p:nvPr>
            <p:ph type="dt" sz="half" idx="10"/>
          </p:nvPr>
        </p:nvSpPr>
        <p:spPr/>
        <p:txBody>
          <a:bodyPr/>
          <a:lstStyle/>
          <a:p>
            <a:fld id="{7EEE99AA-6DCC-4651-9BE2-DE6798A3278A}" type="datetime1">
              <a:rPr lang="en-IN" smtClean="0"/>
              <a:pPr/>
              <a:t>31-10-2025</a:t>
            </a:fld>
            <a:endParaRPr lang="en-IN"/>
          </a:p>
        </p:txBody>
      </p:sp>
      <p:sp>
        <p:nvSpPr>
          <p:cNvPr id="5" name="Footer Placeholder 4">
            <a:extLst>
              <a:ext uri="{FF2B5EF4-FFF2-40B4-BE49-F238E27FC236}">
                <a16:creationId xmlns:a16="http://schemas.microsoft.com/office/drawing/2014/main" id="{CA5FBD4C-C529-4DF5-0A2B-96D6DBB643EA}"/>
              </a:ext>
            </a:extLst>
          </p:cNvPr>
          <p:cNvSpPr>
            <a:spLocks noGrp="1"/>
          </p:cNvSpPr>
          <p:nvPr>
            <p:ph type="ftr" sz="quarter" idx="11"/>
          </p:nvPr>
        </p:nvSpPr>
        <p:spPr/>
        <p:txBody>
          <a:bodyPr/>
          <a:lstStyle/>
          <a:p>
            <a:r>
              <a:rPr lang="en-IN" dirty="0"/>
              <a:t>VLSI Design Verification using System Verilog</a:t>
            </a:r>
          </a:p>
        </p:txBody>
      </p:sp>
      <p:sp>
        <p:nvSpPr>
          <p:cNvPr id="6" name="Slide Number Placeholder 5">
            <a:extLst>
              <a:ext uri="{FF2B5EF4-FFF2-40B4-BE49-F238E27FC236}">
                <a16:creationId xmlns:a16="http://schemas.microsoft.com/office/drawing/2014/main" id="{0DE16D19-F9CA-F521-B91B-E9E2256EE701}"/>
              </a:ext>
            </a:extLst>
          </p:cNvPr>
          <p:cNvSpPr>
            <a:spLocks noGrp="1"/>
          </p:cNvSpPr>
          <p:nvPr>
            <p:ph type="sldNum" sz="quarter" idx="12"/>
          </p:nvPr>
        </p:nvSpPr>
        <p:spPr/>
        <p:txBody>
          <a:bodyPr/>
          <a:lstStyle/>
          <a:p>
            <a:fld id="{56BB8B7D-B437-4E80-9B4F-EB7501C8BBDD}" type="slidenum">
              <a:rPr lang="en-IN" smtClean="0"/>
              <a:pPr/>
              <a:t>2</a:t>
            </a:fld>
            <a:endParaRPr lang="en-IN"/>
          </a:p>
        </p:txBody>
      </p:sp>
    </p:spTree>
    <p:extLst>
      <p:ext uri="{BB962C8B-B14F-4D97-AF65-F5344CB8AC3E}">
        <p14:creationId xmlns:p14="http://schemas.microsoft.com/office/powerpoint/2010/main" val="237319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C368F-81B1-899F-B517-1679A6B47094}"/>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Introduction to SystemVerilog</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7532CF-4D0E-A5A8-9E3E-71D5FA5D44B5}"/>
              </a:ext>
            </a:extLst>
          </p:cNvPr>
          <p:cNvSpPr>
            <a:spLocks noGrp="1"/>
          </p:cNvSpPr>
          <p:nvPr>
            <p:ph idx="1"/>
          </p:nvPr>
        </p:nvSpPr>
        <p:spPr>
          <a:xfrm>
            <a:off x="609600" y="1297859"/>
            <a:ext cx="10972800" cy="4828306"/>
          </a:xfrm>
        </p:spPr>
        <p:txBody>
          <a:bodyPr>
            <a:normAutofit lnSpcReduction="10000"/>
          </a:bodyPr>
          <a:lstStyle/>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What is System Verilog</a:t>
            </a:r>
          </a:p>
          <a:p>
            <a:r>
              <a:rPr lang="en-US" sz="2400" dirty="0">
                <a:latin typeface="Times New Roman" panose="02020603050405020304" pitchFamily="18" charset="0"/>
                <a:cs typeface="Times New Roman" panose="02020603050405020304" pitchFamily="18" charset="0"/>
              </a:rPr>
              <a:t>System Verilog is a powerful hardware </a:t>
            </a:r>
            <a:r>
              <a:rPr lang="en-US" sz="2400" dirty="0">
                <a:highlight>
                  <a:srgbClr val="FFFF00"/>
                </a:highlight>
                <a:latin typeface="Times New Roman" panose="02020603050405020304" pitchFamily="18" charset="0"/>
                <a:cs typeface="Times New Roman" panose="02020603050405020304" pitchFamily="18" charset="0"/>
              </a:rPr>
              <a:t>description and verification </a:t>
            </a:r>
            <a:r>
              <a:rPr lang="en-US" sz="2400" dirty="0">
                <a:latin typeface="Times New Roman" panose="02020603050405020304" pitchFamily="18" charset="0"/>
                <a:cs typeface="Times New Roman" panose="02020603050405020304" pitchFamily="18" charset="0"/>
              </a:rPr>
              <a:t>language (</a:t>
            </a:r>
            <a:r>
              <a:rPr lang="en-US" sz="2400" dirty="0">
                <a:solidFill>
                  <a:srgbClr val="FF0000"/>
                </a:solidFill>
                <a:latin typeface="Times New Roman" panose="02020603050405020304" pitchFamily="18" charset="0"/>
                <a:cs typeface="Times New Roman" panose="02020603050405020304" pitchFamily="18" charset="0"/>
              </a:rPr>
              <a:t>HDVL</a:t>
            </a:r>
            <a:r>
              <a:rPr lang="en-US" sz="2400" dirty="0">
                <a:latin typeface="Times New Roman" panose="02020603050405020304" pitchFamily="18" charset="0"/>
                <a:cs typeface="Times New Roman" panose="02020603050405020304" pitchFamily="18" charset="0"/>
              </a:rPr>
              <a:t>) that extends Verilog, offering advanced features for both </a:t>
            </a:r>
            <a:r>
              <a:rPr lang="en-US" sz="2400" dirty="0">
                <a:solidFill>
                  <a:srgbClr val="FF0000"/>
                </a:solidFill>
                <a:latin typeface="Times New Roman" panose="02020603050405020304" pitchFamily="18" charset="0"/>
                <a:cs typeface="Times New Roman" panose="02020603050405020304" pitchFamily="18" charset="0"/>
              </a:rPr>
              <a:t>hardware modeling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functional verification</a:t>
            </a:r>
            <a:r>
              <a:rPr lang="en-US" sz="2400" dirty="0">
                <a:latin typeface="Times New Roman" panose="02020603050405020304" pitchFamily="18" charset="0"/>
                <a:cs typeface="Times New Roman" panose="02020603050405020304" pitchFamily="18" charset="0"/>
              </a:rPr>
              <a:t>. Developed as an extension to Verilog, SystemVerilog is standardized by the IEEE as IEEE 1800 - 2017.</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SystemVerilog (SV) is a powerful language that combines concepts from </a:t>
            </a:r>
            <a:r>
              <a:rPr lang="en-US" sz="2400" dirty="0">
                <a:solidFill>
                  <a:srgbClr val="FF0000"/>
                </a:solidFill>
                <a:latin typeface="Times New Roman" panose="02020603050405020304" pitchFamily="18" charset="0"/>
                <a:cs typeface="Times New Roman" panose="02020603050405020304" pitchFamily="18" charset="0"/>
              </a:rPr>
              <a:t>multiple domains</a:t>
            </a:r>
            <a:r>
              <a:rPr lang="en-US" sz="2400" dirty="0">
                <a:latin typeface="Times New Roman" panose="02020603050405020304" pitchFamily="18" charset="0"/>
                <a:cs typeface="Times New Roman" panose="02020603050405020304" pitchFamily="18" charset="0"/>
              </a:rPr>
              <a:t>, incorporating ideas from hardware description languages (</a:t>
            </a:r>
            <a:r>
              <a:rPr lang="en-US" sz="2400" dirty="0">
                <a:solidFill>
                  <a:srgbClr val="FF0000"/>
                </a:solidFill>
                <a:latin typeface="Times New Roman" panose="02020603050405020304" pitchFamily="18" charset="0"/>
                <a:cs typeface="Times New Roman" panose="02020603050405020304" pitchFamily="18" charset="0"/>
              </a:rPr>
              <a:t>HDLs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object-oriented programming </a:t>
            </a:r>
            <a:r>
              <a:rPr lang="en-US" sz="2400" dirty="0">
                <a:latin typeface="Times New Roman" panose="02020603050405020304" pitchFamily="18" charset="0"/>
                <a:cs typeface="Times New Roman" panose="02020603050405020304" pitchFamily="18" charset="0"/>
              </a:rPr>
              <a:t>(OOP), verification(</a:t>
            </a:r>
            <a:r>
              <a:rPr lang="en-US" sz="2400" dirty="0">
                <a:solidFill>
                  <a:srgbClr val="FF0000"/>
                </a:solidFill>
                <a:latin typeface="Times New Roman" panose="02020603050405020304" pitchFamily="18" charset="0"/>
                <a:cs typeface="Times New Roman" panose="02020603050405020304" pitchFamily="18" charset="0"/>
              </a:rPr>
              <a:t>assertation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randomization.</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Verilog: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Synthesize-able</a:t>
            </a:r>
            <a:r>
              <a:rPr lang="en-US" sz="2400" dirty="0">
                <a:latin typeface="Times New Roman" panose="02020603050405020304" pitchFamily="18" charset="0"/>
                <a:cs typeface="Times New Roman" panose="02020603050405020304" pitchFamily="18" charset="0"/>
              </a:rPr>
              <a:t> hardware description language.</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Object-Oriented Programming: Enhances modularity, reusability, and maintainability in verification.</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0F603C7-404E-ECBE-0270-0452C676D732}"/>
              </a:ext>
            </a:extLst>
          </p:cNvPr>
          <p:cNvSpPr>
            <a:spLocks noGrp="1"/>
          </p:cNvSpPr>
          <p:nvPr>
            <p:ph type="dt" sz="half" idx="10"/>
          </p:nvPr>
        </p:nvSpPr>
        <p:spPr/>
        <p:txBody>
          <a:bodyPr/>
          <a:lstStyle/>
          <a:p>
            <a:fld id="{D7FBCF48-DF2E-4EC3-8349-A802A265822B}" type="datetime1">
              <a:rPr lang="en-IN" smtClean="0"/>
              <a:pPr/>
              <a:t>31-10-2025</a:t>
            </a:fld>
            <a:endParaRPr lang="en-IN"/>
          </a:p>
        </p:txBody>
      </p:sp>
      <p:sp>
        <p:nvSpPr>
          <p:cNvPr id="5" name="Footer Placeholder 4">
            <a:extLst>
              <a:ext uri="{FF2B5EF4-FFF2-40B4-BE49-F238E27FC236}">
                <a16:creationId xmlns:a16="http://schemas.microsoft.com/office/drawing/2014/main" id="{C3207A40-7A95-3FAD-5EC2-F14815055E1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66F9C89-F757-C7B8-6114-9AD90F18625C}"/>
              </a:ext>
            </a:extLst>
          </p:cNvPr>
          <p:cNvSpPr>
            <a:spLocks noGrp="1"/>
          </p:cNvSpPr>
          <p:nvPr>
            <p:ph type="sldNum" sz="quarter" idx="12"/>
          </p:nvPr>
        </p:nvSpPr>
        <p:spPr/>
        <p:txBody>
          <a:bodyPr/>
          <a:lstStyle/>
          <a:p>
            <a:fld id="{56BB8B7D-B437-4E80-9B4F-EB7501C8BBDD}" type="slidenum">
              <a:rPr lang="en-IN" smtClean="0"/>
              <a:pPr/>
              <a:t>3</a:t>
            </a:fld>
            <a:endParaRPr lang="en-IN"/>
          </a:p>
        </p:txBody>
      </p:sp>
    </p:spTree>
    <p:extLst>
      <p:ext uri="{BB962C8B-B14F-4D97-AF65-F5344CB8AC3E}">
        <p14:creationId xmlns:p14="http://schemas.microsoft.com/office/powerpoint/2010/main" val="1654582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6C128-D547-449D-FFC5-1828A51FC5CC}"/>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Introduction to SystemVerilog cont.….</a:t>
            </a:r>
            <a:endParaRPr lang="en-IN" sz="3600" dirty="0"/>
          </a:p>
        </p:txBody>
      </p:sp>
      <p:sp>
        <p:nvSpPr>
          <p:cNvPr id="3" name="Content Placeholder 2">
            <a:extLst>
              <a:ext uri="{FF2B5EF4-FFF2-40B4-BE49-F238E27FC236}">
                <a16:creationId xmlns:a16="http://schemas.microsoft.com/office/drawing/2014/main" id="{B0FCF782-603C-C314-C4B1-15ED5F37C89B}"/>
              </a:ext>
            </a:extLst>
          </p:cNvPr>
          <p:cNvSpPr>
            <a:spLocks noGrp="1"/>
          </p:cNvSpPr>
          <p:nvPr>
            <p:ph idx="1"/>
          </p:nvPr>
        </p:nvSpPr>
        <p:spPr>
          <a:xfrm>
            <a:off x="609600" y="1312607"/>
            <a:ext cx="10972800" cy="4813558"/>
          </a:xfrm>
        </p:spPr>
        <p:txBody>
          <a:bodyPr>
            <a:normAutofit lnSpcReduction="10000"/>
          </a:bodyPr>
          <a:lstStyle/>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Randomization: Based on Vera (</a:t>
            </a:r>
            <a:r>
              <a:rPr lang="en-US" sz="2400" dirty="0">
                <a:highlight>
                  <a:srgbClr val="FFFF00"/>
                </a:highlight>
                <a:latin typeface="Times New Roman" panose="02020603050405020304" pitchFamily="18" charset="0"/>
                <a:cs typeface="Times New Roman" panose="02020603050405020304" pitchFamily="18" charset="0"/>
              </a:rPr>
              <a:t>Synopsys</a:t>
            </a:r>
            <a:r>
              <a:rPr lang="en-US" sz="2400" dirty="0">
                <a:latin typeface="Times New Roman" panose="02020603050405020304" pitchFamily="18" charset="0"/>
                <a:cs typeface="Times New Roman" panose="02020603050405020304" pitchFamily="18" charset="0"/>
              </a:rPr>
              <a:t>) and e(</a:t>
            </a:r>
            <a:r>
              <a:rPr lang="en-US" sz="2400" dirty="0">
                <a:highlight>
                  <a:srgbClr val="FFFF00"/>
                </a:highlight>
                <a:latin typeface="Times New Roman" panose="02020603050405020304" pitchFamily="18" charset="0"/>
                <a:cs typeface="Times New Roman" panose="02020603050405020304" pitchFamily="18" charset="0"/>
              </a:rPr>
              <a:t>cadence</a:t>
            </a:r>
            <a:r>
              <a:rPr lang="en-US" sz="2400" dirty="0">
                <a:latin typeface="Times New Roman" panose="02020603050405020304" pitchFamily="18" charset="0"/>
                <a:cs typeface="Times New Roman" panose="02020603050405020304" pitchFamily="18" charset="0"/>
              </a:rPr>
              <a:t>), allows for random input generation with constraints to cover a wide variety of test cases.</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Assertion Language: SystemVerilog adopted </a:t>
            </a:r>
            <a:r>
              <a:rPr lang="en-US" sz="2400" dirty="0" err="1">
                <a:solidFill>
                  <a:srgbClr val="FF0000"/>
                </a:solidFill>
                <a:latin typeface="Times New Roman" panose="02020603050405020304" pitchFamily="18" charset="0"/>
                <a:cs typeface="Times New Roman" panose="02020603050405020304" pitchFamily="18" charset="0"/>
              </a:rPr>
              <a:t>OpenVera</a:t>
            </a:r>
            <a:r>
              <a:rPr lang="en-US" sz="2400" dirty="0">
                <a:latin typeface="Times New Roman" panose="02020603050405020304" pitchFamily="18" charset="0"/>
                <a:cs typeface="Times New Roman" panose="02020603050405020304" pitchFamily="18" charset="0"/>
              </a:rPr>
              <a:t> Assertions for formalizing checks and ensuring the correctness of design behavior.</a:t>
            </a:r>
          </a:p>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What is Verification ?</a:t>
            </a:r>
          </a:p>
          <a:p>
            <a:r>
              <a:rPr lang="en-US" sz="2400" dirty="0">
                <a:latin typeface="Times New Roman" panose="02020603050405020304" pitchFamily="18" charset="0"/>
                <a:cs typeface="Times New Roman" panose="02020603050405020304" pitchFamily="18" charset="0"/>
              </a:rPr>
              <a:t>Complete </a:t>
            </a:r>
            <a:r>
              <a:rPr lang="en-US" sz="2400" dirty="0">
                <a:solidFill>
                  <a:srgbClr val="FF0000"/>
                </a:solidFill>
                <a:latin typeface="Times New Roman" panose="02020603050405020304" pitchFamily="18" charset="0"/>
                <a:cs typeface="Times New Roman" panose="02020603050405020304" pitchFamily="18" charset="0"/>
              </a:rPr>
              <a:t>validation of design functionality</a:t>
            </a:r>
            <a:r>
              <a:rPr lang="en-US" sz="2400" dirty="0">
                <a:latin typeface="Times New Roman" panose="02020603050405020304" pitchFamily="18" charset="0"/>
                <a:cs typeface="Times New Roman" panose="02020603050405020304" pitchFamily="18" charset="0"/>
              </a:rPr>
              <a:t>. To make sure design is bug free by verifying it in all aspects all possible scenarios.</a:t>
            </a:r>
          </a:p>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Why system-verilog for verification?</a:t>
            </a:r>
          </a:p>
          <a:p>
            <a:r>
              <a:rPr lang="en-US" sz="2400" dirty="0">
                <a:latin typeface="Times New Roman" panose="02020603050405020304" pitchFamily="18" charset="0"/>
                <a:cs typeface="Times New Roman" panose="02020603050405020304" pitchFamily="18" charset="0"/>
              </a:rPr>
              <a:t>Verilog was initially used for  writing test bench .But writing complex test bench is much more of a programming task than describing hardware. </a:t>
            </a:r>
          </a:p>
          <a:p>
            <a:r>
              <a:rPr lang="en-US" sz="2400" dirty="0">
                <a:highlight>
                  <a:srgbClr val="FFFF00"/>
                </a:highlight>
                <a:latin typeface="Times New Roman" panose="02020603050405020304" pitchFamily="18" charset="0"/>
                <a:cs typeface="Times New Roman" panose="02020603050405020304" pitchFamily="18" charset="0"/>
              </a:rPr>
              <a:t>No need to synthesize test bench</a:t>
            </a:r>
            <a:r>
              <a:rPr lang="en-US" sz="2400" dirty="0">
                <a:latin typeface="Times New Roman" panose="02020603050405020304" pitchFamily="18" charset="0"/>
                <a:cs typeface="Times New Roman" panose="02020603050405020304" pitchFamily="18" charset="0"/>
              </a:rPr>
              <a:t>. So no need to constraint our self to write code into verilog. So we have come up new language for verification that is system verilog.</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7610109-80CA-D4A0-DA8D-AB552B81094D}"/>
              </a:ext>
            </a:extLst>
          </p:cNvPr>
          <p:cNvSpPr>
            <a:spLocks noGrp="1"/>
          </p:cNvSpPr>
          <p:nvPr>
            <p:ph type="dt" sz="half" idx="10"/>
          </p:nvPr>
        </p:nvSpPr>
        <p:spPr/>
        <p:txBody>
          <a:bodyPr/>
          <a:lstStyle/>
          <a:p>
            <a:fld id="{EE73BB88-1094-4637-AF9C-CBEC9EEEDDE5}" type="datetime1">
              <a:rPr lang="en-IN" smtClean="0"/>
              <a:pPr/>
              <a:t>31-10-2025</a:t>
            </a:fld>
            <a:endParaRPr lang="en-IN"/>
          </a:p>
        </p:txBody>
      </p:sp>
      <p:sp>
        <p:nvSpPr>
          <p:cNvPr id="5" name="Footer Placeholder 4">
            <a:extLst>
              <a:ext uri="{FF2B5EF4-FFF2-40B4-BE49-F238E27FC236}">
                <a16:creationId xmlns:a16="http://schemas.microsoft.com/office/drawing/2014/main" id="{2FE97824-A686-8033-67DA-255D2B75042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6F4644C-25E8-7C15-4F4F-EB9467C54685}"/>
              </a:ext>
            </a:extLst>
          </p:cNvPr>
          <p:cNvSpPr>
            <a:spLocks noGrp="1"/>
          </p:cNvSpPr>
          <p:nvPr>
            <p:ph type="sldNum" sz="quarter" idx="12"/>
          </p:nvPr>
        </p:nvSpPr>
        <p:spPr/>
        <p:txBody>
          <a:bodyPr/>
          <a:lstStyle/>
          <a:p>
            <a:fld id="{56BB8B7D-B437-4E80-9B4F-EB7501C8BBDD}" type="slidenum">
              <a:rPr lang="en-IN" smtClean="0"/>
              <a:pPr/>
              <a:t>4</a:t>
            </a:fld>
            <a:endParaRPr lang="en-IN"/>
          </a:p>
        </p:txBody>
      </p:sp>
    </p:spTree>
    <p:extLst>
      <p:ext uri="{BB962C8B-B14F-4D97-AF65-F5344CB8AC3E}">
        <p14:creationId xmlns:p14="http://schemas.microsoft.com/office/powerpoint/2010/main" val="3437563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B0D0-E776-FA71-19A4-B2D814ECDD9C}"/>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Test Bench</a:t>
            </a:r>
            <a:endParaRPr lang="en-IN" sz="3600" dirty="0"/>
          </a:p>
        </p:txBody>
      </p:sp>
      <p:sp>
        <p:nvSpPr>
          <p:cNvPr id="3" name="Content Placeholder 2">
            <a:extLst>
              <a:ext uri="{FF2B5EF4-FFF2-40B4-BE49-F238E27FC236}">
                <a16:creationId xmlns:a16="http://schemas.microsoft.com/office/drawing/2014/main" id="{E548ED0A-4AD0-A29A-2EAC-AEB88EE29848}"/>
              </a:ext>
            </a:extLst>
          </p:cNvPr>
          <p:cNvSpPr>
            <a:spLocks noGrp="1"/>
          </p:cNvSpPr>
          <p:nvPr>
            <p:ph idx="1"/>
          </p:nvPr>
        </p:nvSpPr>
        <p:spPr/>
        <p:txBody>
          <a:bodyPr/>
          <a:lstStyle/>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What is Test Bench?</a:t>
            </a:r>
          </a:p>
          <a:p>
            <a:r>
              <a:rPr lang="en-US" sz="2400" dirty="0">
                <a:latin typeface="Times New Roman" panose="02020603050405020304" pitchFamily="18" charset="0"/>
                <a:cs typeface="Times New Roman" panose="02020603050405020304" pitchFamily="18" charset="0"/>
              </a:rPr>
              <a:t>A </a:t>
            </a:r>
            <a:r>
              <a:rPr lang="en-US" sz="2400" dirty="0">
                <a:highlight>
                  <a:srgbClr val="FFFF00"/>
                </a:highlight>
                <a:latin typeface="Times New Roman" panose="02020603050405020304" pitchFamily="18" charset="0"/>
                <a:cs typeface="Times New Roman" panose="02020603050405020304" pitchFamily="18" charset="0"/>
              </a:rPr>
              <a:t>testbench</a:t>
            </a:r>
            <a:r>
              <a:rPr lang="en-US" sz="2400" dirty="0">
                <a:latin typeface="Times New Roman" panose="02020603050405020304" pitchFamily="18" charset="0"/>
                <a:cs typeface="Times New Roman" panose="02020603050405020304" pitchFamily="18" charset="0"/>
              </a:rPr>
              <a:t> is a critical component in hardware verification. It is a simulated environment used to validate the functionality of a design under test </a:t>
            </a:r>
            <a:r>
              <a:rPr lang="en-US" sz="2400" b="1"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DUT</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 testbench is </a:t>
            </a:r>
            <a:r>
              <a:rPr lang="en-US" sz="2400" dirty="0">
                <a:highlight>
                  <a:srgbClr val="FFFF00"/>
                </a:highlight>
                <a:latin typeface="Times New Roman" panose="02020603050405020304" pitchFamily="18" charset="0"/>
                <a:cs typeface="Times New Roman" panose="02020603050405020304" pitchFamily="18" charset="0"/>
              </a:rPr>
              <a:t>responsible for applying stimulus to the DUT and checking the results to ensure that the design behaves as expected.</a:t>
            </a:r>
          </a:p>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Test Bench</a:t>
            </a:r>
          </a:p>
          <a:p>
            <a:pPr marL="0" indent="0">
              <a:buNone/>
            </a:pPr>
            <a:r>
              <a:rPr lang="en-US" sz="2400" dirty="0">
                <a:latin typeface="Times New Roman" panose="02020603050405020304" pitchFamily="18" charset="0"/>
                <a:cs typeface="Times New Roman" panose="02020603050405020304" pitchFamily="18" charset="0"/>
              </a:rPr>
              <a:t>In SystemVerilog test bench or Verification environment is a </a:t>
            </a:r>
            <a:r>
              <a:rPr lang="en-US" sz="2400" dirty="0">
                <a:solidFill>
                  <a:srgbClr val="FF0000"/>
                </a:solidFill>
                <a:latin typeface="Times New Roman" panose="02020603050405020304" pitchFamily="18" charset="0"/>
                <a:cs typeface="Times New Roman" panose="02020603050405020304" pitchFamily="18" charset="0"/>
              </a:rPr>
              <a:t>group of classes </a:t>
            </a:r>
            <a:r>
              <a:rPr lang="en-US" sz="2400" dirty="0">
                <a:latin typeface="Times New Roman" panose="02020603050405020304" pitchFamily="18" charset="0"/>
                <a:cs typeface="Times New Roman" panose="02020603050405020304" pitchFamily="18" charset="0"/>
              </a:rPr>
              <a:t>or </a:t>
            </a:r>
            <a:r>
              <a:rPr lang="en-US" sz="2400" dirty="0">
                <a:solidFill>
                  <a:srgbClr val="FF0000"/>
                </a:solidFill>
                <a:latin typeface="Times New Roman" panose="02020603050405020304" pitchFamily="18" charset="0"/>
                <a:cs typeface="Times New Roman" panose="02020603050405020304" pitchFamily="18" charset="0"/>
              </a:rPr>
              <a:t>components</a:t>
            </a:r>
            <a:r>
              <a:rPr lang="en-US" sz="2400" dirty="0">
                <a:latin typeface="Times New Roman" panose="02020603050405020304" pitchFamily="18" charset="0"/>
                <a:cs typeface="Times New Roman" panose="02020603050405020304" pitchFamily="18" charset="0"/>
              </a:rPr>
              <a:t>. where each component is performing a </a:t>
            </a:r>
            <a:r>
              <a:rPr lang="en-US" sz="2400" dirty="0">
                <a:solidFill>
                  <a:srgbClr val="FF0000"/>
                </a:solidFill>
                <a:latin typeface="Times New Roman" panose="02020603050405020304" pitchFamily="18" charset="0"/>
                <a:cs typeface="Times New Roman" panose="02020603050405020304" pitchFamily="18" charset="0"/>
              </a:rPr>
              <a:t>specific operation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generating stimulus, driving, monitoring, etc. and those classes will be named based on the operation.</a:t>
            </a:r>
          </a:p>
          <a:p>
            <a:endParaRPr lang="en-IN" sz="2400" dirty="0">
              <a:highlight>
                <a:srgbClr val="FFFF00"/>
              </a:highligh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9C680D4-6F3D-4078-CDC7-52BE0567F336}"/>
              </a:ext>
            </a:extLst>
          </p:cNvPr>
          <p:cNvSpPr>
            <a:spLocks noGrp="1"/>
          </p:cNvSpPr>
          <p:nvPr>
            <p:ph type="dt" sz="half" idx="10"/>
          </p:nvPr>
        </p:nvSpPr>
        <p:spPr/>
        <p:txBody>
          <a:bodyPr/>
          <a:lstStyle/>
          <a:p>
            <a:fld id="{5F433E38-5624-458D-A3C0-DB58BDB0223B}" type="datetime1">
              <a:rPr lang="en-IN" smtClean="0"/>
              <a:pPr/>
              <a:t>31-10-2025</a:t>
            </a:fld>
            <a:endParaRPr lang="en-IN"/>
          </a:p>
        </p:txBody>
      </p:sp>
      <p:sp>
        <p:nvSpPr>
          <p:cNvPr id="5" name="Footer Placeholder 4">
            <a:extLst>
              <a:ext uri="{FF2B5EF4-FFF2-40B4-BE49-F238E27FC236}">
                <a16:creationId xmlns:a16="http://schemas.microsoft.com/office/drawing/2014/main" id="{88F9080E-5164-ECE1-EC5A-DE85DEEA1A3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33A0667-63B3-CED1-EC07-7AFC8A9C07F8}"/>
              </a:ext>
            </a:extLst>
          </p:cNvPr>
          <p:cNvSpPr>
            <a:spLocks noGrp="1"/>
          </p:cNvSpPr>
          <p:nvPr>
            <p:ph type="sldNum" sz="quarter" idx="12"/>
          </p:nvPr>
        </p:nvSpPr>
        <p:spPr/>
        <p:txBody>
          <a:bodyPr/>
          <a:lstStyle/>
          <a:p>
            <a:fld id="{56BB8B7D-B437-4E80-9B4F-EB7501C8BBDD}" type="slidenum">
              <a:rPr lang="en-IN" smtClean="0"/>
              <a:pPr/>
              <a:t>5</a:t>
            </a:fld>
            <a:endParaRPr lang="en-IN"/>
          </a:p>
        </p:txBody>
      </p:sp>
    </p:spTree>
    <p:extLst>
      <p:ext uri="{BB962C8B-B14F-4D97-AF65-F5344CB8AC3E}">
        <p14:creationId xmlns:p14="http://schemas.microsoft.com/office/powerpoint/2010/main" val="214659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8F00-C049-179F-B91B-FB2AD5488309}"/>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Test Bench cont..…</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846CF2B-1B7A-3BEF-E174-FFA846038675}"/>
              </a:ext>
            </a:extLst>
          </p:cNvPr>
          <p:cNvPicPr>
            <a:picLocks noGrp="1" noChangeAspect="1"/>
          </p:cNvPicPr>
          <p:nvPr>
            <p:ph idx="1"/>
          </p:nvPr>
        </p:nvPicPr>
        <p:blipFill>
          <a:blip r:embed="rId2"/>
          <a:stretch>
            <a:fillRect/>
          </a:stretch>
        </p:blipFill>
        <p:spPr>
          <a:xfrm>
            <a:off x="3008671" y="727949"/>
            <a:ext cx="5683044" cy="5186153"/>
          </a:xfrm>
        </p:spPr>
      </p:pic>
      <p:sp>
        <p:nvSpPr>
          <p:cNvPr id="3" name="Date Placeholder 2">
            <a:extLst>
              <a:ext uri="{FF2B5EF4-FFF2-40B4-BE49-F238E27FC236}">
                <a16:creationId xmlns:a16="http://schemas.microsoft.com/office/drawing/2014/main" id="{1F7D351A-E416-A1C1-1CE1-329402931E67}"/>
              </a:ext>
            </a:extLst>
          </p:cNvPr>
          <p:cNvSpPr>
            <a:spLocks noGrp="1"/>
          </p:cNvSpPr>
          <p:nvPr>
            <p:ph type="dt" sz="half" idx="10"/>
          </p:nvPr>
        </p:nvSpPr>
        <p:spPr/>
        <p:txBody>
          <a:bodyPr/>
          <a:lstStyle/>
          <a:p>
            <a:fld id="{83BC9672-5F71-4CB4-BB2B-0FE00982C585}" type="datetime1">
              <a:rPr lang="en-IN" smtClean="0"/>
              <a:pPr/>
              <a:t>31-10-2025</a:t>
            </a:fld>
            <a:endParaRPr lang="en-IN"/>
          </a:p>
        </p:txBody>
      </p:sp>
      <p:sp>
        <p:nvSpPr>
          <p:cNvPr id="4" name="Footer Placeholder 3">
            <a:extLst>
              <a:ext uri="{FF2B5EF4-FFF2-40B4-BE49-F238E27FC236}">
                <a16:creationId xmlns:a16="http://schemas.microsoft.com/office/drawing/2014/main" id="{74667B6D-9FB3-39F1-7689-6BE1C8696A7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DD4CC6B-DC6A-87D5-1BD4-52FE07C8CC3E}"/>
              </a:ext>
            </a:extLst>
          </p:cNvPr>
          <p:cNvSpPr>
            <a:spLocks noGrp="1"/>
          </p:cNvSpPr>
          <p:nvPr>
            <p:ph type="sldNum" sz="quarter" idx="12"/>
          </p:nvPr>
        </p:nvSpPr>
        <p:spPr/>
        <p:txBody>
          <a:bodyPr/>
          <a:lstStyle/>
          <a:p>
            <a:fld id="{56BB8B7D-B437-4E80-9B4F-EB7501C8BBDD}" type="slidenum">
              <a:rPr lang="en-IN" smtClean="0"/>
              <a:pPr/>
              <a:t>6</a:t>
            </a:fld>
            <a:endParaRPr lang="en-IN"/>
          </a:p>
        </p:txBody>
      </p:sp>
      <p:sp>
        <p:nvSpPr>
          <p:cNvPr id="6" name="TextBox 5">
            <a:extLst>
              <a:ext uri="{FF2B5EF4-FFF2-40B4-BE49-F238E27FC236}">
                <a16:creationId xmlns:a16="http://schemas.microsoft.com/office/drawing/2014/main" id="{966817F3-EBDD-1359-2A30-95B859E14DDA}"/>
              </a:ext>
            </a:extLst>
          </p:cNvPr>
          <p:cNvSpPr txBox="1"/>
          <p:nvPr/>
        </p:nvSpPr>
        <p:spPr>
          <a:xfrm>
            <a:off x="3303639" y="5914103"/>
            <a:ext cx="5388077"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 SV Test Bench block diagram</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1501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1E68-41DB-47BB-8678-E423349BEA47}"/>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Test Bench cont..…</a:t>
            </a:r>
            <a:endParaRPr lang="en-IN" sz="3600" dirty="0"/>
          </a:p>
        </p:txBody>
      </p:sp>
      <p:sp>
        <p:nvSpPr>
          <p:cNvPr id="3" name="Content Placeholder 2">
            <a:extLst>
              <a:ext uri="{FF2B5EF4-FFF2-40B4-BE49-F238E27FC236}">
                <a16:creationId xmlns:a16="http://schemas.microsoft.com/office/drawing/2014/main" id="{BCE02B20-F810-CFC1-8935-0D44C0E57A36}"/>
              </a:ext>
            </a:extLst>
          </p:cNvPr>
          <p:cNvSpPr>
            <a:spLocks noGrp="1"/>
          </p:cNvSpPr>
          <p:nvPr>
            <p:ph idx="1"/>
          </p:nvPr>
        </p:nvSpPr>
        <p:spPr>
          <a:xfrm>
            <a:off x="609600" y="872836"/>
            <a:ext cx="10972800" cy="5710525"/>
          </a:xfrm>
        </p:spPr>
        <p:txBody>
          <a:bodyPr/>
          <a:lstStyle/>
          <a:p>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Interface</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interface in SystemVerilog is a container that groups design </a:t>
            </a:r>
            <a:r>
              <a:rPr lang="en-US" sz="2400" dirty="0">
                <a:highlight>
                  <a:srgbClr val="FFFF00"/>
                </a:highlight>
                <a:latin typeface="Times New Roman" panose="02020603050405020304" pitchFamily="18" charset="0"/>
                <a:cs typeface="Times New Roman" panose="02020603050405020304" pitchFamily="18" charset="0"/>
              </a:rPr>
              <a:t>input-output ports</a:t>
            </a:r>
            <a:r>
              <a:rPr lang="en-US" sz="2400" dirty="0">
                <a:latin typeface="Times New Roman" panose="02020603050405020304" pitchFamily="18" charset="0"/>
                <a:cs typeface="Times New Roman" panose="02020603050405020304" pitchFamily="18" charset="0"/>
              </a:rPr>
              <a:t>, making it easier to connect, maintain, and re-use signals within the DUT.</a:t>
            </a:r>
          </a:p>
          <a:p>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Driver</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driver is a verification component that </a:t>
            </a:r>
            <a:r>
              <a:rPr lang="en-US" sz="2400" dirty="0">
                <a:highlight>
                  <a:srgbClr val="FFFF00"/>
                </a:highlight>
                <a:latin typeface="Times New Roman" panose="02020603050405020304" pitchFamily="18" charset="0"/>
                <a:cs typeface="Times New Roman" panose="02020603050405020304" pitchFamily="18" charset="0"/>
              </a:rPr>
              <a:t>drives values to the DUT </a:t>
            </a:r>
            <a:r>
              <a:rPr lang="en-US" sz="2400" dirty="0">
                <a:latin typeface="Times New Roman" panose="02020603050405020304" pitchFamily="18" charset="0"/>
                <a:cs typeface="Times New Roman" panose="02020603050405020304" pitchFamily="18" charset="0"/>
              </a:rPr>
              <a:t>by calling </a:t>
            </a:r>
            <a:r>
              <a:rPr lang="en-US" sz="2400" dirty="0">
                <a:solidFill>
                  <a:srgbClr val="FF0000"/>
                </a:solidFill>
                <a:latin typeface="Times New Roman" panose="02020603050405020304" pitchFamily="18" charset="0"/>
                <a:cs typeface="Times New Roman" panose="02020603050405020304" pitchFamily="18" charset="0"/>
              </a:rPr>
              <a:t>pre-defined tasks </a:t>
            </a:r>
            <a:r>
              <a:rPr lang="en-US" sz="2400" dirty="0">
                <a:latin typeface="Times New Roman" panose="02020603050405020304" pitchFamily="18" charset="0"/>
                <a:cs typeface="Times New Roman" panose="02020603050405020304" pitchFamily="18" charset="0"/>
              </a:rPr>
              <a:t>in the interface, </a:t>
            </a:r>
            <a:r>
              <a:rPr lang="en-US" sz="2400" dirty="0">
                <a:solidFill>
                  <a:srgbClr val="FF0000"/>
                </a:solidFill>
                <a:latin typeface="Times New Roman" panose="02020603050405020304" pitchFamily="18" charset="0"/>
                <a:cs typeface="Times New Roman" panose="02020603050405020304" pitchFamily="18" charset="0"/>
              </a:rPr>
              <a:t>abstracting</a:t>
            </a:r>
            <a:r>
              <a:rPr lang="en-US" sz="2400" dirty="0">
                <a:latin typeface="Times New Roman" panose="02020603050405020304" pitchFamily="18" charset="0"/>
                <a:cs typeface="Times New Roman" panose="02020603050405020304" pitchFamily="18" charset="0"/>
              </a:rPr>
              <a:t> the </a:t>
            </a:r>
            <a:r>
              <a:rPr lang="en-US" sz="2400" dirty="0">
                <a:solidFill>
                  <a:srgbClr val="FF0000"/>
                </a:solidFill>
                <a:latin typeface="Times New Roman" panose="02020603050405020304" pitchFamily="18" charset="0"/>
                <a:cs typeface="Times New Roman" panose="02020603050405020304" pitchFamily="18" charset="0"/>
              </a:rPr>
              <a:t>timing</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signal handling</a:t>
            </a:r>
            <a:r>
              <a:rPr lang="en-US" sz="2400" dirty="0">
                <a:latin typeface="Times New Roman" panose="02020603050405020304" pitchFamily="18" charset="0"/>
                <a:cs typeface="Times New Roman" panose="02020603050405020304" pitchFamily="18" charset="0"/>
              </a:rPr>
              <a:t>.</a:t>
            </a:r>
          </a:p>
          <a:p>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Generator</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generator </a:t>
            </a:r>
            <a:r>
              <a:rPr lang="en-US" sz="2400" dirty="0">
                <a:highlight>
                  <a:srgbClr val="FFFF00"/>
                </a:highlight>
                <a:latin typeface="Times New Roman" panose="02020603050405020304" pitchFamily="18" charset="0"/>
                <a:cs typeface="Times New Roman" panose="02020603050405020304" pitchFamily="18" charset="0"/>
              </a:rPr>
              <a:t>creates valid data transactions</a:t>
            </a:r>
            <a:r>
              <a:rPr lang="en-US" sz="2400" dirty="0">
                <a:latin typeface="Times New Roman" panose="02020603050405020304" pitchFamily="18" charset="0"/>
                <a:cs typeface="Times New Roman" panose="02020603050405020304" pitchFamily="18" charset="0"/>
              </a:rPr>
              <a:t>, which are sent to the driver, and the driver </a:t>
            </a:r>
            <a:r>
              <a:rPr lang="en-US" sz="2400" dirty="0">
                <a:solidFill>
                  <a:srgbClr val="FF0000"/>
                </a:solidFill>
                <a:latin typeface="Times New Roman" panose="02020603050405020304" pitchFamily="18" charset="0"/>
                <a:cs typeface="Times New Roman" panose="02020603050405020304" pitchFamily="18" charset="0"/>
              </a:rPr>
              <a:t>translates </a:t>
            </a:r>
            <a:r>
              <a:rPr lang="en-US" sz="2400" dirty="0">
                <a:latin typeface="Times New Roman" panose="02020603050405020304" pitchFamily="18" charset="0"/>
                <a:cs typeface="Times New Roman" panose="02020603050405020304" pitchFamily="18" charset="0"/>
              </a:rPr>
              <a:t>them into a format that the DUT can understand.</a:t>
            </a:r>
          </a:p>
          <a:p>
            <a:r>
              <a:rPr lang="en-US" sz="2800" dirty="0">
                <a:solidFill>
                  <a:schemeClr val="tx2">
                    <a:lumMod val="60000"/>
                    <a:lumOff val="40000"/>
                  </a:schemeClr>
                </a:solidFill>
                <a:latin typeface="Times New Roman" panose="02020603050405020304" pitchFamily="18" charset="0"/>
                <a:cs typeface="Times New Roman" panose="02020603050405020304" pitchFamily="18" charset="0"/>
              </a:rPr>
              <a:t>Monitor</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monitor </a:t>
            </a:r>
            <a:r>
              <a:rPr lang="en-US" sz="2400" dirty="0">
                <a:solidFill>
                  <a:srgbClr val="FF0000"/>
                </a:solidFill>
                <a:latin typeface="Times New Roman" panose="02020603050405020304" pitchFamily="18" charset="0"/>
                <a:cs typeface="Times New Roman" panose="02020603050405020304" pitchFamily="18" charset="0"/>
              </a:rPr>
              <a:t>observes </a:t>
            </a:r>
            <a:r>
              <a:rPr lang="en-US" sz="2400" dirty="0">
                <a:latin typeface="Times New Roman" panose="02020603050405020304" pitchFamily="18" charset="0"/>
                <a:cs typeface="Times New Roman" panose="02020603050405020304" pitchFamily="18" charset="0"/>
              </a:rPr>
              <a:t>the DUT's output, </a:t>
            </a:r>
            <a:r>
              <a:rPr lang="en-US" sz="2400" dirty="0">
                <a:highlight>
                  <a:srgbClr val="FFFF00"/>
                </a:highlight>
                <a:latin typeface="Times New Roman" panose="02020603050405020304" pitchFamily="18" charset="0"/>
                <a:cs typeface="Times New Roman" panose="02020603050405020304" pitchFamily="18" charset="0"/>
              </a:rPr>
              <a:t>converts the processed data into objects</a:t>
            </a:r>
            <a:r>
              <a:rPr lang="en-US" sz="2400" dirty="0">
                <a:latin typeface="Times New Roman" panose="02020603050405020304" pitchFamily="18" charset="0"/>
                <a:cs typeface="Times New Roman" panose="02020603050405020304" pitchFamily="18" charset="0"/>
              </a:rPr>
              <a:t>, and sends it to the </a:t>
            </a:r>
            <a:r>
              <a:rPr lang="en-US" sz="2400" dirty="0">
                <a:solidFill>
                  <a:srgbClr val="FF0000"/>
                </a:solidFill>
                <a:latin typeface="Times New Roman" panose="02020603050405020304" pitchFamily="18" charset="0"/>
                <a:cs typeface="Times New Roman" panose="02020603050405020304" pitchFamily="18" charset="0"/>
              </a:rPr>
              <a:t>scoreboard </a:t>
            </a:r>
            <a:r>
              <a:rPr lang="en-US" sz="2400" dirty="0">
                <a:latin typeface="Times New Roman" panose="02020603050405020304" pitchFamily="18" charset="0"/>
                <a:cs typeface="Times New Roman" panose="02020603050405020304" pitchFamily="18" charset="0"/>
              </a:rPr>
              <a:t>for comparison with the reference model.</a:t>
            </a:r>
          </a:p>
        </p:txBody>
      </p:sp>
      <p:sp>
        <p:nvSpPr>
          <p:cNvPr id="4" name="Date Placeholder 3">
            <a:extLst>
              <a:ext uri="{FF2B5EF4-FFF2-40B4-BE49-F238E27FC236}">
                <a16:creationId xmlns:a16="http://schemas.microsoft.com/office/drawing/2014/main" id="{2F551C57-B5A1-ADB2-EABE-245850759196}"/>
              </a:ext>
            </a:extLst>
          </p:cNvPr>
          <p:cNvSpPr>
            <a:spLocks noGrp="1"/>
          </p:cNvSpPr>
          <p:nvPr>
            <p:ph type="dt" sz="half" idx="10"/>
          </p:nvPr>
        </p:nvSpPr>
        <p:spPr/>
        <p:txBody>
          <a:bodyPr/>
          <a:lstStyle/>
          <a:p>
            <a:fld id="{2535F045-6EEF-4C6C-BD63-0AE72A1BE097}" type="datetime1">
              <a:rPr lang="en-IN" smtClean="0"/>
              <a:pPr/>
              <a:t>31-10-2025</a:t>
            </a:fld>
            <a:endParaRPr lang="en-IN"/>
          </a:p>
        </p:txBody>
      </p:sp>
      <p:sp>
        <p:nvSpPr>
          <p:cNvPr id="5" name="Footer Placeholder 4">
            <a:extLst>
              <a:ext uri="{FF2B5EF4-FFF2-40B4-BE49-F238E27FC236}">
                <a16:creationId xmlns:a16="http://schemas.microsoft.com/office/drawing/2014/main" id="{0CF44118-D1B7-4879-16B7-121BEA67CB4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0F543D2-C9C7-E692-E0FD-6C929F06F189}"/>
              </a:ext>
            </a:extLst>
          </p:cNvPr>
          <p:cNvSpPr>
            <a:spLocks noGrp="1"/>
          </p:cNvSpPr>
          <p:nvPr>
            <p:ph type="sldNum" sz="quarter" idx="12"/>
          </p:nvPr>
        </p:nvSpPr>
        <p:spPr/>
        <p:txBody>
          <a:bodyPr/>
          <a:lstStyle/>
          <a:p>
            <a:fld id="{56BB8B7D-B437-4E80-9B4F-EB7501C8BBDD}" type="slidenum">
              <a:rPr lang="en-IN" smtClean="0"/>
              <a:pPr/>
              <a:t>7</a:t>
            </a:fld>
            <a:endParaRPr lang="en-IN"/>
          </a:p>
        </p:txBody>
      </p:sp>
    </p:spTree>
    <p:extLst>
      <p:ext uri="{BB962C8B-B14F-4D97-AF65-F5344CB8AC3E}">
        <p14:creationId xmlns:p14="http://schemas.microsoft.com/office/powerpoint/2010/main" val="3476424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D867-9072-E12B-76BD-EA064C5EB7A1}"/>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Test Bench cont..…</a:t>
            </a:r>
            <a:endParaRPr lang="en-IN" sz="3600" dirty="0"/>
          </a:p>
        </p:txBody>
      </p:sp>
      <p:sp>
        <p:nvSpPr>
          <p:cNvPr id="3" name="Content Placeholder 2">
            <a:extLst>
              <a:ext uri="{FF2B5EF4-FFF2-40B4-BE49-F238E27FC236}">
                <a16:creationId xmlns:a16="http://schemas.microsoft.com/office/drawing/2014/main" id="{18C0E98F-A214-A24A-5233-151F50DE8C88}"/>
              </a:ext>
            </a:extLst>
          </p:cNvPr>
          <p:cNvSpPr>
            <a:spLocks noGrp="1"/>
          </p:cNvSpPr>
          <p:nvPr>
            <p:ph idx="1"/>
          </p:nvPr>
        </p:nvSpPr>
        <p:spPr>
          <a:xfrm>
            <a:off x="609600" y="995423"/>
            <a:ext cx="10972800" cy="5587939"/>
          </a:xfrm>
        </p:spPr>
        <p:txBody>
          <a:bodyPr/>
          <a:lstStyle/>
          <a:p>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Scoreboard</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scoreboard </a:t>
            </a:r>
            <a:r>
              <a:rPr lang="en-US" sz="2400" dirty="0">
                <a:solidFill>
                  <a:srgbClr val="FF0000"/>
                </a:solidFill>
                <a:latin typeface="Times New Roman" panose="02020603050405020304" pitchFamily="18" charset="0"/>
                <a:cs typeface="Times New Roman" panose="02020603050405020304" pitchFamily="18" charset="0"/>
              </a:rPr>
              <a:t>compares</a:t>
            </a:r>
            <a:r>
              <a:rPr lang="en-US" sz="2400" dirty="0">
                <a:latin typeface="Times New Roman" panose="02020603050405020304" pitchFamily="18" charset="0"/>
                <a:cs typeface="Times New Roman" panose="02020603050405020304" pitchFamily="18" charset="0"/>
              </a:rPr>
              <a:t> the DUT's output with a reference model to </a:t>
            </a:r>
            <a:r>
              <a:rPr lang="en-US" sz="2400" dirty="0">
                <a:highlight>
                  <a:srgbClr val="FFFF00"/>
                </a:highlight>
                <a:latin typeface="Times New Roman" panose="02020603050405020304" pitchFamily="18" charset="0"/>
                <a:cs typeface="Times New Roman" panose="02020603050405020304" pitchFamily="18" charset="0"/>
              </a:rPr>
              <a:t>detect functional defects</a:t>
            </a:r>
            <a:r>
              <a:rPr lang="en-US" sz="2400" dirty="0">
                <a:latin typeface="Times New Roman" panose="02020603050405020304" pitchFamily="18" charset="0"/>
                <a:cs typeface="Times New Roman" panose="02020603050405020304" pitchFamily="18" charset="0"/>
              </a:rPr>
              <a:t> by checking for </a:t>
            </a:r>
            <a:r>
              <a:rPr lang="en-US" sz="2400" dirty="0">
                <a:solidFill>
                  <a:srgbClr val="FF0000"/>
                </a:solidFill>
                <a:latin typeface="Times New Roman" panose="02020603050405020304" pitchFamily="18" charset="0"/>
                <a:cs typeface="Times New Roman" panose="02020603050405020304" pitchFamily="18" charset="0"/>
              </a:rPr>
              <a:t>discrepancies.</a:t>
            </a:r>
          </a:p>
          <a:p>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Environment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environment provides </a:t>
            </a:r>
            <a:r>
              <a:rPr lang="en-US" sz="2400" dirty="0">
                <a:highlight>
                  <a:srgbClr val="FFFF00"/>
                </a:highlight>
                <a:latin typeface="Times New Roman" panose="02020603050405020304" pitchFamily="18" charset="0"/>
                <a:cs typeface="Times New Roman" panose="02020603050405020304" pitchFamily="18" charset="0"/>
              </a:rPr>
              <a:t>flexibility and scalability</a:t>
            </a:r>
            <a:r>
              <a:rPr lang="en-US" sz="2400" dirty="0">
                <a:latin typeface="Times New Roman" panose="02020603050405020304" pitchFamily="18" charset="0"/>
                <a:cs typeface="Times New Roman" panose="02020603050405020304" pitchFamily="18" charset="0"/>
              </a:rPr>
              <a:t>, allowing multiple components to be plugged in for different verification tasks and future projects.</a:t>
            </a:r>
            <a:endParaRPr lang="en-IN" sz="2400" dirty="0">
              <a:latin typeface="Times New Roman" panose="02020603050405020304" pitchFamily="18" charset="0"/>
              <a:cs typeface="Times New Roman" panose="02020603050405020304" pitchFamily="18" charset="0"/>
            </a:endParaRPr>
          </a:p>
          <a:p>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Test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test </a:t>
            </a:r>
            <a:r>
              <a:rPr lang="en-US" sz="2400" dirty="0">
                <a:solidFill>
                  <a:srgbClr val="FF0000"/>
                </a:solidFill>
                <a:latin typeface="Times New Roman" panose="02020603050405020304" pitchFamily="18" charset="0"/>
                <a:cs typeface="Times New Roman" panose="02020603050405020304" pitchFamily="18" charset="0"/>
              </a:rPr>
              <a:t>configures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controls</a:t>
            </a:r>
            <a:r>
              <a:rPr lang="en-US" sz="2400" dirty="0">
                <a:latin typeface="Times New Roman" panose="02020603050405020304" pitchFamily="18" charset="0"/>
                <a:cs typeface="Times New Roman" panose="02020603050405020304" pitchFamily="18" charset="0"/>
              </a:rPr>
              <a:t> the verification environment to generate the desired stimulus and run specific scenarios, ensuring thorough validation.</a:t>
            </a:r>
          </a:p>
        </p:txBody>
      </p:sp>
      <p:sp>
        <p:nvSpPr>
          <p:cNvPr id="4" name="Date Placeholder 3">
            <a:extLst>
              <a:ext uri="{FF2B5EF4-FFF2-40B4-BE49-F238E27FC236}">
                <a16:creationId xmlns:a16="http://schemas.microsoft.com/office/drawing/2014/main" id="{D835E12E-8381-5470-2F7C-4CA14ADCB719}"/>
              </a:ext>
            </a:extLst>
          </p:cNvPr>
          <p:cNvSpPr>
            <a:spLocks noGrp="1"/>
          </p:cNvSpPr>
          <p:nvPr>
            <p:ph type="dt" sz="half" idx="10"/>
          </p:nvPr>
        </p:nvSpPr>
        <p:spPr/>
        <p:txBody>
          <a:bodyPr/>
          <a:lstStyle/>
          <a:p>
            <a:fld id="{81EA870A-721A-4659-8D51-B54657C7247E}" type="datetime1">
              <a:rPr lang="en-IN" smtClean="0"/>
              <a:pPr/>
              <a:t>31-10-2025</a:t>
            </a:fld>
            <a:endParaRPr lang="en-IN"/>
          </a:p>
        </p:txBody>
      </p:sp>
      <p:sp>
        <p:nvSpPr>
          <p:cNvPr id="5" name="Footer Placeholder 4">
            <a:extLst>
              <a:ext uri="{FF2B5EF4-FFF2-40B4-BE49-F238E27FC236}">
                <a16:creationId xmlns:a16="http://schemas.microsoft.com/office/drawing/2014/main" id="{868F4656-BB8E-E6E4-A705-6355B43F592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AC994C0-3A49-47F3-1CE8-BDD20FDDD301}"/>
              </a:ext>
            </a:extLst>
          </p:cNvPr>
          <p:cNvSpPr>
            <a:spLocks noGrp="1"/>
          </p:cNvSpPr>
          <p:nvPr>
            <p:ph type="sldNum" sz="quarter" idx="12"/>
          </p:nvPr>
        </p:nvSpPr>
        <p:spPr/>
        <p:txBody>
          <a:bodyPr/>
          <a:lstStyle/>
          <a:p>
            <a:fld id="{56BB8B7D-B437-4E80-9B4F-EB7501C8BBDD}" type="slidenum">
              <a:rPr lang="en-IN" smtClean="0"/>
              <a:pPr/>
              <a:t>8</a:t>
            </a:fld>
            <a:endParaRPr lang="en-IN"/>
          </a:p>
        </p:txBody>
      </p:sp>
    </p:spTree>
    <p:extLst>
      <p:ext uri="{BB962C8B-B14F-4D97-AF65-F5344CB8AC3E}">
        <p14:creationId xmlns:p14="http://schemas.microsoft.com/office/powerpoint/2010/main" val="1319164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6F993-6FF4-9EF8-9131-B07DBB7110AF}"/>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A53A3E-ED1C-FF88-6B47-E807188B56D3}"/>
              </a:ext>
            </a:extLst>
          </p:cNvPr>
          <p:cNvSpPr>
            <a:spLocks noGrp="1"/>
          </p:cNvSpPr>
          <p:nvPr>
            <p:ph idx="1"/>
          </p:nvPr>
        </p:nvSpPr>
        <p:spPr>
          <a:xfrm>
            <a:off x="609600" y="924791"/>
            <a:ext cx="11189110" cy="5658571"/>
          </a:xfrm>
        </p:spPr>
        <p:txBody>
          <a:bodyPr/>
          <a:lstStyle/>
          <a:p>
            <a:pPr marL="0" indent="0">
              <a:buNone/>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Data object V/S Data type</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data object is an </a:t>
            </a:r>
            <a:r>
              <a:rPr lang="en-US" sz="2400" dirty="0">
                <a:highlight>
                  <a:srgbClr val="FFFF00"/>
                </a:highlight>
                <a:latin typeface="Times New Roman" panose="02020603050405020304" pitchFamily="18" charset="0"/>
                <a:cs typeface="Times New Roman" panose="02020603050405020304" pitchFamily="18" charset="0"/>
              </a:rPr>
              <a:t>instance</a:t>
            </a:r>
            <a:r>
              <a:rPr lang="en-US" sz="2400" dirty="0">
                <a:latin typeface="Times New Roman" panose="02020603050405020304" pitchFamily="18" charset="0"/>
                <a:cs typeface="Times New Roman" panose="02020603050405020304" pitchFamily="18" charset="0"/>
              </a:rPr>
              <a:t> of a data type that </a:t>
            </a:r>
            <a:r>
              <a:rPr lang="en-US" sz="2400" dirty="0">
                <a:solidFill>
                  <a:srgbClr val="FF0000"/>
                </a:solidFill>
                <a:latin typeface="Times New Roman" panose="02020603050405020304" pitchFamily="18" charset="0"/>
                <a:cs typeface="Times New Roman" panose="02020603050405020304" pitchFamily="18" charset="0"/>
              </a:rPr>
              <a:t>holds a specific value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data type defines the kind of </a:t>
            </a:r>
            <a:r>
              <a:rPr lang="en-US" sz="2400" dirty="0">
                <a:highlight>
                  <a:srgbClr val="FFFF00"/>
                </a:highlight>
                <a:latin typeface="Times New Roman" panose="02020603050405020304" pitchFamily="18" charset="0"/>
                <a:cs typeface="Times New Roman" panose="02020603050405020304" pitchFamily="18" charset="0"/>
              </a:rPr>
              <a:t>value and the operations </a:t>
            </a:r>
            <a:r>
              <a:rPr lang="en-US" sz="2400" dirty="0">
                <a:latin typeface="Times New Roman" panose="02020603050405020304" pitchFamily="18" charset="0"/>
                <a:cs typeface="Times New Roman" panose="02020603050405020304" pitchFamily="18" charset="0"/>
              </a:rPr>
              <a:t>that can be performed on it.</a:t>
            </a:r>
          </a:p>
          <a:p>
            <a:pPr marL="0" indent="0">
              <a:buNone/>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Data Object</a:t>
            </a:r>
          </a:p>
          <a:p>
            <a:pPr marL="0" indent="0">
              <a:buNone/>
            </a:pPr>
            <a:r>
              <a:rPr lang="en-US" sz="2400" dirty="0">
                <a:latin typeface="Times New Roman" panose="02020603050405020304" pitchFamily="18" charset="0"/>
                <a:cs typeface="Times New Roman" panose="02020603050405020304" pitchFamily="18" charset="0"/>
              </a:rPr>
              <a:t>There are two main groups of data objects: </a:t>
            </a:r>
            <a:r>
              <a:rPr lang="en-US" sz="2400" dirty="0">
                <a:highlight>
                  <a:srgbClr val="FFFF00"/>
                </a:highlight>
                <a:latin typeface="Times New Roman" panose="02020603050405020304" pitchFamily="18" charset="0"/>
                <a:cs typeface="Times New Roman" panose="02020603050405020304" pitchFamily="18" charset="0"/>
              </a:rPr>
              <a:t>variables and nets</a:t>
            </a:r>
            <a:r>
              <a:rPr lang="en-US" sz="2400" dirty="0">
                <a:latin typeface="Times New Roman" panose="02020603050405020304" pitchFamily="18" charset="0"/>
                <a:cs typeface="Times New Roman" panose="02020603050405020304" pitchFamily="18" charset="0"/>
              </a:rPr>
              <a:t>. These two groups differ in the way in which they are </a:t>
            </a:r>
            <a:r>
              <a:rPr lang="en-US" sz="2400" dirty="0">
                <a:solidFill>
                  <a:srgbClr val="FF0000"/>
                </a:solidFill>
                <a:latin typeface="Times New Roman" panose="02020603050405020304" pitchFamily="18" charset="0"/>
                <a:cs typeface="Times New Roman" panose="02020603050405020304" pitchFamily="18" charset="0"/>
              </a:rPr>
              <a:t>assigned</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hold values</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Net Type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There are two different kinds of net types</a:t>
            </a:r>
            <a:r>
              <a:rPr lang="en-US" dirty="0">
                <a:solidFill>
                  <a:srgbClr val="FF0000"/>
                </a:solidFill>
                <a:latin typeface="Times New Roman" panose="02020603050405020304" pitchFamily="18" charset="0"/>
                <a:cs typeface="Times New Roman" panose="02020603050405020304" pitchFamily="18" charset="0"/>
              </a:rPr>
              <a:t>: built-in </a:t>
            </a:r>
            <a:r>
              <a:rPr lang="en-US" dirty="0">
                <a:solidFill>
                  <a:schemeClr val="tx2">
                    <a:lumMod val="60000"/>
                    <a:lumOff val="40000"/>
                  </a:schemeClr>
                </a:solidFill>
                <a:latin typeface="Times New Roman" panose="02020603050405020304" pitchFamily="18" charset="0"/>
                <a:cs typeface="Times New Roman" panose="02020603050405020304" pitchFamily="18" charset="0"/>
              </a:rPr>
              <a:t>(ex: wire, tri, supply) </a:t>
            </a:r>
            <a:r>
              <a:rPr lang="en-US" dirty="0">
                <a:latin typeface="Times New Roman" panose="02020603050405020304" pitchFamily="18" charset="0"/>
                <a:cs typeface="Times New Roman" panose="02020603050405020304" pitchFamily="18" charset="0"/>
              </a:rPr>
              <a:t>and </a:t>
            </a:r>
            <a:r>
              <a:rPr lang="en-US" dirty="0">
                <a:solidFill>
                  <a:srgbClr val="FF0000"/>
                </a:solidFill>
                <a:latin typeface="Times New Roman" panose="02020603050405020304" pitchFamily="18" charset="0"/>
                <a:cs typeface="Times New Roman" panose="02020603050405020304" pitchFamily="18" charset="0"/>
              </a:rPr>
              <a:t>user-defined </a:t>
            </a:r>
            <a:r>
              <a:rPr lang="en-US"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dirty="0" err="1">
                <a:solidFill>
                  <a:schemeClr val="tx2">
                    <a:lumMod val="60000"/>
                    <a:lumOff val="40000"/>
                  </a:schemeClr>
                </a:solidFill>
                <a:latin typeface="Times New Roman" panose="02020603050405020304" pitchFamily="18" charset="0"/>
                <a:cs typeface="Times New Roman" panose="02020603050405020304" pitchFamily="18" charset="0"/>
              </a:rPr>
              <a:t>nettype</a:t>
            </a:r>
            <a:r>
              <a:rPr lang="en-US" dirty="0">
                <a:solidFill>
                  <a:schemeClr val="tx2">
                    <a:lumMod val="60000"/>
                    <a:lumOff val="40000"/>
                  </a:schemeClr>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net types can represent </a:t>
            </a:r>
            <a:r>
              <a:rPr lang="en-US" dirty="0">
                <a:highlight>
                  <a:srgbClr val="FFFF00"/>
                </a:highlight>
                <a:latin typeface="Times New Roman" panose="02020603050405020304" pitchFamily="18" charset="0"/>
                <a:cs typeface="Times New Roman" panose="02020603050405020304" pitchFamily="18" charset="0"/>
              </a:rPr>
              <a:t>physical connections </a:t>
            </a:r>
            <a:r>
              <a:rPr lang="en-US" dirty="0">
                <a:latin typeface="Times New Roman" panose="02020603050405020304" pitchFamily="18" charset="0"/>
                <a:cs typeface="Times New Roman" panose="02020603050405020304" pitchFamily="18" charset="0"/>
              </a:rPr>
              <a:t>between structural entities, such as gates. A net shall not store a value . Instead, its value shall be determined by the values of its drivers, such as a continuous assignment or a gate</a:t>
            </a:r>
          </a:p>
        </p:txBody>
      </p:sp>
      <p:sp>
        <p:nvSpPr>
          <p:cNvPr id="4" name="Date Placeholder 3">
            <a:extLst>
              <a:ext uri="{FF2B5EF4-FFF2-40B4-BE49-F238E27FC236}">
                <a16:creationId xmlns:a16="http://schemas.microsoft.com/office/drawing/2014/main" id="{2DE3DFD0-E361-5B0C-5843-CC8ED9409EF9}"/>
              </a:ext>
            </a:extLst>
          </p:cNvPr>
          <p:cNvSpPr>
            <a:spLocks noGrp="1"/>
          </p:cNvSpPr>
          <p:nvPr>
            <p:ph type="dt" sz="half" idx="10"/>
          </p:nvPr>
        </p:nvSpPr>
        <p:spPr/>
        <p:txBody>
          <a:bodyPr/>
          <a:lstStyle/>
          <a:p>
            <a:fld id="{DCE7BE11-1691-4BB5-8274-B33B17B9E773}" type="datetime1">
              <a:rPr lang="en-IN" smtClean="0"/>
              <a:pPr/>
              <a:t>31-10-2025</a:t>
            </a:fld>
            <a:endParaRPr lang="en-IN"/>
          </a:p>
        </p:txBody>
      </p:sp>
      <p:sp>
        <p:nvSpPr>
          <p:cNvPr id="5" name="Footer Placeholder 4">
            <a:extLst>
              <a:ext uri="{FF2B5EF4-FFF2-40B4-BE49-F238E27FC236}">
                <a16:creationId xmlns:a16="http://schemas.microsoft.com/office/drawing/2014/main" id="{599CF5AF-2A5C-E1D6-3C9A-4839AACC2A3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3BE7DAD-0952-2D25-7CEB-E3FE4003BBAA}"/>
              </a:ext>
            </a:extLst>
          </p:cNvPr>
          <p:cNvSpPr>
            <a:spLocks noGrp="1"/>
          </p:cNvSpPr>
          <p:nvPr>
            <p:ph type="sldNum" sz="quarter" idx="12"/>
          </p:nvPr>
        </p:nvSpPr>
        <p:spPr/>
        <p:txBody>
          <a:bodyPr/>
          <a:lstStyle/>
          <a:p>
            <a:fld id="{56BB8B7D-B437-4E80-9B4F-EB7501C8BBDD}" type="slidenum">
              <a:rPr lang="en-IN" smtClean="0"/>
              <a:pPr/>
              <a:t>9</a:t>
            </a:fld>
            <a:endParaRPr lang="en-IN"/>
          </a:p>
        </p:txBody>
      </p:sp>
    </p:spTree>
    <p:extLst>
      <p:ext uri="{BB962C8B-B14F-4D97-AF65-F5344CB8AC3E}">
        <p14:creationId xmlns:p14="http://schemas.microsoft.com/office/powerpoint/2010/main" val="142266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24FBA-C66F-AEA2-FD87-4244B1974C35}"/>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699BE3D5-76EE-5F22-FADF-2FB8B4E22664}"/>
              </a:ext>
            </a:extLst>
          </p:cNvPr>
          <p:cNvSpPr>
            <a:spLocks noGrp="1"/>
          </p:cNvSpPr>
          <p:nvPr>
            <p:ph idx="1"/>
          </p:nvPr>
        </p:nvSpPr>
        <p:spPr>
          <a:xfrm>
            <a:off x="609599" y="1007918"/>
            <a:ext cx="11174361" cy="5118247"/>
          </a:xfrm>
        </p:spPr>
        <p:txBody>
          <a:bodyPr/>
          <a:lstStyle/>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Variable Type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variable is an abstraction of a </a:t>
            </a:r>
            <a:r>
              <a:rPr lang="en-US" dirty="0">
                <a:highlight>
                  <a:srgbClr val="FFFF00"/>
                </a:highlight>
                <a:latin typeface="Times New Roman" panose="02020603050405020304" pitchFamily="18" charset="0"/>
                <a:cs typeface="Times New Roman" panose="02020603050405020304" pitchFamily="18" charset="0"/>
              </a:rPr>
              <a:t>data storage element</a:t>
            </a:r>
            <a:r>
              <a:rPr lang="en-US" dirty="0">
                <a:latin typeface="Times New Roman" panose="02020603050405020304" pitchFamily="18" charset="0"/>
                <a:cs typeface="Times New Roman" panose="02020603050405020304" pitchFamily="18" charset="0"/>
              </a:rPr>
              <a:t>. A variable shall store a value from one assignment to the next. An assignment statement in a procedure acts as a trigger that changes the value in the data storage element. </a:t>
            </a:r>
          </a:p>
          <a:p>
            <a:pPr marL="0" indent="0">
              <a:buNone/>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2 State V/S 4 State Data types</a:t>
            </a:r>
          </a:p>
          <a:p>
            <a:pPr lvl="1">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2 State Data Types</a:t>
            </a:r>
          </a:p>
          <a:p>
            <a:pPr lvl="2">
              <a:buFont typeface="Wingdings" panose="05000000000000000000" pitchFamily="2" charset="2"/>
              <a:buChar char="v"/>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data type that can hold only </a:t>
            </a:r>
            <a:r>
              <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two values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typically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 or 1.</a:t>
            </a:r>
            <a:endParaRPr lang="en-IN"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Two state data types improves the performance and memory usage over four data types, two-state data types are </a:t>
            </a:r>
            <a:r>
              <a:rPr lang="en-US" dirty="0">
                <a:solidFill>
                  <a:schemeClr val="accent4">
                    <a:lumMod val="75000"/>
                  </a:schemeClr>
                </a:solidFill>
                <a:latin typeface="Times New Roman" panose="02020603050405020304" pitchFamily="18" charset="0"/>
                <a:cs typeface="Times New Roman" panose="02020603050405020304" pitchFamily="18" charset="0"/>
              </a:rPr>
              <a:t>bit (unsigned)</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byte</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shortint</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longint(signed)</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D714BFB-09B6-8429-878E-A4917349703F}"/>
              </a:ext>
            </a:extLst>
          </p:cNvPr>
          <p:cNvSpPr>
            <a:spLocks noGrp="1"/>
          </p:cNvSpPr>
          <p:nvPr>
            <p:ph type="dt" sz="half" idx="10"/>
          </p:nvPr>
        </p:nvSpPr>
        <p:spPr/>
        <p:txBody>
          <a:bodyPr/>
          <a:lstStyle/>
          <a:p>
            <a:fld id="{E42A1C3E-5CCB-4D2E-8FCB-BFD4B6C23E70}" type="datetime1">
              <a:rPr lang="en-IN" smtClean="0"/>
              <a:pPr/>
              <a:t>31-10-2025</a:t>
            </a:fld>
            <a:endParaRPr lang="en-IN"/>
          </a:p>
        </p:txBody>
      </p:sp>
      <p:sp>
        <p:nvSpPr>
          <p:cNvPr id="5" name="Footer Placeholder 4">
            <a:extLst>
              <a:ext uri="{FF2B5EF4-FFF2-40B4-BE49-F238E27FC236}">
                <a16:creationId xmlns:a16="http://schemas.microsoft.com/office/drawing/2014/main" id="{FFAD712B-FB1E-0E1A-BE84-A7271076132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99ED288-089F-7648-91A6-FE05DBBEFFFB}"/>
              </a:ext>
            </a:extLst>
          </p:cNvPr>
          <p:cNvSpPr>
            <a:spLocks noGrp="1"/>
          </p:cNvSpPr>
          <p:nvPr>
            <p:ph type="sldNum" sz="quarter" idx="12"/>
          </p:nvPr>
        </p:nvSpPr>
        <p:spPr/>
        <p:txBody>
          <a:bodyPr/>
          <a:lstStyle/>
          <a:p>
            <a:fld id="{56BB8B7D-B437-4E80-9B4F-EB7501C8BBDD}" type="slidenum">
              <a:rPr lang="en-IN" smtClean="0"/>
              <a:pPr/>
              <a:t>10</a:t>
            </a:fld>
            <a:endParaRPr lang="en-IN"/>
          </a:p>
        </p:txBody>
      </p:sp>
    </p:spTree>
    <p:extLst>
      <p:ext uri="{BB962C8B-B14F-4D97-AF65-F5344CB8AC3E}">
        <p14:creationId xmlns:p14="http://schemas.microsoft.com/office/powerpoint/2010/main" val="83142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F579-FF5C-6389-FE3A-50C8C32085F9}"/>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CAECE2A7-6ABE-0394-960D-40C638933BFE}"/>
              </a:ext>
            </a:extLst>
          </p:cNvPr>
          <p:cNvSpPr>
            <a:spLocks noGrp="1"/>
          </p:cNvSpPr>
          <p:nvPr>
            <p:ph idx="1"/>
          </p:nvPr>
        </p:nvSpPr>
        <p:spPr>
          <a:xfrm>
            <a:off x="609600" y="995422"/>
            <a:ext cx="10972800" cy="5130745"/>
          </a:xfrm>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4 state Data Type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data type that can hold </a:t>
            </a:r>
            <a:r>
              <a:rPr lang="en-US" dirty="0">
                <a:highlight>
                  <a:srgbClr val="FFFF00"/>
                </a:highlight>
                <a:latin typeface="Times New Roman" panose="02020603050405020304" pitchFamily="18" charset="0"/>
                <a:cs typeface="Times New Roman" panose="02020603050405020304" pitchFamily="18" charset="0"/>
              </a:rPr>
              <a:t>four values</a:t>
            </a:r>
            <a:r>
              <a:rPr lang="en-US" dirty="0">
                <a:latin typeface="Times New Roman" panose="02020603050405020304" pitchFamily="18" charset="0"/>
                <a:cs typeface="Times New Roman" panose="02020603050405020304" pitchFamily="18" charset="0"/>
              </a:rPr>
              <a:t>: 0, 1, unknown (x), and high-impedance (z).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Four-state data types are used in scenarios involving multi-driver systems, high-impedance buses, and error detection.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They are more flexible for </a:t>
            </a:r>
            <a:r>
              <a:rPr lang="en-US" dirty="0">
                <a:solidFill>
                  <a:srgbClr val="FF0000"/>
                </a:solidFill>
                <a:latin typeface="Times New Roman" panose="02020603050405020304" pitchFamily="18" charset="0"/>
                <a:cs typeface="Times New Roman" panose="02020603050405020304" pitchFamily="18" charset="0"/>
              </a:rPr>
              <a:t>modeling real-world systems </a:t>
            </a:r>
            <a:r>
              <a:rPr lang="en-US" dirty="0">
                <a:latin typeface="Times New Roman" panose="02020603050405020304" pitchFamily="18" charset="0"/>
                <a:cs typeface="Times New Roman" panose="02020603050405020304" pitchFamily="18" charset="0"/>
              </a:rPr>
              <a:t>but come at a cost of </a:t>
            </a:r>
            <a:r>
              <a:rPr lang="en-US" dirty="0">
                <a:solidFill>
                  <a:srgbClr val="FF0000"/>
                </a:solidFill>
                <a:latin typeface="Times New Roman" panose="02020603050405020304" pitchFamily="18" charset="0"/>
                <a:cs typeface="Times New Roman" panose="02020603050405020304" pitchFamily="18" charset="0"/>
              </a:rPr>
              <a:t>increased complexity</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Four-state data types in SystemVerilog include </a:t>
            </a: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logic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wire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I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CAF9E31-CD6C-80A7-462B-9B141C9CA8E1}"/>
              </a:ext>
            </a:extLst>
          </p:cNvPr>
          <p:cNvSpPr>
            <a:spLocks noGrp="1"/>
          </p:cNvSpPr>
          <p:nvPr>
            <p:ph type="dt" sz="half" idx="10"/>
          </p:nvPr>
        </p:nvSpPr>
        <p:spPr/>
        <p:txBody>
          <a:bodyPr/>
          <a:lstStyle/>
          <a:p>
            <a:fld id="{C873E7C0-1B3E-4EDE-8071-C92C380B96A0}" type="datetime1">
              <a:rPr lang="en-IN" smtClean="0"/>
              <a:pPr/>
              <a:t>31-10-2025</a:t>
            </a:fld>
            <a:endParaRPr lang="en-IN"/>
          </a:p>
        </p:txBody>
      </p:sp>
      <p:sp>
        <p:nvSpPr>
          <p:cNvPr id="5" name="Footer Placeholder 4">
            <a:extLst>
              <a:ext uri="{FF2B5EF4-FFF2-40B4-BE49-F238E27FC236}">
                <a16:creationId xmlns:a16="http://schemas.microsoft.com/office/drawing/2014/main" id="{BC4489B5-6F85-2697-AB7B-0AA57BCEEB5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BF77AA8-A0CC-D5CA-740A-9B4BD01D2E92}"/>
              </a:ext>
            </a:extLst>
          </p:cNvPr>
          <p:cNvSpPr>
            <a:spLocks noGrp="1"/>
          </p:cNvSpPr>
          <p:nvPr>
            <p:ph type="sldNum" sz="quarter" idx="12"/>
          </p:nvPr>
        </p:nvSpPr>
        <p:spPr/>
        <p:txBody>
          <a:bodyPr/>
          <a:lstStyle/>
          <a:p>
            <a:fld id="{56BB8B7D-B437-4E80-9B4F-EB7501C8BBDD}" type="slidenum">
              <a:rPr lang="en-IN" smtClean="0"/>
              <a:pPr/>
              <a:t>11</a:t>
            </a:fld>
            <a:endParaRPr lang="en-IN"/>
          </a:p>
        </p:txBody>
      </p:sp>
    </p:spTree>
    <p:extLst>
      <p:ext uri="{BB962C8B-B14F-4D97-AF65-F5344CB8AC3E}">
        <p14:creationId xmlns:p14="http://schemas.microsoft.com/office/powerpoint/2010/main" val="2469300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BC29-A54B-6492-EC7C-64A4327A01D9}"/>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1B5EB113-5D1B-6DF4-874A-1AF4D6521E6C}"/>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Integral Data Type</a:t>
            </a:r>
          </a:p>
          <a:p>
            <a:pPr lvl="2">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term "</a:t>
            </a:r>
            <a:r>
              <a:rPr lang="en-US" dirty="0">
                <a:highlight>
                  <a:srgbClr val="FFFF00"/>
                </a:highlight>
                <a:latin typeface="Times New Roman" panose="02020603050405020304" pitchFamily="18" charset="0"/>
                <a:cs typeface="Times New Roman" panose="02020603050405020304" pitchFamily="18" charset="0"/>
              </a:rPr>
              <a:t>integral</a:t>
            </a:r>
            <a:r>
              <a:rPr lang="en-US" dirty="0">
                <a:latin typeface="Times New Roman" panose="02020603050405020304" pitchFamily="18" charset="0"/>
                <a:cs typeface="Times New Roman" panose="02020603050405020304" pitchFamily="18" charset="0"/>
              </a:rPr>
              <a:t>" refers to data types that represent basic integer types and other types that can store integer values.</a:t>
            </a:r>
          </a:p>
          <a:p>
            <a:pPr lvl="2">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E705928-E74E-B31E-B177-4F3CA11A9469}"/>
              </a:ext>
            </a:extLst>
          </p:cNvPr>
          <p:cNvSpPr>
            <a:spLocks noGrp="1"/>
          </p:cNvSpPr>
          <p:nvPr>
            <p:ph type="dt" sz="half" idx="10"/>
          </p:nvPr>
        </p:nvSpPr>
        <p:spPr/>
        <p:txBody>
          <a:bodyPr/>
          <a:lstStyle/>
          <a:p>
            <a:fld id="{528F29A5-37C9-41E2-8DA3-E5E4C9B292B5}" type="datetime1">
              <a:rPr lang="en-IN" smtClean="0"/>
              <a:pPr/>
              <a:t>31-10-2025</a:t>
            </a:fld>
            <a:endParaRPr lang="en-IN"/>
          </a:p>
        </p:txBody>
      </p:sp>
      <p:sp>
        <p:nvSpPr>
          <p:cNvPr id="6" name="Footer Placeholder 5">
            <a:extLst>
              <a:ext uri="{FF2B5EF4-FFF2-40B4-BE49-F238E27FC236}">
                <a16:creationId xmlns:a16="http://schemas.microsoft.com/office/drawing/2014/main" id="{643B9E06-04E6-47B4-13BC-FFE884E07CC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44A2E40-5CE8-4C71-BB39-0F7B22239337}"/>
              </a:ext>
            </a:extLst>
          </p:cNvPr>
          <p:cNvSpPr>
            <a:spLocks noGrp="1"/>
          </p:cNvSpPr>
          <p:nvPr>
            <p:ph type="sldNum" sz="quarter" idx="12"/>
          </p:nvPr>
        </p:nvSpPr>
        <p:spPr/>
        <p:txBody>
          <a:bodyPr/>
          <a:lstStyle/>
          <a:p>
            <a:fld id="{56BB8B7D-B437-4E80-9B4F-EB7501C8BBDD}" type="slidenum">
              <a:rPr lang="en-IN" smtClean="0"/>
              <a:pPr/>
              <a:t>12</a:t>
            </a:fld>
            <a:endParaRPr lang="en-IN"/>
          </a:p>
        </p:txBody>
      </p:sp>
      <p:graphicFrame>
        <p:nvGraphicFramePr>
          <p:cNvPr id="5" name="Table 4">
            <a:extLst>
              <a:ext uri="{FF2B5EF4-FFF2-40B4-BE49-F238E27FC236}">
                <a16:creationId xmlns:a16="http://schemas.microsoft.com/office/drawing/2014/main" id="{DE0315FD-4C49-969A-F625-7C6A1B433E09}"/>
              </a:ext>
            </a:extLst>
          </p:cNvPr>
          <p:cNvGraphicFramePr>
            <a:graphicFrameLocks noGrp="1"/>
          </p:cNvGraphicFramePr>
          <p:nvPr>
            <p:extLst>
              <p:ext uri="{D42A27DB-BD31-4B8C-83A1-F6EECF244321}">
                <p14:modId xmlns:p14="http://schemas.microsoft.com/office/powerpoint/2010/main" val="1238114941"/>
              </p:ext>
            </p:extLst>
          </p:nvPr>
        </p:nvGraphicFramePr>
        <p:xfrm>
          <a:off x="1856256" y="2790193"/>
          <a:ext cx="8763820" cy="3566160"/>
        </p:xfrm>
        <a:graphic>
          <a:graphicData uri="http://schemas.openxmlformats.org/drawingml/2006/table">
            <a:tbl>
              <a:tblPr firstRow="1" bandRow="1">
                <a:tableStyleId>{5C22544A-7EE6-4342-B048-85BDC9FD1C3A}</a:tableStyleId>
              </a:tblPr>
              <a:tblGrid>
                <a:gridCol w="1566607">
                  <a:extLst>
                    <a:ext uri="{9D8B030D-6E8A-4147-A177-3AD203B41FA5}">
                      <a16:colId xmlns:a16="http://schemas.microsoft.com/office/drawing/2014/main" val="4233357099"/>
                    </a:ext>
                  </a:extLst>
                </a:gridCol>
                <a:gridCol w="7197213">
                  <a:extLst>
                    <a:ext uri="{9D8B030D-6E8A-4147-A177-3AD203B41FA5}">
                      <a16:colId xmlns:a16="http://schemas.microsoft.com/office/drawing/2014/main" val="3100302401"/>
                    </a:ext>
                  </a:extLst>
                </a:gridCol>
              </a:tblGrid>
              <a:tr h="370840">
                <a:tc>
                  <a:txBody>
                    <a:bodyPr/>
                    <a:lstStyle/>
                    <a:p>
                      <a:r>
                        <a:rPr lang="en-IN" sz="2000" b="0" dirty="0" err="1">
                          <a:latin typeface="Times New Roman" panose="02020603050405020304" pitchFamily="18" charset="0"/>
                          <a:cs typeface="Times New Roman" panose="02020603050405020304" pitchFamily="18" charset="0"/>
                        </a:rPr>
                        <a:t>shortint</a:t>
                      </a:r>
                      <a:r>
                        <a:rPr lang="en-IN" sz="2000" b="0" dirty="0">
                          <a:latin typeface="Times New Roman" panose="02020603050405020304" pitchFamily="18" charset="0"/>
                          <a:cs typeface="Times New Roman" panose="02020603050405020304" pitchFamily="18" charset="0"/>
                        </a:rPr>
                        <a:t> </a:t>
                      </a:r>
                    </a:p>
                  </a:txBody>
                  <a:tcPr/>
                </a:tc>
                <a:tc>
                  <a:txBody>
                    <a:bodyPr/>
                    <a:lstStyle/>
                    <a:p>
                      <a:r>
                        <a:rPr lang="en-IN" sz="2000" b="0" dirty="0">
                          <a:latin typeface="Times New Roman" panose="02020603050405020304" pitchFamily="18" charset="0"/>
                          <a:cs typeface="Times New Roman" panose="02020603050405020304" pitchFamily="18" charset="0"/>
                        </a:rPr>
                        <a:t>2-state data type, 16-bit signed integer</a:t>
                      </a:r>
                    </a:p>
                  </a:txBody>
                  <a:tcPr/>
                </a:tc>
                <a:extLst>
                  <a:ext uri="{0D108BD9-81ED-4DB2-BD59-A6C34878D82A}">
                    <a16:rowId xmlns:a16="http://schemas.microsoft.com/office/drawing/2014/main" val="3236825009"/>
                  </a:ext>
                </a:extLst>
              </a:tr>
              <a:tr h="370840">
                <a:tc>
                  <a:txBody>
                    <a:bodyPr/>
                    <a:lstStyle/>
                    <a:p>
                      <a:r>
                        <a:rPr lang="en-IN" sz="2000" b="0" dirty="0">
                          <a:latin typeface="Times New Roman" panose="02020603050405020304" pitchFamily="18" charset="0"/>
                          <a:cs typeface="Times New Roman" panose="02020603050405020304" pitchFamily="18" charset="0"/>
                        </a:rPr>
                        <a:t>int</a:t>
                      </a:r>
                    </a:p>
                  </a:txBody>
                  <a:tcPr/>
                </a:tc>
                <a:tc>
                  <a:txBody>
                    <a:bodyPr/>
                    <a:lstStyle/>
                    <a:p>
                      <a:r>
                        <a:rPr lang="en-IN" sz="2000" b="0" dirty="0">
                          <a:latin typeface="Times New Roman" panose="02020603050405020304" pitchFamily="18" charset="0"/>
                          <a:cs typeface="Times New Roman" panose="02020603050405020304" pitchFamily="18" charset="0"/>
                        </a:rPr>
                        <a:t>2-state data type, 32-bit signed integer</a:t>
                      </a:r>
                    </a:p>
                  </a:txBody>
                  <a:tcPr/>
                </a:tc>
                <a:extLst>
                  <a:ext uri="{0D108BD9-81ED-4DB2-BD59-A6C34878D82A}">
                    <a16:rowId xmlns:a16="http://schemas.microsoft.com/office/drawing/2014/main" val="4146714615"/>
                  </a:ext>
                </a:extLst>
              </a:tr>
              <a:tr h="370840">
                <a:tc>
                  <a:txBody>
                    <a:bodyPr/>
                    <a:lstStyle/>
                    <a:p>
                      <a:r>
                        <a:rPr lang="en-IN" sz="2000" b="0" dirty="0" err="1">
                          <a:latin typeface="Times New Roman" panose="02020603050405020304" pitchFamily="18" charset="0"/>
                          <a:cs typeface="Times New Roman" panose="02020603050405020304" pitchFamily="18" charset="0"/>
                        </a:rPr>
                        <a:t>longint</a:t>
                      </a:r>
                      <a:r>
                        <a:rPr lang="en-IN" sz="2000" b="0" dirty="0">
                          <a:latin typeface="Times New Roman" panose="02020603050405020304" pitchFamily="18" charset="0"/>
                          <a:cs typeface="Times New Roman" panose="02020603050405020304" pitchFamily="18" charset="0"/>
                        </a:rPr>
                        <a:t> </a:t>
                      </a:r>
                    </a:p>
                  </a:txBody>
                  <a:tcPr/>
                </a:tc>
                <a:tc>
                  <a:txBody>
                    <a:bodyPr/>
                    <a:lstStyle/>
                    <a:p>
                      <a:r>
                        <a:rPr lang="en-IN" sz="2000" b="0" dirty="0">
                          <a:latin typeface="Times New Roman" panose="02020603050405020304" pitchFamily="18" charset="0"/>
                          <a:cs typeface="Times New Roman" panose="02020603050405020304" pitchFamily="18" charset="0"/>
                        </a:rPr>
                        <a:t>2-state data type, 64-bit signed integer </a:t>
                      </a:r>
                    </a:p>
                  </a:txBody>
                  <a:tcPr/>
                </a:tc>
                <a:extLst>
                  <a:ext uri="{0D108BD9-81ED-4DB2-BD59-A6C34878D82A}">
                    <a16:rowId xmlns:a16="http://schemas.microsoft.com/office/drawing/2014/main" val="4141547794"/>
                  </a:ext>
                </a:extLst>
              </a:tr>
              <a:tr h="370840">
                <a:tc>
                  <a:txBody>
                    <a:bodyPr/>
                    <a:lstStyle/>
                    <a:p>
                      <a:r>
                        <a:rPr lang="en-IN" sz="2000" b="0" dirty="0">
                          <a:latin typeface="Times New Roman" panose="02020603050405020304" pitchFamily="18" charset="0"/>
                          <a:cs typeface="Times New Roman" panose="02020603050405020304" pitchFamily="18" charset="0"/>
                        </a:rPr>
                        <a:t>byte </a:t>
                      </a:r>
                    </a:p>
                  </a:txBody>
                  <a:tcPr/>
                </a:tc>
                <a:tc>
                  <a:txBody>
                    <a:bodyPr/>
                    <a:lstStyle/>
                    <a:p>
                      <a:r>
                        <a:rPr lang="en-US" sz="2000" b="0" dirty="0">
                          <a:latin typeface="Times New Roman" panose="02020603050405020304" pitchFamily="18" charset="0"/>
                          <a:cs typeface="Times New Roman" panose="02020603050405020304" pitchFamily="18" charset="0"/>
                        </a:rPr>
                        <a:t>2-state data type, 8-bit signed integer or ASCII character </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2292813"/>
                  </a:ext>
                </a:extLst>
              </a:tr>
              <a:tr h="370840">
                <a:tc>
                  <a:txBody>
                    <a:bodyPr/>
                    <a:lstStyle/>
                    <a:p>
                      <a:r>
                        <a:rPr lang="en-IN" sz="2000" b="0" dirty="0">
                          <a:latin typeface="Times New Roman" panose="02020603050405020304" pitchFamily="18" charset="0"/>
                          <a:cs typeface="Times New Roman" panose="02020603050405020304" pitchFamily="18" charset="0"/>
                        </a:rPr>
                        <a:t>bit </a:t>
                      </a:r>
                    </a:p>
                  </a:txBody>
                  <a:tcPr/>
                </a:tc>
                <a:tc>
                  <a:txBody>
                    <a:bodyPr/>
                    <a:lstStyle/>
                    <a:p>
                      <a:r>
                        <a:rPr lang="en-US" sz="2000" b="0" dirty="0">
                          <a:latin typeface="Times New Roman" panose="02020603050405020304" pitchFamily="18" charset="0"/>
                          <a:cs typeface="Times New Roman" panose="02020603050405020304" pitchFamily="18" charset="0"/>
                        </a:rPr>
                        <a:t>2-state data type, user-defined vector size, unsigned </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0159834"/>
                  </a:ext>
                </a:extLst>
              </a:tr>
              <a:tr h="370840">
                <a:tc>
                  <a:txBody>
                    <a:bodyPr/>
                    <a:lstStyle/>
                    <a:p>
                      <a:r>
                        <a:rPr lang="en-IN" sz="2000" b="0" dirty="0">
                          <a:latin typeface="Times New Roman" panose="02020603050405020304" pitchFamily="18" charset="0"/>
                          <a:cs typeface="Times New Roman" panose="02020603050405020304" pitchFamily="18" charset="0"/>
                        </a:rPr>
                        <a:t>logic</a:t>
                      </a:r>
                    </a:p>
                  </a:txBody>
                  <a:tcPr/>
                </a:tc>
                <a:tc>
                  <a:txBody>
                    <a:bodyPr/>
                    <a:lstStyle/>
                    <a:p>
                      <a:r>
                        <a:rPr lang="en-US" sz="2000" b="0" dirty="0">
                          <a:latin typeface="Times New Roman" panose="02020603050405020304" pitchFamily="18" charset="0"/>
                          <a:cs typeface="Times New Roman" panose="02020603050405020304" pitchFamily="18" charset="0"/>
                        </a:rPr>
                        <a:t>4-state data type, user-defined vector size, unsigned</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8883838"/>
                  </a:ext>
                </a:extLst>
              </a:tr>
              <a:tr h="370840">
                <a:tc>
                  <a:txBody>
                    <a:bodyPr/>
                    <a:lstStyle/>
                    <a:p>
                      <a:r>
                        <a:rPr lang="en-IN" sz="2000" b="0" dirty="0">
                          <a:latin typeface="Times New Roman" panose="02020603050405020304" pitchFamily="18" charset="0"/>
                          <a:cs typeface="Times New Roman" panose="02020603050405020304" pitchFamily="18" charset="0"/>
                        </a:rPr>
                        <a:t>reg</a:t>
                      </a:r>
                    </a:p>
                  </a:txBody>
                  <a:tcPr/>
                </a:tc>
                <a:tc>
                  <a:txBody>
                    <a:bodyPr/>
                    <a:lstStyle/>
                    <a:p>
                      <a:r>
                        <a:rPr lang="en-US" sz="2000" b="0" dirty="0">
                          <a:latin typeface="Times New Roman" panose="02020603050405020304" pitchFamily="18" charset="0"/>
                          <a:cs typeface="Times New Roman" panose="02020603050405020304" pitchFamily="18" charset="0"/>
                        </a:rPr>
                        <a:t>4-state data type, user-defined vector size, unsigned</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78438360"/>
                  </a:ext>
                </a:extLst>
              </a:tr>
              <a:tr h="370840">
                <a:tc>
                  <a:txBody>
                    <a:bodyPr/>
                    <a:lstStyle/>
                    <a:p>
                      <a:r>
                        <a:rPr lang="en-IN" sz="2000" b="0" dirty="0">
                          <a:latin typeface="Times New Roman" panose="02020603050405020304" pitchFamily="18" charset="0"/>
                          <a:cs typeface="Times New Roman" panose="02020603050405020304" pitchFamily="18" charset="0"/>
                        </a:rPr>
                        <a:t>integer</a:t>
                      </a:r>
                    </a:p>
                  </a:txBody>
                  <a:tcPr/>
                </a:tc>
                <a:tc>
                  <a:txBody>
                    <a:bodyPr/>
                    <a:lstStyle/>
                    <a:p>
                      <a:r>
                        <a:rPr lang="en-IN" sz="2000" b="0" dirty="0">
                          <a:latin typeface="Times New Roman" panose="02020603050405020304" pitchFamily="18" charset="0"/>
                          <a:cs typeface="Times New Roman" panose="02020603050405020304" pitchFamily="18" charset="0"/>
                        </a:rPr>
                        <a:t>4-state data type, 32-bit signed integer </a:t>
                      </a:r>
                    </a:p>
                  </a:txBody>
                  <a:tcPr/>
                </a:tc>
                <a:extLst>
                  <a:ext uri="{0D108BD9-81ED-4DB2-BD59-A6C34878D82A}">
                    <a16:rowId xmlns:a16="http://schemas.microsoft.com/office/drawing/2014/main" val="3828199901"/>
                  </a:ext>
                </a:extLst>
              </a:tr>
              <a:tr h="370840">
                <a:tc>
                  <a:txBody>
                    <a:bodyPr/>
                    <a:lstStyle/>
                    <a:p>
                      <a:r>
                        <a:rPr lang="en-US" sz="2000" b="0" dirty="0">
                          <a:solidFill>
                            <a:schemeClr val="tx1"/>
                          </a:solidFill>
                          <a:latin typeface="Times New Roman" panose="02020603050405020304" pitchFamily="18" charset="0"/>
                          <a:cs typeface="Times New Roman" panose="02020603050405020304" pitchFamily="18" charset="0"/>
                        </a:rPr>
                        <a:t>time</a:t>
                      </a:r>
                      <a:endParaRPr lang="en-IN"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b="0" dirty="0">
                          <a:latin typeface="Times New Roman" panose="02020603050405020304" pitchFamily="18" charset="0"/>
                          <a:cs typeface="Times New Roman" panose="02020603050405020304" pitchFamily="18" charset="0"/>
                        </a:rPr>
                        <a:t>4-state data type, 64-bit unsigned integer</a:t>
                      </a:r>
                      <a:endParaRPr lang="en-IN" sz="2000" b="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781449"/>
                  </a:ext>
                </a:extLst>
              </a:tr>
            </a:tbl>
          </a:graphicData>
        </a:graphic>
      </p:graphicFrame>
    </p:spTree>
    <p:extLst>
      <p:ext uri="{BB962C8B-B14F-4D97-AF65-F5344CB8AC3E}">
        <p14:creationId xmlns:p14="http://schemas.microsoft.com/office/powerpoint/2010/main" val="2335782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DCBEF-ACE6-2178-0F23-9A9116F8FE6C}"/>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8C2DC7A4-3618-B803-19E0-BA049D8DA44F}"/>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Real Data Type</a:t>
            </a:r>
          </a:p>
          <a:p>
            <a:pPr lvl="2">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 real, shortreal, and realtime data types are used to represent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floating-point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numbers 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real-time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values. </a:t>
            </a:r>
          </a:p>
          <a:p>
            <a:pPr marL="914400" lvl="2" indent="0">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46964A-A4F9-3394-97CF-C5B92C48F1AB}"/>
              </a:ext>
            </a:extLst>
          </p:cNvPr>
          <p:cNvSpPr>
            <a:spLocks noGrp="1"/>
          </p:cNvSpPr>
          <p:nvPr>
            <p:ph type="dt" sz="half" idx="10"/>
          </p:nvPr>
        </p:nvSpPr>
        <p:spPr/>
        <p:txBody>
          <a:bodyPr/>
          <a:lstStyle/>
          <a:p>
            <a:fld id="{E8641105-6FC0-4970-87AA-A50536702085}" type="datetime1">
              <a:rPr lang="en-IN" smtClean="0"/>
              <a:pPr/>
              <a:t>31-10-2025</a:t>
            </a:fld>
            <a:endParaRPr lang="en-IN"/>
          </a:p>
        </p:txBody>
      </p:sp>
      <p:sp>
        <p:nvSpPr>
          <p:cNvPr id="6" name="Footer Placeholder 5">
            <a:extLst>
              <a:ext uri="{FF2B5EF4-FFF2-40B4-BE49-F238E27FC236}">
                <a16:creationId xmlns:a16="http://schemas.microsoft.com/office/drawing/2014/main" id="{22C73141-AFB5-94CF-BE9F-A1E66C2D316F}"/>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3FA8F62-287D-586A-6AF2-EB46AD3F12B3}"/>
              </a:ext>
            </a:extLst>
          </p:cNvPr>
          <p:cNvSpPr>
            <a:spLocks noGrp="1"/>
          </p:cNvSpPr>
          <p:nvPr>
            <p:ph type="sldNum" sz="quarter" idx="12"/>
          </p:nvPr>
        </p:nvSpPr>
        <p:spPr/>
        <p:txBody>
          <a:bodyPr/>
          <a:lstStyle/>
          <a:p>
            <a:fld id="{56BB8B7D-B437-4E80-9B4F-EB7501C8BBDD}" type="slidenum">
              <a:rPr lang="en-IN" smtClean="0"/>
              <a:pPr/>
              <a:t>13</a:t>
            </a:fld>
            <a:endParaRPr lang="en-IN"/>
          </a:p>
        </p:txBody>
      </p:sp>
      <p:graphicFrame>
        <p:nvGraphicFramePr>
          <p:cNvPr id="5" name="Table 4">
            <a:extLst>
              <a:ext uri="{FF2B5EF4-FFF2-40B4-BE49-F238E27FC236}">
                <a16:creationId xmlns:a16="http://schemas.microsoft.com/office/drawing/2014/main" id="{98BE63DB-9011-02B5-B35D-F3CA088D7AE4}"/>
              </a:ext>
            </a:extLst>
          </p:cNvPr>
          <p:cNvGraphicFramePr>
            <a:graphicFrameLocks noGrp="1"/>
          </p:cNvGraphicFramePr>
          <p:nvPr>
            <p:extLst>
              <p:ext uri="{D42A27DB-BD31-4B8C-83A1-F6EECF244321}">
                <p14:modId xmlns:p14="http://schemas.microsoft.com/office/powerpoint/2010/main" val="1679401728"/>
              </p:ext>
            </p:extLst>
          </p:nvPr>
        </p:nvGraphicFramePr>
        <p:xfrm>
          <a:off x="1699134" y="2407608"/>
          <a:ext cx="9221020" cy="3718560"/>
        </p:xfrm>
        <a:graphic>
          <a:graphicData uri="http://schemas.openxmlformats.org/drawingml/2006/table">
            <a:tbl>
              <a:tblPr firstRow="1" bandRow="1">
                <a:tableStyleId>{5C22544A-7EE6-4342-B048-85BDC9FD1C3A}</a:tableStyleId>
              </a:tblPr>
              <a:tblGrid>
                <a:gridCol w="1478117">
                  <a:extLst>
                    <a:ext uri="{9D8B030D-6E8A-4147-A177-3AD203B41FA5}">
                      <a16:colId xmlns:a16="http://schemas.microsoft.com/office/drawing/2014/main" val="312441262"/>
                    </a:ext>
                  </a:extLst>
                </a:gridCol>
                <a:gridCol w="1460090">
                  <a:extLst>
                    <a:ext uri="{9D8B030D-6E8A-4147-A177-3AD203B41FA5}">
                      <a16:colId xmlns:a16="http://schemas.microsoft.com/office/drawing/2014/main" val="3249099860"/>
                    </a:ext>
                  </a:extLst>
                </a:gridCol>
                <a:gridCol w="1887794">
                  <a:extLst>
                    <a:ext uri="{9D8B030D-6E8A-4147-A177-3AD203B41FA5}">
                      <a16:colId xmlns:a16="http://schemas.microsoft.com/office/drawing/2014/main" val="3771017855"/>
                    </a:ext>
                  </a:extLst>
                </a:gridCol>
                <a:gridCol w="1622323">
                  <a:extLst>
                    <a:ext uri="{9D8B030D-6E8A-4147-A177-3AD203B41FA5}">
                      <a16:colId xmlns:a16="http://schemas.microsoft.com/office/drawing/2014/main" val="121019952"/>
                    </a:ext>
                  </a:extLst>
                </a:gridCol>
                <a:gridCol w="2772696">
                  <a:extLst>
                    <a:ext uri="{9D8B030D-6E8A-4147-A177-3AD203B41FA5}">
                      <a16:colId xmlns:a16="http://schemas.microsoft.com/office/drawing/2014/main" val="3025402380"/>
                    </a:ext>
                  </a:extLst>
                </a:gridCol>
              </a:tblGrid>
              <a:tr h="648929">
                <a:tc>
                  <a:txBody>
                    <a:bodyPr/>
                    <a:lstStyle/>
                    <a:p>
                      <a:pPr algn="ctr"/>
                      <a:r>
                        <a:rPr lang="en-IN" sz="2000" dirty="0">
                          <a:latin typeface="Times New Roman" panose="02020603050405020304" pitchFamily="18" charset="0"/>
                          <a:cs typeface="Times New Roman" panose="02020603050405020304" pitchFamily="18" charset="0"/>
                        </a:rPr>
                        <a:t>Data Type</a:t>
                      </a:r>
                    </a:p>
                  </a:txBody>
                  <a:tcPr/>
                </a:tc>
                <a:tc>
                  <a:txBody>
                    <a:bodyPr/>
                    <a:lstStyle/>
                    <a:p>
                      <a:pPr algn="ctr"/>
                      <a:r>
                        <a:rPr lang="en-IN" sz="2000" dirty="0">
                          <a:latin typeface="Times New Roman" panose="02020603050405020304" pitchFamily="18" charset="0"/>
                          <a:cs typeface="Times New Roman" panose="02020603050405020304" pitchFamily="18" charset="0"/>
                        </a:rPr>
                        <a:t>C Equivalent</a:t>
                      </a:r>
                    </a:p>
                  </a:txBody>
                  <a:tcPr/>
                </a:tc>
                <a:tc>
                  <a:txBody>
                    <a:bodyPr/>
                    <a:lstStyle/>
                    <a:p>
                      <a:pPr algn="ctr"/>
                      <a:r>
                        <a:rPr lang="en-IN" sz="2000" dirty="0">
                          <a:latin typeface="Times New Roman" panose="02020603050405020304" pitchFamily="18" charset="0"/>
                          <a:cs typeface="Times New Roman" panose="02020603050405020304" pitchFamily="18" charset="0"/>
                        </a:rPr>
                        <a:t>Precision</a:t>
                      </a:r>
                    </a:p>
                  </a:txBody>
                  <a:tcPr/>
                </a:tc>
                <a:tc>
                  <a:txBody>
                    <a:bodyPr/>
                    <a:lstStyle/>
                    <a:p>
                      <a:pPr algn="ctr"/>
                      <a:r>
                        <a:rPr lang="en-IN" sz="2000" dirty="0">
                          <a:latin typeface="Times New Roman" panose="02020603050405020304" pitchFamily="18" charset="0"/>
                          <a:cs typeface="Times New Roman" panose="02020603050405020304" pitchFamily="18" charset="0"/>
                        </a:rPr>
                        <a:t>Size </a:t>
                      </a:r>
                    </a:p>
                  </a:txBody>
                  <a:tcPr/>
                </a:tc>
                <a:tc>
                  <a:txBody>
                    <a:bodyPr/>
                    <a:lstStyle/>
                    <a:p>
                      <a:pPr algn="ctr"/>
                      <a:r>
                        <a:rPr lang="en-IN" sz="2000" dirty="0">
                          <a:latin typeface="Times New Roman" panose="02020603050405020304" pitchFamily="18" charset="0"/>
                          <a:cs typeface="Times New Roman" panose="02020603050405020304" pitchFamily="18" charset="0"/>
                        </a:rPr>
                        <a:t>Use Case</a:t>
                      </a:r>
                    </a:p>
                  </a:txBody>
                  <a:tcPr/>
                </a:tc>
                <a:extLst>
                  <a:ext uri="{0D108BD9-81ED-4DB2-BD59-A6C34878D82A}">
                    <a16:rowId xmlns:a16="http://schemas.microsoft.com/office/drawing/2014/main" val="2115753886"/>
                  </a:ext>
                </a:extLst>
              </a:tr>
              <a:tr h="648929">
                <a:tc>
                  <a:txBody>
                    <a:bodyPr/>
                    <a:lstStyle/>
                    <a:p>
                      <a:r>
                        <a:rPr lang="en-IN" sz="2000" dirty="0">
                          <a:latin typeface="Times New Roman" panose="02020603050405020304" pitchFamily="18" charset="0"/>
                          <a:cs typeface="Times New Roman" panose="02020603050405020304" pitchFamily="18" charset="0"/>
                        </a:rPr>
                        <a:t>real</a:t>
                      </a:r>
                    </a:p>
                  </a:txBody>
                  <a:tcPr/>
                </a:tc>
                <a:tc>
                  <a:txBody>
                    <a:bodyPr/>
                    <a:lstStyle/>
                    <a:p>
                      <a:r>
                        <a:rPr lang="en-IN" sz="2000" dirty="0">
                          <a:latin typeface="Times New Roman" panose="02020603050405020304" pitchFamily="18" charset="0"/>
                          <a:cs typeface="Times New Roman" panose="02020603050405020304" pitchFamily="18" charset="0"/>
                        </a:rPr>
                        <a:t>double</a:t>
                      </a:r>
                    </a:p>
                  </a:txBody>
                  <a:tcPr/>
                </a:tc>
                <a:tc>
                  <a:txBody>
                    <a:bodyPr/>
                    <a:lstStyle/>
                    <a:p>
                      <a:r>
                        <a:rPr lang="en-IN" sz="2000" dirty="0">
                          <a:latin typeface="Times New Roman" panose="02020603050405020304" pitchFamily="18" charset="0"/>
                          <a:cs typeface="Times New Roman" panose="02020603050405020304" pitchFamily="18" charset="0"/>
                        </a:rPr>
                        <a:t>Double precision</a:t>
                      </a:r>
                    </a:p>
                  </a:txBody>
                  <a:tcPr/>
                </a:tc>
                <a:tc>
                  <a:txBody>
                    <a:bodyPr/>
                    <a:lstStyle/>
                    <a:p>
                      <a:r>
                        <a:rPr lang="en-IN" sz="2000" dirty="0">
                          <a:latin typeface="Times New Roman" panose="02020603050405020304" pitchFamily="18" charset="0"/>
                          <a:cs typeface="Times New Roman" panose="02020603050405020304" pitchFamily="18" charset="0"/>
                        </a:rPr>
                        <a:t>64-bit</a:t>
                      </a:r>
                    </a:p>
                  </a:txBody>
                  <a:tcPr/>
                </a:tc>
                <a:tc>
                  <a:txBody>
                    <a:bodyPr/>
                    <a:lstStyle/>
                    <a:p>
                      <a:r>
                        <a:rPr lang="en-US" sz="2000" dirty="0">
                          <a:latin typeface="Times New Roman" panose="02020603050405020304" pitchFamily="18" charset="0"/>
                          <a:cs typeface="Times New Roman" panose="02020603050405020304" pitchFamily="18" charset="0"/>
                        </a:rPr>
                        <a:t>For high precision floating-point calculations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26625303"/>
                  </a:ext>
                </a:extLst>
              </a:tr>
              <a:tr h="648929">
                <a:tc>
                  <a:txBody>
                    <a:bodyPr/>
                    <a:lstStyle/>
                    <a:p>
                      <a:r>
                        <a:rPr lang="en-IN" sz="2000" dirty="0" err="1">
                          <a:latin typeface="Times New Roman" panose="02020603050405020304" pitchFamily="18" charset="0"/>
                          <a:cs typeface="Times New Roman" panose="02020603050405020304" pitchFamily="18" charset="0"/>
                        </a:rPr>
                        <a:t>shortreal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float</a:t>
                      </a:r>
                    </a:p>
                  </a:txBody>
                  <a:tcPr/>
                </a:tc>
                <a:tc>
                  <a:txBody>
                    <a:bodyPr/>
                    <a:lstStyle/>
                    <a:p>
                      <a:r>
                        <a:rPr lang="en-IN" sz="2000" dirty="0">
                          <a:latin typeface="Times New Roman" panose="02020603050405020304" pitchFamily="18" charset="0"/>
                          <a:cs typeface="Times New Roman" panose="02020603050405020304" pitchFamily="18" charset="0"/>
                        </a:rPr>
                        <a:t>Single precision</a:t>
                      </a:r>
                    </a:p>
                  </a:txBody>
                  <a:tcPr/>
                </a:tc>
                <a:tc>
                  <a:txBody>
                    <a:bodyPr/>
                    <a:lstStyle/>
                    <a:p>
                      <a:r>
                        <a:rPr lang="en-IN" sz="2000" dirty="0">
                          <a:latin typeface="Times New Roman" panose="02020603050405020304" pitchFamily="18" charset="0"/>
                          <a:cs typeface="Times New Roman" panose="02020603050405020304" pitchFamily="18" charset="0"/>
                        </a:rPr>
                        <a:t>32-bit</a:t>
                      </a:r>
                    </a:p>
                  </a:txBody>
                  <a:tcPr/>
                </a:tc>
                <a:tc>
                  <a:txBody>
                    <a:bodyPr/>
                    <a:lstStyle/>
                    <a:p>
                      <a:r>
                        <a:rPr lang="en-US" sz="2000" dirty="0">
                          <a:latin typeface="Times New Roman" panose="02020603050405020304" pitchFamily="18" charset="0"/>
                          <a:cs typeface="Times New Roman" panose="02020603050405020304" pitchFamily="18" charset="0"/>
                        </a:rPr>
                        <a:t>For floating-point calculations with less precision and memory usage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3924872"/>
                  </a:ext>
                </a:extLst>
              </a:tr>
              <a:tr h="648929">
                <a:tc>
                  <a:txBody>
                    <a:bodyPr/>
                    <a:lstStyle/>
                    <a:p>
                      <a:r>
                        <a:rPr lang="en-IN" sz="2000" dirty="0" err="1">
                          <a:latin typeface="Times New Roman" panose="02020603050405020304" pitchFamily="18" charset="0"/>
                          <a:cs typeface="Times New Roman" panose="02020603050405020304" pitchFamily="18" charset="0"/>
                        </a:rPr>
                        <a:t>realtime</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Time/Real</a:t>
                      </a:r>
                    </a:p>
                  </a:txBody>
                  <a:tcPr anchor="ctr"/>
                </a:tc>
                <a:tc>
                  <a:txBody>
                    <a:bodyPr/>
                    <a:lstStyle/>
                    <a:p>
                      <a:r>
                        <a:rPr lang="en-IN" sz="2000" dirty="0">
                          <a:latin typeface="Times New Roman" panose="02020603050405020304" pitchFamily="18" charset="0"/>
                          <a:cs typeface="Times New Roman" panose="02020603050405020304" pitchFamily="18" charset="0"/>
                        </a:rPr>
                        <a:t>Implementation dependent</a:t>
                      </a:r>
                    </a:p>
                  </a:txBody>
                  <a:tcPr/>
                </a:tc>
                <a:tc>
                  <a:txBody>
                    <a:bodyPr/>
                    <a:lstStyle/>
                    <a:p>
                      <a:r>
                        <a:rPr lang="en-US" sz="2000" dirty="0">
                          <a:latin typeface="Times New Roman" panose="02020603050405020304" pitchFamily="18" charset="0"/>
                          <a:cs typeface="Times New Roman" panose="02020603050405020304" pitchFamily="18" charset="0"/>
                        </a:rPr>
                        <a:t>For storing simulation time and time intervals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4281928"/>
                  </a:ext>
                </a:extLst>
              </a:tr>
            </a:tbl>
          </a:graphicData>
        </a:graphic>
      </p:graphicFrame>
    </p:spTree>
    <p:extLst>
      <p:ext uri="{BB962C8B-B14F-4D97-AF65-F5344CB8AC3E}">
        <p14:creationId xmlns:p14="http://schemas.microsoft.com/office/powerpoint/2010/main" val="153477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1ECD2-B3F1-EE06-CE39-02F554EF95E7}"/>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58B6BB08-5019-169A-530F-BECF7CB8CEBF}"/>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Void Data Type</a:t>
            </a:r>
          </a:p>
          <a:p>
            <a:pPr lvl="2">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SystemVerilog, the void data type represents </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nonexistent data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 </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absence of a value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similar to how void is used in </a:t>
            </a:r>
            <a:r>
              <a:rPr kumimoji="0" lang="en-US" altLang="en-US"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 or C++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indicate that a function does not return any value. </a:t>
            </a:r>
          </a:p>
        </p:txBody>
      </p:sp>
      <p:sp>
        <p:nvSpPr>
          <p:cNvPr id="4" name="Date Placeholder 3">
            <a:extLst>
              <a:ext uri="{FF2B5EF4-FFF2-40B4-BE49-F238E27FC236}">
                <a16:creationId xmlns:a16="http://schemas.microsoft.com/office/drawing/2014/main" id="{32C47D5B-5574-BF0E-6D42-4C362130E4B0}"/>
              </a:ext>
            </a:extLst>
          </p:cNvPr>
          <p:cNvSpPr>
            <a:spLocks noGrp="1"/>
          </p:cNvSpPr>
          <p:nvPr>
            <p:ph type="dt" sz="half" idx="10"/>
          </p:nvPr>
        </p:nvSpPr>
        <p:spPr/>
        <p:txBody>
          <a:bodyPr/>
          <a:lstStyle/>
          <a:p>
            <a:fld id="{0FB685E6-A29B-4518-88BD-ACD1FAB6B429}" type="datetime1">
              <a:rPr lang="en-IN" smtClean="0"/>
              <a:pPr/>
              <a:t>31-10-2025</a:t>
            </a:fld>
            <a:endParaRPr lang="en-IN"/>
          </a:p>
        </p:txBody>
      </p:sp>
      <p:sp>
        <p:nvSpPr>
          <p:cNvPr id="5" name="Footer Placeholder 4">
            <a:extLst>
              <a:ext uri="{FF2B5EF4-FFF2-40B4-BE49-F238E27FC236}">
                <a16:creationId xmlns:a16="http://schemas.microsoft.com/office/drawing/2014/main" id="{27B75D1C-8D1F-CDB8-C327-819A4DEE804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709D902-89B4-E3A6-23F6-91E8F1972A17}"/>
              </a:ext>
            </a:extLst>
          </p:cNvPr>
          <p:cNvSpPr>
            <a:spLocks noGrp="1"/>
          </p:cNvSpPr>
          <p:nvPr>
            <p:ph type="sldNum" sz="quarter" idx="12"/>
          </p:nvPr>
        </p:nvSpPr>
        <p:spPr/>
        <p:txBody>
          <a:bodyPr/>
          <a:lstStyle/>
          <a:p>
            <a:fld id="{56BB8B7D-B437-4E80-9B4F-EB7501C8BBDD}" type="slidenum">
              <a:rPr lang="en-IN" smtClean="0"/>
              <a:pPr/>
              <a:t>14</a:t>
            </a:fld>
            <a:endParaRPr lang="en-IN"/>
          </a:p>
        </p:txBody>
      </p:sp>
    </p:spTree>
    <p:extLst>
      <p:ext uri="{BB962C8B-B14F-4D97-AF65-F5344CB8AC3E}">
        <p14:creationId xmlns:p14="http://schemas.microsoft.com/office/powerpoint/2010/main" val="1803059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B364-11E4-6DDA-4386-FE680E4FD921}"/>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DDCDEEF2-669F-E560-C0B6-3B0F8AA5AFFA}"/>
              </a:ext>
            </a:extLst>
          </p:cNvPr>
          <p:cNvSpPr>
            <a:spLocks noGrp="1"/>
          </p:cNvSpPr>
          <p:nvPr>
            <p:ph idx="1"/>
          </p:nvPr>
        </p:nvSpPr>
        <p:spPr>
          <a:xfrm>
            <a:off x="398206" y="1145895"/>
            <a:ext cx="11184194" cy="4980270"/>
          </a:xfrm>
        </p:spPr>
        <p:txBody>
          <a:bodyPr/>
          <a:lstStyle/>
          <a:p>
            <a:pPr lvl="2">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Example</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void_example( );</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 void displaythev();</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$display("This function does not return any value.");</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endfunction</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begin</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displaythev();</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a:t>
            </a:r>
          </a:p>
          <a:p>
            <a:pPr marL="914400" lvl="2" indent="0">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endmodule</a:t>
            </a:r>
            <a:endParaRPr lang="en-IN" dirty="0"/>
          </a:p>
        </p:txBody>
      </p:sp>
      <p:sp>
        <p:nvSpPr>
          <p:cNvPr id="4" name="Date Placeholder 3">
            <a:extLst>
              <a:ext uri="{FF2B5EF4-FFF2-40B4-BE49-F238E27FC236}">
                <a16:creationId xmlns:a16="http://schemas.microsoft.com/office/drawing/2014/main" id="{B990F8D3-E039-3D88-22CD-5FF7AB77CF57}"/>
              </a:ext>
            </a:extLst>
          </p:cNvPr>
          <p:cNvSpPr>
            <a:spLocks noGrp="1"/>
          </p:cNvSpPr>
          <p:nvPr>
            <p:ph type="dt" sz="half" idx="10"/>
          </p:nvPr>
        </p:nvSpPr>
        <p:spPr/>
        <p:txBody>
          <a:bodyPr/>
          <a:lstStyle/>
          <a:p>
            <a:fld id="{FB9C0AFD-AF9B-4AA9-8FC6-03B6FE6BCEB4}" type="datetime1">
              <a:rPr lang="en-IN" smtClean="0"/>
              <a:pPr/>
              <a:t>31-10-2025</a:t>
            </a:fld>
            <a:endParaRPr lang="en-IN"/>
          </a:p>
        </p:txBody>
      </p:sp>
      <p:sp>
        <p:nvSpPr>
          <p:cNvPr id="5" name="Footer Placeholder 4">
            <a:extLst>
              <a:ext uri="{FF2B5EF4-FFF2-40B4-BE49-F238E27FC236}">
                <a16:creationId xmlns:a16="http://schemas.microsoft.com/office/drawing/2014/main" id="{5EB99C82-6275-2515-FC29-24137D7C503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8336E4E-8F1F-A9E4-6A08-6116AA4E3A45}"/>
              </a:ext>
            </a:extLst>
          </p:cNvPr>
          <p:cNvSpPr>
            <a:spLocks noGrp="1"/>
          </p:cNvSpPr>
          <p:nvPr>
            <p:ph type="sldNum" sz="quarter" idx="12"/>
          </p:nvPr>
        </p:nvSpPr>
        <p:spPr/>
        <p:txBody>
          <a:bodyPr/>
          <a:lstStyle/>
          <a:p>
            <a:fld id="{56BB8B7D-B437-4E80-9B4F-EB7501C8BBDD}" type="slidenum">
              <a:rPr lang="en-IN" smtClean="0"/>
              <a:pPr/>
              <a:t>15</a:t>
            </a:fld>
            <a:endParaRPr lang="en-IN"/>
          </a:p>
        </p:txBody>
      </p:sp>
    </p:spTree>
    <p:extLst>
      <p:ext uri="{BB962C8B-B14F-4D97-AF65-F5344CB8AC3E}">
        <p14:creationId xmlns:p14="http://schemas.microsoft.com/office/powerpoint/2010/main" val="344531733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E574-7B80-A1FC-30A3-DD2091C94FFF}"/>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31ABA805-2162-395A-0BD3-ACF3A1357CD6}"/>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String Data Type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string data type is an </a:t>
            </a:r>
            <a:r>
              <a:rPr lang="en-US" dirty="0">
                <a:highlight>
                  <a:srgbClr val="FFFF00"/>
                </a:highlight>
                <a:latin typeface="Times New Roman" panose="02020603050405020304" pitchFamily="18" charset="0"/>
                <a:cs typeface="Times New Roman" panose="02020603050405020304" pitchFamily="18" charset="0"/>
              </a:rPr>
              <a:t>ordered collection of characters</a:t>
            </a:r>
            <a:r>
              <a:rPr lang="en-US" dirty="0">
                <a:latin typeface="Times New Roman" panose="02020603050405020304" pitchFamily="18" charset="0"/>
                <a:cs typeface="Times New Roman" panose="02020603050405020304" pitchFamily="18" charset="0"/>
              </a:rPr>
              <a:t>. The length of a string variable is the number of characters in the collection.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Variables of type string are </a:t>
            </a:r>
            <a:r>
              <a:rPr lang="en-US" dirty="0">
                <a:solidFill>
                  <a:srgbClr val="FF0000"/>
                </a:solidFill>
                <a:latin typeface="Times New Roman" panose="02020603050405020304" pitchFamily="18" charset="0"/>
                <a:cs typeface="Times New Roman" panose="02020603050405020304" pitchFamily="18" charset="0"/>
              </a:rPr>
              <a:t>dynamic</a:t>
            </a:r>
            <a:r>
              <a:rPr lang="en-US" dirty="0">
                <a:latin typeface="Times New Roman" panose="02020603050405020304" pitchFamily="18" charset="0"/>
                <a:cs typeface="Times New Roman" panose="02020603050405020304" pitchFamily="18" charset="0"/>
              </a:rPr>
              <a:t> as their length may vary during simulation.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 single character of a string variable may be selected for </a:t>
            </a:r>
            <a:r>
              <a:rPr lang="en-US" dirty="0">
                <a:solidFill>
                  <a:srgbClr val="FF0000"/>
                </a:solidFill>
                <a:latin typeface="Times New Roman" panose="02020603050405020304" pitchFamily="18" charset="0"/>
                <a:cs typeface="Times New Roman" panose="02020603050405020304" pitchFamily="18" charset="0"/>
              </a:rPr>
              <a:t>reading</a:t>
            </a:r>
            <a:r>
              <a:rPr lang="en-US" dirty="0">
                <a:latin typeface="Times New Roman" panose="02020603050405020304" pitchFamily="18" charset="0"/>
                <a:cs typeface="Times New Roman" panose="02020603050405020304" pitchFamily="18" charset="0"/>
              </a:rPr>
              <a:t> or </a:t>
            </a:r>
            <a:r>
              <a:rPr lang="en-US" dirty="0">
                <a:solidFill>
                  <a:srgbClr val="FF0000"/>
                </a:solidFill>
                <a:latin typeface="Times New Roman" panose="02020603050405020304" pitchFamily="18" charset="0"/>
                <a:cs typeface="Times New Roman" panose="02020603050405020304" pitchFamily="18" charset="0"/>
              </a:rPr>
              <a:t>writing</a:t>
            </a:r>
            <a:r>
              <a:rPr lang="en-US" dirty="0">
                <a:latin typeface="Times New Roman" panose="02020603050405020304" pitchFamily="18" charset="0"/>
                <a:cs typeface="Times New Roman" panose="02020603050405020304" pitchFamily="18" charset="0"/>
              </a:rPr>
              <a:t> by </a:t>
            </a:r>
            <a:r>
              <a:rPr lang="en-US" dirty="0">
                <a:solidFill>
                  <a:srgbClr val="FF0000"/>
                </a:solidFill>
                <a:latin typeface="Times New Roman" panose="02020603050405020304" pitchFamily="18" charset="0"/>
                <a:cs typeface="Times New Roman" panose="02020603050405020304" pitchFamily="18" charset="0"/>
              </a:rPr>
              <a:t>indexing</a:t>
            </a:r>
            <a:r>
              <a:rPr lang="en-US" dirty="0">
                <a:latin typeface="Times New Roman" panose="02020603050405020304" pitchFamily="18" charset="0"/>
                <a:cs typeface="Times New Roman" panose="02020603050405020304" pitchFamily="18" charset="0"/>
              </a:rPr>
              <a:t> the variable.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A single character of a string variable is of type </a:t>
            </a:r>
            <a:r>
              <a:rPr lang="en-US" dirty="0">
                <a:solidFill>
                  <a:srgbClr val="FF0000"/>
                </a:solidFill>
                <a:latin typeface="Times New Roman" panose="02020603050405020304" pitchFamily="18" charset="0"/>
                <a:cs typeface="Times New Roman" panose="02020603050405020304" pitchFamily="18" charset="0"/>
              </a:rPr>
              <a:t>byte</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4AA6A01-AB8A-46C2-159C-D95EC01C5155}"/>
              </a:ext>
            </a:extLst>
          </p:cNvPr>
          <p:cNvSpPr>
            <a:spLocks noGrp="1"/>
          </p:cNvSpPr>
          <p:nvPr>
            <p:ph type="dt" sz="half" idx="10"/>
          </p:nvPr>
        </p:nvSpPr>
        <p:spPr/>
        <p:txBody>
          <a:bodyPr/>
          <a:lstStyle/>
          <a:p>
            <a:fld id="{7E0CD869-2E51-40A0-9E21-7C8AD0A3A244}" type="datetime1">
              <a:rPr lang="en-IN" smtClean="0"/>
              <a:pPr/>
              <a:t>31-10-2025</a:t>
            </a:fld>
            <a:endParaRPr lang="en-IN"/>
          </a:p>
        </p:txBody>
      </p:sp>
      <p:sp>
        <p:nvSpPr>
          <p:cNvPr id="5" name="Footer Placeholder 4">
            <a:extLst>
              <a:ext uri="{FF2B5EF4-FFF2-40B4-BE49-F238E27FC236}">
                <a16:creationId xmlns:a16="http://schemas.microsoft.com/office/drawing/2014/main" id="{01FAB680-A215-3B99-9A85-23885F4F615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77DD204-88CA-C0D3-0932-695C268EDD1D}"/>
              </a:ext>
            </a:extLst>
          </p:cNvPr>
          <p:cNvSpPr>
            <a:spLocks noGrp="1"/>
          </p:cNvSpPr>
          <p:nvPr>
            <p:ph type="sldNum" sz="quarter" idx="12"/>
          </p:nvPr>
        </p:nvSpPr>
        <p:spPr/>
        <p:txBody>
          <a:bodyPr/>
          <a:lstStyle/>
          <a:p>
            <a:fld id="{56BB8B7D-B437-4E80-9B4F-EB7501C8BBDD}" type="slidenum">
              <a:rPr lang="en-IN" smtClean="0"/>
              <a:pPr/>
              <a:t>16</a:t>
            </a:fld>
            <a:endParaRPr lang="en-IN"/>
          </a:p>
        </p:txBody>
      </p:sp>
    </p:spTree>
    <p:extLst>
      <p:ext uri="{BB962C8B-B14F-4D97-AF65-F5344CB8AC3E}">
        <p14:creationId xmlns:p14="http://schemas.microsoft.com/office/powerpoint/2010/main" val="2451230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EB18-4434-3826-077D-B65071A601F2}"/>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p>
        </p:txBody>
      </p:sp>
      <p:sp>
        <p:nvSpPr>
          <p:cNvPr id="3" name="Content Placeholder 2">
            <a:extLst>
              <a:ext uri="{FF2B5EF4-FFF2-40B4-BE49-F238E27FC236}">
                <a16:creationId xmlns:a16="http://schemas.microsoft.com/office/drawing/2014/main" id="{9AE3B876-8D80-A42C-DC90-237C0A21D5CE}"/>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String Operation</a:t>
            </a:r>
            <a:endParaRPr lang="en-IN" sz="24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756AB73-90CA-4DED-FCD0-497667248A06}"/>
              </a:ext>
            </a:extLst>
          </p:cNvPr>
          <p:cNvSpPr>
            <a:spLocks noGrp="1"/>
          </p:cNvSpPr>
          <p:nvPr>
            <p:ph type="dt" sz="half" idx="10"/>
          </p:nvPr>
        </p:nvSpPr>
        <p:spPr/>
        <p:txBody>
          <a:bodyPr/>
          <a:lstStyle/>
          <a:p>
            <a:fld id="{B8D0B416-F4FA-4C05-9B25-9874BF86D307}" type="datetime1">
              <a:rPr lang="en-IN" smtClean="0"/>
              <a:pPr/>
              <a:t>31-10-2025</a:t>
            </a:fld>
            <a:endParaRPr lang="en-IN"/>
          </a:p>
        </p:txBody>
      </p:sp>
      <p:sp>
        <p:nvSpPr>
          <p:cNvPr id="6" name="Footer Placeholder 5">
            <a:extLst>
              <a:ext uri="{FF2B5EF4-FFF2-40B4-BE49-F238E27FC236}">
                <a16:creationId xmlns:a16="http://schemas.microsoft.com/office/drawing/2014/main" id="{E1AAC073-9F24-0786-B049-BDF697E7370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4CB2B3B-7100-2D08-5779-EFB7A30EBCC7}"/>
              </a:ext>
            </a:extLst>
          </p:cNvPr>
          <p:cNvSpPr>
            <a:spLocks noGrp="1"/>
          </p:cNvSpPr>
          <p:nvPr>
            <p:ph type="sldNum" sz="quarter" idx="12"/>
          </p:nvPr>
        </p:nvSpPr>
        <p:spPr/>
        <p:txBody>
          <a:bodyPr/>
          <a:lstStyle/>
          <a:p>
            <a:fld id="{56BB8B7D-B437-4E80-9B4F-EB7501C8BBDD}" type="slidenum">
              <a:rPr lang="en-IN" smtClean="0"/>
              <a:pPr/>
              <a:t>17</a:t>
            </a:fld>
            <a:endParaRPr lang="en-IN"/>
          </a:p>
        </p:txBody>
      </p:sp>
      <p:graphicFrame>
        <p:nvGraphicFramePr>
          <p:cNvPr id="4" name="Table 3">
            <a:extLst>
              <a:ext uri="{FF2B5EF4-FFF2-40B4-BE49-F238E27FC236}">
                <a16:creationId xmlns:a16="http://schemas.microsoft.com/office/drawing/2014/main" id="{20542A4D-DE1B-38CC-6A2C-43F21F79B934}"/>
              </a:ext>
            </a:extLst>
          </p:cNvPr>
          <p:cNvGraphicFramePr>
            <a:graphicFrameLocks noGrp="1"/>
          </p:cNvGraphicFramePr>
          <p:nvPr>
            <p:extLst>
              <p:ext uri="{D42A27DB-BD31-4B8C-83A1-F6EECF244321}">
                <p14:modId xmlns:p14="http://schemas.microsoft.com/office/powerpoint/2010/main" val="3417052518"/>
              </p:ext>
            </p:extLst>
          </p:nvPr>
        </p:nvGraphicFramePr>
        <p:xfrm>
          <a:off x="1403793" y="1382479"/>
          <a:ext cx="9661604" cy="4863855"/>
        </p:xfrm>
        <a:graphic>
          <a:graphicData uri="http://schemas.openxmlformats.org/drawingml/2006/table">
            <a:tbl>
              <a:tblPr firstRow="1" bandRow="1">
                <a:tableStyleId>{5C22544A-7EE6-4342-B048-85BDC9FD1C3A}</a:tableStyleId>
              </a:tblPr>
              <a:tblGrid>
                <a:gridCol w="4221503">
                  <a:extLst>
                    <a:ext uri="{9D8B030D-6E8A-4147-A177-3AD203B41FA5}">
                      <a16:colId xmlns:a16="http://schemas.microsoft.com/office/drawing/2014/main" val="251555594"/>
                    </a:ext>
                  </a:extLst>
                </a:gridCol>
                <a:gridCol w="5440101">
                  <a:extLst>
                    <a:ext uri="{9D8B030D-6E8A-4147-A177-3AD203B41FA5}">
                      <a16:colId xmlns:a16="http://schemas.microsoft.com/office/drawing/2014/main" val="543106079"/>
                    </a:ext>
                  </a:extLst>
                </a:gridCol>
              </a:tblGrid>
              <a:tr h="345134">
                <a:tc>
                  <a:txBody>
                    <a:bodyPr/>
                    <a:lstStyle/>
                    <a:p>
                      <a:pPr algn="ctr"/>
                      <a:r>
                        <a:rPr lang="en-US" sz="1800" dirty="0">
                          <a:latin typeface="Times New Roman" panose="02020603050405020304" pitchFamily="18" charset="0"/>
                          <a:cs typeface="Times New Roman" panose="02020603050405020304" pitchFamily="18" charset="0"/>
                        </a:rPr>
                        <a:t>Operator </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IN" sz="1800" dirty="0">
                          <a:latin typeface="Times New Roman" panose="02020603050405020304" pitchFamily="18" charset="0"/>
                          <a:cs typeface="Times New Roman" panose="02020603050405020304" pitchFamily="18" charset="0"/>
                        </a:rPr>
                        <a:t>Semantics</a:t>
                      </a:r>
                    </a:p>
                  </a:txBody>
                  <a:tcPr/>
                </a:tc>
                <a:extLst>
                  <a:ext uri="{0D108BD9-81ED-4DB2-BD59-A6C34878D82A}">
                    <a16:rowId xmlns:a16="http://schemas.microsoft.com/office/drawing/2014/main" val="2978778182"/>
                  </a:ext>
                </a:extLst>
              </a:tr>
              <a:tr h="610621">
                <a:tc>
                  <a:txBody>
                    <a:bodyPr/>
                    <a:lstStyle/>
                    <a:p>
                      <a:r>
                        <a:rPr lang="en-IN" sz="1800" dirty="0">
                          <a:latin typeface="Times New Roman" panose="02020603050405020304" pitchFamily="18" charset="0"/>
                          <a:cs typeface="Times New Roman" panose="02020603050405020304" pitchFamily="18" charset="0"/>
                        </a:rPr>
                        <a:t>Str1 == Str2</a:t>
                      </a:r>
                    </a:p>
                  </a:txBody>
                  <a:tcPr/>
                </a:tc>
                <a:tc>
                  <a:txBody>
                    <a:bodyPr/>
                    <a:lstStyle/>
                    <a:p>
                      <a:r>
                        <a:rPr lang="en-US" sz="1800" dirty="0">
                          <a:latin typeface="Times New Roman" panose="02020603050405020304" pitchFamily="18" charset="0"/>
                          <a:cs typeface="Times New Roman" panose="02020603050405020304" pitchFamily="18" charset="0"/>
                        </a:rPr>
                        <a:t>Returns true(1) if the strings are equal, otherwise returns false(0)_.</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33908130"/>
                  </a:ext>
                </a:extLst>
              </a:tr>
              <a:tr h="345134">
                <a:tc>
                  <a:txBody>
                    <a:bodyPr/>
                    <a:lstStyle/>
                    <a:p>
                      <a:r>
                        <a:rPr lang="en-IN" sz="1800" dirty="0">
                          <a:latin typeface="Times New Roman" panose="02020603050405020304" pitchFamily="18" charset="0"/>
                          <a:cs typeface="Times New Roman" panose="02020603050405020304" pitchFamily="18" charset="0"/>
                        </a:rPr>
                        <a:t>Str1 != Str2</a:t>
                      </a:r>
                    </a:p>
                  </a:txBody>
                  <a:tcPr/>
                </a:tc>
                <a:tc>
                  <a:txBody>
                    <a:bodyPr/>
                    <a:lstStyle/>
                    <a:p>
                      <a:r>
                        <a:rPr lang="en-IN" sz="1800" dirty="0">
                          <a:latin typeface="Times New Roman" panose="02020603050405020304" pitchFamily="18" charset="0"/>
                          <a:cs typeface="Times New Roman" panose="02020603050405020304" pitchFamily="18" charset="0"/>
                        </a:rPr>
                        <a:t>Inequality. Logical negation of ==</a:t>
                      </a:r>
                    </a:p>
                  </a:txBody>
                  <a:tcPr/>
                </a:tc>
                <a:extLst>
                  <a:ext uri="{0D108BD9-81ED-4DB2-BD59-A6C34878D82A}">
                    <a16:rowId xmlns:a16="http://schemas.microsoft.com/office/drawing/2014/main" val="917943528"/>
                  </a:ext>
                </a:extLst>
              </a:tr>
              <a:tr h="961394">
                <a:tc>
                  <a:txBody>
                    <a:bodyPr/>
                    <a:lstStyle/>
                    <a:p>
                      <a:r>
                        <a:rPr lang="en-IN" sz="1800" dirty="0">
                          <a:latin typeface="Times New Roman" panose="02020603050405020304" pitchFamily="18" charset="0"/>
                          <a:cs typeface="Times New Roman" panose="02020603050405020304" pitchFamily="18" charset="0"/>
                        </a:rPr>
                        <a:t>Str1 &lt; Str2 Str1 &lt;= Str2 Str1 &gt; Str2 Str1 &gt;= Str2</a:t>
                      </a:r>
                    </a:p>
                  </a:txBody>
                  <a:tcPr/>
                </a:tc>
                <a:tc>
                  <a:txBody>
                    <a:bodyPr/>
                    <a:lstStyle/>
                    <a:p>
                      <a:r>
                        <a:rPr lang="en-US" sz="1800" dirty="0">
                          <a:latin typeface="Times New Roman" panose="02020603050405020304" pitchFamily="18" charset="0"/>
                          <a:cs typeface="Times New Roman" panose="02020603050405020304" pitchFamily="18" charset="0"/>
                        </a:rPr>
                        <a:t>Comparison: Relational operators return 1 if the corresponding condition is true using the lexicographic ordering of the two strings Str1 and Str2. </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1845594"/>
                  </a:ext>
                </a:extLst>
              </a:tr>
              <a:tr h="610621">
                <a:tc>
                  <a:txBody>
                    <a:bodyPr/>
                    <a:lstStyle/>
                    <a:p>
                      <a:r>
                        <a:rPr lang="en-IN" sz="1800" dirty="0">
                          <a:latin typeface="Times New Roman" panose="02020603050405020304" pitchFamily="18" charset="0"/>
                          <a:cs typeface="Times New Roman" panose="02020603050405020304" pitchFamily="18" charset="0"/>
                        </a:rPr>
                        <a:t>{Str1,Str2,...,</a:t>
                      </a:r>
                      <a:r>
                        <a:rPr lang="en-IN" sz="1800" dirty="0" err="1">
                          <a:latin typeface="Times New Roman" panose="02020603050405020304" pitchFamily="18" charset="0"/>
                          <a:cs typeface="Times New Roman" panose="02020603050405020304" pitchFamily="18" charset="0"/>
                        </a:rPr>
                        <a:t>Strn</a:t>
                      </a:r>
                      <a:r>
                        <a:rPr lang="en-IN" sz="1800" dirty="0">
                          <a:latin typeface="Times New Roman" panose="02020603050405020304" pitchFamily="18" charset="0"/>
                          <a:cs typeface="Times New Roman" panose="02020603050405020304" pitchFamily="18" charset="0"/>
                        </a:rPr>
                        <a:t>}</a:t>
                      </a:r>
                    </a:p>
                  </a:txBody>
                  <a:tcPr/>
                </a:tc>
                <a:tc>
                  <a:txBody>
                    <a:bodyPr/>
                    <a:lstStyle/>
                    <a:p>
                      <a:r>
                        <a:rPr lang="en-US" sz="1800" dirty="0">
                          <a:latin typeface="Times New Roman" panose="02020603050405020304" pitchFamily="18" charset="0"/>
                          <a:cs typeface="Times New Roman" panose="02020603050405020304" pitchFamily="18" charset="0"/>
                        </a:rPr>
                        <a:t>Concatenates the strings into a single resultant string.</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1526567"/>
                  </a:ext>
                </a:extLst>
              </a:tr>
              <a:tr h="610621">
                <a:tc>
                  <a:txBody>
                    <a:bodyPr/>
                    <a:lstStyle/>
                    <a:p>
                      <a:r>
                        <a:rPr lang="en-IN" sz="1800" dirty="0">
                          <a:latin typeface="Times New Roman" panose="02020603050405020304" pitchFamily="18" charset="0"/>
                          <a:cs typeface="Times New Roman" panose="02020603050405020304" pitchFamily="18" charset="0"/>
                        </a:rPr>
                        <a:t>{multiplier{Str}} </a:t>
                      </a:r>
                    </a:p>
                  </a:txBody>
                  <a:tcPr/>
                </a:tc>
                <a:tc>
                  <a:txBody>
                    <a:bodyPr/>
                    <a:lstStyle/>
                    <a:p>
                      <a:r>
                        <a:rPr lang="en-US" sz="1800" dirty="0">
                          <a:latin typeface="Times New Roman" panose="02020603050405020304" pitchFamily="18" charset="0"/>
                          <a:cs typeface="Times New Roman" panose="02020603050405020304" pitchFamily="18" charset="0"/>
                        </a:rPr>
                        <a:t>Replicates the string N times as specified by the multiplier.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7777202"/>
                  </a:ext>
                </a:extLst>
              </a:tr>
              <a:tr h="610621">
                <a:tc>
                  <a:txBody>
                    <a:bodyPr/>
                    <a:lstStyle/>
                    <a:p>
                      <a:r>
                        <a:rPr lang="en-IN" sz="1800" dirty="0">
                          <a:latin typeface="Times New Roman" panose="02020603050405020304" pitchFamily="18" charset="0"/>
                          <a:cs typeface="Times New Roman" panose="02020603050405020304" pitchFamily="18" charset="0"/>
                        </a:rPr>
                        <a:t>Str[index]</a:t>
                      </a:r>
                    </a:p>
                  </a:txBody>
                  <a:tcPr/>
                </a:tc>
                <a:tc>
                  <a:txBody>
                    <a:bodyPr/>
                    <a:lstStyle/>
                    <a:p>
                      <a:r>
                        <a:rPr lang="en-US" sz="1800" dirty="0">
                          <a:latin typeface="Times New Roman" panose="02020603050405020304" pitchFamily="18" charset="0"/>
                          <a:cs typeface="Times New Roman" panose="02020603050405020304" pitchFamily="18" charset="0"/>
                        </a:rPr>
                        <a:t>Accesses the byte at the given index. If index is out of range, returns 0.</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0722989"/>
                  </a:ext>
                </a:extLst>
              </a:tr>
              <a:tr h="610621">
                <a:tc>
                  <a:txBody>
                    <a:bodyPr/>
                    <a:lstStyle/>
                    <a:p>
                      <a:r>
                        <a:rPr lang="en-IN" sz="1800" dirty="0" err="1">
                          <a:latin typeface="Times New Roman" panose="02020603050405020304" pitchFamily="18" charset="0"/>
                          <a:cs typeface="Times New Roman" panose="02020603050405020304" pitchFamily="18" charset="0"/>
                        </a:rPr>
                        <a:t>Str.method</a:t>
                      </a:r>
                      <a:r>
                        <a:rPr lang="en-IN" sz="1800" dirty="0">
                          <a:latin typeface="Times New Roman" panose="02020603050405020304" pitchFamily="18" charset="0"/>
                          <a:cs typeface="Times New Roman" panose="02020603050405020304" pitchFamily="18" charset="0"/>
                        </a:rPr>
                        <a:t>(...)</a:t>
                      </a:r>
                    </a:p>
                  </a:txBody>
                  <a:tcPr/>
                </a:tc>
                <a:tc>
                  <a:txBody>
                    <a:bodyPr/>
                    <a:lstStyle/>
                    <a:p>
                      <a:r>
                        <a:rPr lang="en-US" sz="1800" dirty="0">
                          <a:latin typeface="Times New Roman" panose="02020603050405020304" pitchFamily="18" charset="0"/>
                          <a:cs typeface="Times New Roman" panose="02020603050405020304" pitchFamily="18" charset="0"/>
                        </a:rPr>
                        <a:t>The dot (.) operator is used to invoke a specified method on strings.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8344448"/>
                  </a:ext>
                </a:extLst>
              </a:tr>
            </a:tbl>
          </a:graphicData>
        </a:graphic>
      </p:graphicFrame>
    </p:spTree>
    <p:extLst>
      <p:ext uri="{BB962C8B-B14F-4D97-AF65-F5344CB8AC3E}">
        <p14:creationId xmlns:p14="http://schemas.microsoft.com/office/powerpoint/2010/main" val="1041353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C9BF-A479-2611-2823-D39045572816}"/>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477202F-887E-6931-C9B7-C707DAC830F6}"/>
              </a:ext>
            </a:extLst>
          </p:cNvPr>
          <p:cNvSpPr>
            <a:spLocks noGrp="1"/>
          </p:cNvSpPr>
          <p:nvPr>
            <p:ph idx="1"/>
          </p:nvPr>
        </p:nvSpPr>
        <p:spPr>
          <a:xfrm>
            <a:off x="1165123" y="1056191"/>
            <a:ext cx="5486400" cy="4985794"/>
          </a:xfrm>
        </p:spPr>
        <p:txBody>
          <a:bodyPr/>
          <a:lstStyle/>
          <a:p>
            <a:r>
              <a:rPr lang="en-US" sz="2800" dirty="0">
                <a:latin typeface="Times New Roman" panose="02020603050405020304" pitchFamily="18" charset="0"/>
                <a:cs typeface="Times New Roman" panose="02020603050405020304" pitchFamily="18" charset="0"/>
              </a:rPr>
              <a:t>Example</a:t>
            </a:r>
          </a:p>
          <a:p>
            <a:pPr marL="457200" lvl="1" indent="0">
              <a:buNone/>
            </a:pPr>
            <a:r>
              <a:rPr lang="en-US" sz="1800" dirty="0">
                <a:latin typeface="Times New Roman" panose="02020603050405020304" pitchFamily="18" charset="0"/>
                <a:cs typeface="Times New Roman" panose="02020603050405020304" pitchFamily="18" charset="0"/>
              </a:rPr>
              <a:t>module string_opeartons;</a:t>
            </a:r>
          </a:p>
          <a:p>
            <a:pPr marL="457200" lvl="1" indent="0">
              <a:buNone/>
            </a:pPr>
            <a:r>
              <a:rPr lang="en-US" sz="1800" dirty="0">
                <a:latin typeface="Times New Roman" panose="02020603050405020304" pitchFamily="18" charset="0"/>
                <a:cs typeface="Times New Roman" panose="02020603050405020304" pitchFamily="18" charset="0"/>
              </a:rPr>
              <a:t>string firstname = "Chandler"; </a:t>
            </a:r>
          </a:p>
          <a:p>
            <a:pPr marL="457200" lvl="1" indent="0">
              <a:buNone/>
            </a:pPr>
            <a:r>
              <a:rPr lang="en-US" sz="1800" dirty="0">
                <a:latin typeface="Times New Roman" panose="02020603050405020304" pitchFamily="18" charset="0"/>
                <a:cs typeface="Times New Roman" panose="02020603050405020304" pitchFamily="18" charset="0"/>
              </a:rPr>
              <a:t>string lastname = "Bing";</a:t>
            </a:r>
          </a:p>
          <a:p>
            <a:pPr marL="457200" lvl="1" indent="0">
              <a:buNone/>
            </a:pPr>
            <a:r>
              <a:rPr lang="en-US" sz="1800" dirty="0">
                <a:latin typeface="Times New Roman" panose="02020603050405020304" pitchFamily="18" charset="0"/>
                <a:cs typeface="Times New Roman" panose="02020603050405020304" pitchFamily="18" charset="0"/>
              </a:rPr>
              <a:t>initial begin</a:t>
            </a:r>
          </a:p>
          <a:p>
            <a:pPr marL="457200" lvl="1" indent="0">
              <a:buNone/>
            </a:pPr>
            <a:r>
              <a:rPr lang="en-US" sz="1800" dirty="0">
                <a:latin typeface="Times New Roman" panose="02020603050405020304" pitchFamily="18" charset="0"/>
                <a:cs typeface="Times New Roman" panose="02020603050405020304" pitchFamily="18" charset="0"/>
              </a:rPr>
              <a:t>if (firstname == lastname)</a:t>
            </a:r>
          </a:p>
          <a:p>
            <a:pPr marL="457200" lvl="1" indent="0">
              <a:buNone/>
            </a:pPr>
            <a:r>
              <a:rPr lang="en-US" sz="1800" dirty="0">
                <a:latin typeface="Times New Roman" panose="02020603050405020304" pitchFamily="18" charset="0"/>
                <a:cs typeface="Times New Roman" panose="02020603050405020304" pitchFamily="18" charset="0"/>
              </a:rPr>
              <a:t>$display ("firstname=%s is EQUAL to lastname=%s", firstname, lastname);</a:t>
            </a:r>
          </a:p>
          <a:p>
            <a:pPr marL="457200" lvl="1" indent="0">
              <a:buNone/>
            </a:pPr>
            <a:r>
              <a:rPr lang="en-US" sz="1800" dirty="0">
                <a:latin typeface="Times New Roman" panose="02020603050405020304" pitchFamily="18" charset="0"/>
                <a:cs typeface="Times New Roman" panose="02020603050405020304" pitchFamily="18" charset="0"/>
              </a:rPr>
              <a:t>if (firstname != lastname)</a:t>
            </a:r>
          </a:p>
          <a:p>
            <a:pPr marL="457200" lvl="1" indent="0">
              <a:buNone/>
            </a:pPr>
            <a:r>
              <a:rPr lang="en-US" sz="1800" dirty="0">
                <a:latin typeface="Times New Roman" panose="02020603050405020304" pitchFamily="18" charset="0"/>
                <a:cs typeface="Times New Roman" panose="02020603050405020304" pitchFamily="18" charset="0"/>
              </a:rPr>
              <a:t>$display ("firstname=%s is NOT EQUAL to lastname=%s", firstname, lastname);</a:t>
            </a:r>
          </a:p>
          <a:p>
            <a:pPr marL="457200" lvl="1" indent="0">
              <a:buNone/>
            </a:pPr>
            <a:endParaRPr lang="en-US" sz="1800" dirty="0">
              <a:latin typeface="Times New Roman" panose="02020603050405020304" pitchFamily="18" charset="0"/>
              <a:cs typeface="Times New Roman" panose="02020603050405020304" pitchFamily="18" charset="0"/>
            </a:endParaRPr>
          </a:p>
          <a:p>
            <a:pPr marL="457200" lvl="1" indent="0">
              <a:buNone/>
            </a:pPr>
            <a:endParaRPr lang="en-IN" sz="1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67035AC-871B-B657-C69F-CCC3AD78A37F}"/>
              </a:ext>
            </a:extLst>
          </p:cNvPr>
          <p:cNvSpPr>
            <a:spLocks noGrp="1"/>
          </p:cNvSpPr>
          <p:nvPr>
            <p:ph type="dt" sz="half" idx="10"/>
          </p:nvPr>
        </p:nvSpPr>
        <p:spPr/>
        <p:txBody>
          <a:bodyPr/>
          <a:lstStyle/>
          <a:p>
            <a:fld id="{A55EED54-DC2C-4690-806B-AE2C604833AF}" type="datetime1">
              <a:rPr lang="en-IN" smtClean="0"/>
              <a:pPr/>
              <a:t>31-10-2025</a:t>
            </a:fld>
            <a:endParaRPr lang="en-IN"/>
          </a:p>
        </p:txBody>
      </p:sp>
      <p:sp>
        <p:nvSpPr>
          <p:cNvPr id="6" name="Footer Placeholder 5">
            <a:extLst>
              <a:ext uri="{FF2B5EF4-FFF2-40B4-BE49-F238E27FC236}">
                <a16:creationId xmlns:a16="http://schemas.microsoft.com/office/drawing/2014/main" id="{854FD95F-3F89-E701-80D3-C471A6D4A21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5025B26-5BC0-0826-C539-444A84D07884}"/>
              </a:ext>
            </a:extLst>
          </p:cNvPr>
          <p:cNvSpPr>
            <a:spLocks noGrp="1"/>
          </p:cNvSpPr>
          <p:nvPr>
            <p:ph type="sldNum" sz="quarter" idx="12"/>
          </p:nvPr>
        </p:nvSpPr>
        <p:spPr/>
        <p:txBody>
          <a:bodyPr/>
          <a:lstStyle/>
          <a:p>
            <a:fld id="{56BB8B7D-B437-4E80-9B4F-EB7501C8BBDD}" type="slidenum">
              <a:rPr lang="en-IN" smtClean="0"/>
              <a:pPr/>
              <a:t>18</a:t>
            </a:fld>
            <a:endParaRPr lang="en-IN"/>
          </a:p>
        </p:txBody>
      </p:sp>
      <p:sp>
        <p:nvSpPr>
          <p:cNvPr id="4" name="TextBox 3">
            <a:extLst>
              <a:ext uri="{FF2B5EF4-FFF2-40B4-BE49-F238E27FC236}">
                <a16:creationId xmlns:a16="http://schemas.microsoft.com/office/drawing/2014/main" id="{FFC4A983-1647-A1B2-9B4F-441A7BC9398A}"/>
              </a:ext>
            </a:extLst>
          </p:cNvPr>
          <p:cNvSpPr txBox="1"/>
          <p:nvPr/>
        </p:nvSpPr>
        <p:spPr>
          <a:xfrm>
            <a:off x="6651523" y="1056191"/>
            <a:ext cx="4807974" cy="4247317"/>
          </a:xfrm>
          <a:prstGeom prst="rect">
            <a:avLst/>
          </a:prstGeom>
          <a:noFill/>
        </p:spPr>
        <p:txBody>
          <a:bodyPr wrap="square" rtlCol="0">
            <a:spAutoFit/>
          </a:bodyPr>
          <a:lstStyle/>
          <a:p>
            <a:pPr marL="457200" lvl="1" indent="0">
              <a:buNone/>
            </a:pPr>
            <a:r>
              <a:rPr lang="en-US" dirty="0">
                <a:latin typeface="Times New Roman" panose="02020603050405020304" pitchFamily="18" charset="0"/>
                <a:cs typeface="Times New Roman" panose="02020603050405020304" pitchFamily="18" charset="0"/>
              </a:rPr>
              <a:t>if (firstname &lt; lastname)</a:t>
            </a:r>
          </a:p>
          <a:p>
            <a:pPr marL="457200" lvl="1" indent="0">
              <a:buNone/>
            </a:pPr>
            <a:r>
              <a:rPr lang="en-US" dirty="0">
                <a:latin typeface="Times New Roman" panose="02020603050405020304" pitchFamily="18" charset="0"/>
                <a:cs typeface="Times New Roman" panose="02020603050405020304" pitchFamily="18" charset="0"/>
              </a:rPr>
              <a:t> $display ("firstname=%s is LESS THAN lastname=%s", firstname, lastname);</a:t>
            </a:r>
          </a:p>
          <a:p>
            <a:pPr marL="457200" lvl="1" indent="0">
              <a:buNone/>
            </a:pPr>
            <a:r>
              <a:rPr lang="en-US" dirty="0">
                <a:latin typeface="Times New Roman" panose="02020603050405020304" pitchFamily="18" charset="0"/>
                <a:cs typeface="Times New Roman" panose="02020603050405020304" pitchFamily="18" charset="0"/>
              </a:rPr>
              <a:t>if (firstname &gt; lastname)</a:t>
            </a:r>
          </a:p>
          <a:p>
            <a:pPr marL="457200" lvl="1" indent="0">
              <a:buNone/>
            </a:pPr>
            <a:r>
              <a:rPr lang="en-US" dirty="0">
                <a:latin typeface="Times New Roman" panose="02020603050405020304" pitchFamily="18" charset="0"/>
                <a:cs typeface="Times New Roman" panose="02020603050405020304" pitchFamily="18" charset="0"/>
              </a:rPr>
              <a:t>$display ("firstname=%s is GREATER THAN lastname=%s", firstname, lastname);</a:t>
            </a:r>
          </a:p>
          <a:p>
            <a:pPr marL="457200" lvl="1" indent="0">
              <a:buNone/>
            </a:pP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$display ("Full Name = %s", {firstname, " ", lastname});</a:t>
            </a:r>
          </a:p>
          <a:p>
            <a:pPr marL="457200" lvl="1" indent="0">
              <a:buNone/>
            </a:pPr>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$display ("%s", {3{firstname}});</a:t>
            </a:r>
          </a:p>
          <a:p>
            <a:pPr marL="457200" lvl="1" indent="0">
              <a:buNone/>
            </a:pPr>
            <a:r>
              <a:rPr lang="en-US" dirty="0">
                <a:latin typeface="Times New Roman" panose="02020603050405020304" pitchFamily="18" charset="0"/>
                <a:cs typeface="Times New Roman" panose="02020603050405020304" pitchFamily="18" charset="0"/>
              </a:rPr>
              <a:t>$display ("firstname[2]=%s lastname[2]=%s", firstname[2], lastname[2]);</a:t>
            </a:r>
          </a:p>
          <a:p>
            <a:pPr marL="457200" lvl="1" indent="0">
              <a:buNone/>
            </a:pPr>
            <a:r>
              <a:rPr lang="en-US" dirty="0">
                <a:latin typeface="Times New Roman" panose="02020603050405020304" pitchFamily="18" charset="0"/>
                <a:cs typeface="Times New Roman" panose="02020603050405020304" pitchFamily="18" charset="0"/>
              </a:rPr>
              <a:t>end </a:t>
            </a:r>
          </a:p>
          <a:p>
            <a:pPr marL="457200" lvl="1" indent="0">
              <a:buNone/>
            </a:pPr>
            <a:r>
              <a:rPr lang="en-US" dirty="0">
                <a:latin typeface="Times New Roman" panose="02020603050405020304" pitchFamily="18" charset="0"/>
                <a:cs typeface="Times New Roman" panose="02020603050405020304" pitchFamily="18" charset="0"/>
              </a:rPr>
              <a:t>endmodule</a:t>
            </a:r>
            <a:endParaRPr lang="en-IN" dirty="0"/>
          </a:p>
        </p:txBody>
      </p:sp>
    </p:spTree>
    <p:extLst>
      <p:ext uri="{BB962C8B-B14F-4D97-AF65-F5344CB8AC3E}">
        <p14:creationId xmlns:p14="http://schemas.microsoft.com/office/powerpoint/2010/main" val="216449019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89212-93F4-E4F4-ACCA-7FE17BEC6F4D}"/>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A69DA446-8BFE-F1F4-9B1D-C418307F9718}"/>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String Built-in Methods</a:t>
            </a:r>
          </a:p>
          <a:p>
            <a:pPr>
              <a:buFont typeface="Wingdings" panose="05000000000000000000" pitchFamily="2" charset="2"/>
              <a:buChar char="§"/>
            </a:pPr>
            <a:endParaRPr lang="en-IN" sz="24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EEFE661-ED94-7560-04E5-05FA18E9CF1B}"/>
              </a:ext>
            </a:extLst>
          </p:cNvPr>
          <p:cNvSpPr>
            <a:spLocks noGrp="1"/>
          </p:cNvSpPr>
          <p:nvPr>
            <p:ph type="dt" sz="half" idx="10"/>
          </p:nvPr>
        </p:nvSpPr>
        <p:spPr/>
        <p:txBody>
          <a:bodyPr/>
          <a:lstStyle/>
          <a:p>
            <a:fld id="{544B843D-825D-41B5-BD83-9882659F573B}" type="datetime1">
              <a:rPr lang="en-IN" smtClean="0"/>
              <a:pPr/>
              <a:t>31-10-2025</a:t>
            </a:fld>
            <a:endParaRPr lang="en-IN"/>
          </a:p>
        </p:txBody>
      </p:sp>
      <p:sp>
        <p:nvSpPr>
          <p:cNvPr id="6" name="Footer Placeholder 5">
            <a:extLst>
              <a:ext uri="{FF2B5EF4-FFF2-40B4-BE49-F238E27FC236}">
                <a16:creationId xmlns:a16="http://schemas.microsoft.com/office/drawing/2014/main" id="{8449C0EB-A577-BD5A-8B7E-7FDB4C5CF83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D1E06B9-930F-9712-6031-B8EFC9664BFA}"/>
              </a:ext>
            </a:extLst>
          </p:cNvPr>
          <p:cNvSpPr>
            <a:spLocks noGrp="1"/>
          </p:cNvSpPr>
          <p:nvPr>
            <p:ph type="sldNum" sz="quarter" idx="12"/>
          </p:nvPr>
        </p:nvSpPr>
        <p:spPr/>
        <p:txBody>
          <a:bodyPr/>
          <a:lstStyle/>
          <a:p>
            <a:fld id="{56BB8B7D-B437-4E80-9B4F-EB7501C8BBDD}" type="slidenum">
              <a:rPr lang="en-IN" smtClean="0"/>
              <a:pPr/>
              <a:t>19</a:t>
            </a:fld>
            <a:endParaRPr lang="en-IN"/>
          </a:p>
        </p:txBody>
      </p:sp>
      <p:graphicFrame>
        <p:nvGraphicFramePr>
          <p:cNvPr id="5" name="Table 4">
            <a:extLst>
              <a:ext uri="{FF2B5EF4-FFF2-40B4-BE49-F238E27FC236}">
                <a16:creationId xmlns:a16="http://schemas.microsoft.com/office/drawing/2014/main" id="{9FB0B181-884D-E4F6-4E4C-DB3A3294ACB1}"/>
              </a:ext>
            </a:extLst>
          </p:cNvPr>
          <p:cNvGraphicFramePr>
            <a:graphicFrameLocks noGrp="1"/>
          </p:cNvGraphicFramePr>
          <p:nvPr>
            <p:extLst>
              <p:ext uri="{D42A27DB-BD31-4B8C-83A1-F6EECF244321}">
                <p14:modId xmlns:p14="http://schemas.microsoft.com/office/powerpoint/2010/main" val="3154895777"/>
              </p:ext>
            </p:extLst>
          </p:nvPr>
        </p:nvGraphicFramePr>
        <p:xfrm>
          <a:off x="1091380" y="1296965"/>
          <a:ext cx="10279626" cy="4360914"/>
        </p:xfrm>
        <a:graphic>
          <a:graphicData uri="http://schemas.openxmlformats.org/drawingml/2006/table">
            <a:tbl>
              <a:tblPr firstRow="1" bandRow="1">
                <a:tableStyleId>{5C22544A-7EE6-4342-B048-85BDC9FD1C3A}</a:tableStyleId>
              </a:tblPr>
              <a:tblGrid>
                <a:gridCol w="2790187">
                  <a:extLst>
                    <a:ext uri="{9D8B030D-6E8A-4147-A177-3AD203B41FA5}">
                      <a16:colId xmlns:a16="http://schemas.microsoft.com/office/drawing/2014/main" val="3103936064"/>
                    </a:ext>
                  </a:extLst>
                </a:gridCol>
                <a:gridCol w="7489439">
                  <a:extLst>
                    <a:ext uri="{9D8B030D-6E8A-4147-A177-3AD203B41FA5}">
                      <a16:colId xmlns:a16="http://schemas.microsoft.com/office/drawing/2014/main" val="3978409473"/>
                    </a:ext>
                  </a:extLst>
                </a:gridCol>
              </a:tblGrid>
              <a:tr h="493139">
                <a:tc>
                  <a:txBody>
                    <a:bodyPr/>
                    <a:lstStyle/>
                    <a:p>
                      <a:pPr algn="ctr"/>
                      <a:r>
                        <a:rPr lang="en-IN" sz="2000" dirty="0">
                          <a:latin typeface="Times New Roman" panose="02020603050405020304" pitchFamily="18" charset="0"/>
                          <a:cs typeface="Times New Roman" panose="02020603050405020304" pitchFamily="18" charset="0"/>
                        </a:rPr>
                        <a:t>Usage</a:t>
                      </a:r>
                    </a:p>
                  </a:txBody>
                  <a:tcPr/>
                </a:tc>
                <a:tc>
                  <a:txBody>
                    <a:bodyPr/>
                    <a:lstStyle/>
                    <a:p>
                      <a:pPr algn="ctr"/>
                      <a:r>
                        <a:rPr lang="en-IN" sz="2000" dirty="0">
                          <a:latin typeface="Times New Roman" panose="02020603050405020304" pitchFamily="18" charset="0"/>
                          <a:cs typeface="Times New Roman" panose="02020603050405020304" pitchFamily="18" charset="0"/>
                        </a:rPr>
                        <a:t>Comments</a:t>
                      </a:r>
                    </a:p>
                  </a:txBody>
                  <a:tcPr/>
                </a:tc>
                <a:extLst>
                  <a:ext uri="{0D108BD9-81ED-4DB2-BD59-A6C34878D82A}">
                    <a16:rowId xmlns:a16="http://schemas.microsoft.com/office/drawing/2014/main" val="3238562124"/>
                  </a:ext>
                </a:extLst>
              </a:tr>
              <a:tr h="493139">
                <a:tc>
                  <a:txBody>
                    <a:bodyPr/>
                    <a:lstStyle/>
                    <a:p>
                      <a:r>
                        <a:rPr lang="en-IN" sz="2000" dirty="0">
                          <a:latin typeface="Times New Roman" panose="02020603050405020304" pitchFamily="18" charset="0"/>
                          <a:cs typeface="Times New Roman" panose="02020603050405020304" pitchFamily="18" charset="0"/>
                        </a:rPr>
                        <a:t>str.len() </a:t>
                      </a:r>
                    </a:p>
                  </a:txBody>
                  <a:tcPr/>
                </a:tc>
                <a:tc>
                  <a:txBody>
                    <a:bodyPr/>
                    <a:lstStyle/>
                    <a:p>
                      <a:r>
                        <a:rPr lang="en-US" sz="2000" dirty="0">
                          <a:latin typeface="Times New Roman" panose="02020603050405020304" pitchFamily="18" charset="0"/>
                          <a:cs typeface="Times New Roman" panose="02020603050405020304" pitchFamily="18" charset="0"/>
                        </a:rPr>
                        <a:t>Returns the number of characters in the string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4727387"/>
                  </a:ext>
                </a:extLst>
              </a:tr>
              <a:tr h="493139">
                <a:tc>
                  <a:txBody>
                    <a:bodyPr/>
                    <a:lstStyle/>
                    <a:p>
                      <a:r>
                        <a:rPr lang="en-IN" sz="2000" dirty="0">
                          <a:latin typeface="Times New Roman" panose="02020603050405020304" pitchFamily="18" charset="0"/>
                          <a:cs typeface="Times New Roman" panose="02020603050405020304" pitchFamily="18" charset="0"/>
                        </a:rPr>
                        <a:t>str.putc(int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byte c)</a:t>
                      </a:r>
                    </a:p>
                  </a:txBody>
                  <a:tcPr/>
                </a:tc>
                <a:tc>
                  <a:txBody>
                    <a:bodyPr/>
                    <a:lstStyle/>
                    <a:p>
                      <a:r>
                        <a:rPr lang="en-US" sz="2000" dirty="0">
                          <a:latin typeface="Times New Roman" panose="02020603050405020304" pitchFamily="18" charset="0"/>
                          <a:cs typeface="Times New Roman" panose="02020603050405020304" pitchFamily="18" charset="0"/>
                        </a:rPr>
                        <a:t>Replaces the ith character in the string with the given character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2020775"/>
                  </a:ext>
                </a:extLst>
              </a:tr>
              <a:tr h="493139">
                <a:tc>
                  <a:txBody>
                    <a:bodyPr/>
                    <a:lstStyle/>
                    <a:p>
                      <a:r>
                        <a:rPr lang="en-IN" sz="2000" dirty="0">
                          <a:latin typeface="Times New Roman" panose="02020603050405020304" pitchFamily="18" charset="0"/>
                          <a:cs typeface="Times New Roman" panose="02020603050405020304" pitchFamily="18" charset="0"/>
                        </a:rPr>
                        <a:t>str.getc(int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Returns the ASCII code of the ith character in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1633638"/>
                  </a:ext>
                </a:extLst>
              </a:tr>
              <a:tr h="493139">
                <a:tc>
                  <a:txBody>
                    <a:bodyPr/>
                    <a:lstStyle/>
                    <a:p>
                      <a:r>
                        <a:rPr lang="en-IN" sz="2000" dirty="0">
                          <a:latin typeface="Times New Roman" panose="02020603050405020304" pitchFamily="18" charset="0"/>
                          <a:cs typeface="Times New Roman" panose="02020603050405020304" pitchFamily="18" charset="0"/>
                        </a:rPr>
                        <a:t>str.tolower()</a:t>
                      </a:r>
                    </a:p>
                  </a:txBody>
                  <a:tcPr/>
                </a:tc>
                <a:tc>
                  <a:txBody>
                    <a:bodyPr/>
                    <a:lstStyle/>
                    <a:p>
                      <a:r>
                        <a:rPr lang="en-US" sz="2000" dirty="0">
                          <a:latin typeface="Times New Roman" panose="02020603050405020304" pitchFamily="18" charset="0"/>
                          <a:cs typeface="Times New Roman" panose="02020603050405020304" pitchFamily="18" charset="0"/>
                        </a:rPr>
                        <a:t>Returns a string with characters in str converted to lowercase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54041190"/>
                  </a:ext>
                </a:extLst>
              </a:tr>
              <a:tr h="493139">
                <a:tc>
                  <a:txBody>
                    <a:bodyPr/>
                    <a:lstStyle/>
                    <a:p>
                      <a:r>
                        <a:rPr lang="en-IN" sz="2000" dirty="0">
                          <a:latin typeface="Times New Roman" panose="02020603050405020304" pitchFamily="18" charset="0"/>
                          <a:cs typeface="Times New Roman" panose="02020603050405020304" pitchFamily="18" charset="0"/>
                        </a:rPr>
                        <a:t>str.compare(s) </a:t>
                      </a:r>
                    </a:p>
                  </a:txBody>
                  <a:tcPr/>
                </a:tc>
                <a:tc>
                  <a:txBody>
                    <a:bodyPr/>
                    <a:lstStyle/>
                    <a:p>
                      <a:r>
                        <a:rPr lang="en-US" sz="2000" dirty="0">
                          <a:latin typeface="Times New Roman" panose="02020603050405020304" pitchFamily="18" charset="0"/>
                          <a:cs typeface="Times New Roman" panose="02020603050405020304" pitchFamily="18" charset="0"/>
                        </a:rPr>
                        <a:t>Compares str and s, as in the ANSI C stcmp function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1008952"/>
                  </a:ext>
                </a:extLst>
              </a:tr>
              <a:tr h="627171">
                <a:tc>
                  <a:txBody>
                    <a:bodyPr/>
                    <a:lstStyle/>
                    <a:p>
                      <a:r>
                        <a:rPr lang="en-IN" sz="2000" dirty="0">
                          <a:latin typeface="Times New Roman" panose="02020603050405020304" pitchFamily="18" charset="0"/>
                          <a:cs typeface="Times New Roman" panose="02020603050405020304" pitchFamily="18" charset="0"/>
                        </a:rPr>
                        <a:t>str.icompare(s) </a:t>
                      </a:r>
                    </a:p>
                  </a:txBody>
                  <a:tcPr/>
                </a:tc>
                <a:tc>
                  <a:txBody>
                    <a:bodyPr/>
                    <a:lstStyle/>
                    <a:p>
                      <a:r>
                        <a:rPr lang="en-US" sz="2000" dirty="0">
                          <a:latin typeface="Times New Roman" panose="02020603050405020304" pitchFamily="18" charset="0"/>
                          <a:cs typeface="Times New Roman" panose="02020603050405020304" pitchFamily="18" charset="0"/>
                        </a:rPr>
                        <a:t>Compares str and s, like the ANSI C strcmp function , but the comparison is case insensitive.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010317"/>
                  </a:ext>
                </a:extLst>
              </a:tr>
              <a:tr h="627171">
                <a:tc>
                  <a:txBody>
                    <a:bodyPr/>
                    <a:lstStyle/>
                    <a:p>
                      <a:r>
                        <a:rPr lang="en-IN" sz="2000" dirty="0">
                          <a:latin typeface="Times New Roman" panose="02020603050405020304" pitchFamily="18" charset="0"/>
                          <a:cs typeface="Times New Roman" panose="02020603050405020304" pitchFamily="18" charset="0"/>
                        </a:rPr>
                        <a:t>str.substr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j)</a:t>
                      </a:r>
                    </a:p>
                  </a:txBody>
                  <a:tcPr/>
                </a:tc>
                <a:tc>
                  <a:txBody>
                    <a:bodyPr/>
                    <a:lstStyle/>
                    <a:p>
                      <a:r>
                        <a:rPr lang="en-US" sz="2000" dirty="0">
                          <a:latin typeface="Times New Roman" panose="02020603050405020304" pitchFamily="18" charset="0"/>
                          <a:cs typeface="Times New Roman" panose="02020603050405020304" pitchFamily="18" charset="0"/>
                        </a:rPr>
                        <a:t>Returns a new string that is a substring formed by characters in position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through j of str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8763775"/>
                  </a:ext>
                </a:extLst>
              </a:tr>
            </a:tbl>
          </a:graphicData>
        </a:graphic>
      </p:graphicFrame>
    </p:spTree>
    <p:extLst>
      <p:ext uri="{BB962C8B-B14F-4D97-AF65-F5344CB8AC3E}">
        <p14:creationId xmlns:p14="http://schemas.microsoft.com/office/powerpoint/2010/main" val="314939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0E8-7FB2-5E40-1E69-6B9A786C7F1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818B418D-88D0-ED04-47CD-4D90C6B988BE}"/>
              </a:ext>
            </a:extLst>
          </p:cNvPr>
          <p:cNvSpPr>
            <a:spLocks noGrp="1"/>
          </p:cNvSpPr>
          <p:nvPr>
            <p:ph idx="1"/>
          </p:nvPr>
        </p:nvSpPr>
        <p:spPr>
          <a:xfrm>
            <a:off x="609600" y="961958"/>
            <a:ext cx="10972800" cy="4525963"/>
          </a:xfrm>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String Conversion Methods</a:t>
            </a:r>
          </a:p>
          <a:p>
            <a:endParaRPr lang="en-IN" dirty="0"/>
          </a:p>
        </p:txBody>
      </p:sp>
      <p:sp>
        <p:nvSpPr>
          <p:cNvPr id="6" name="Date Placeholder 5">
            <a:extLst>
              <a:ext uri="{FF2B5EF4-FFF2-40B4-BE49-F238E27FC236}">
                <a16:creationId xmlns:a16="http://schemas.microsoft.com/office/drawing/2014/main" id="{448E049B-C193-E5B5-1743-91676CB6A892}"/>
              </a:ext>
            </a:extLst>
          </p:cNvPr>
          <p:cNvSpPr>
            <a:spLocks noGrp="1"/>
          </p:cNvSpPr>
          <p:nvPr>
            <p:ph type="dt" sz="half" idx="10"/>
          </p:nvPr>
        </p:nvSpPr>
        <p:spPr/>
        <p:txBody>
          <a:bodyPr/>
          <a:lstStyle/>
          <a:p>
            <a:fld id="{30A80C05-C028-4CED-8897-8DD99A86BE5D}" type="datetime1">
              <a:rPr lang="en-IN" smtClean="0"/>
              <a:pPr/>
              <a:t>31-10-2025</a:t>
            </a:fld>
            <a:endParaRPr lang="en-IN"/>
          </a:p>
        </p:txBody>
      </p:sp>
      <p:sp>
        <p:nvSpPr>
          <p:cNvPr id="7" name="Footer Placeholder 6">
            <a:extLst>
              <a:ext uri="{FF2B5EF4-FFF2-40B4-BE49-F238E27FC236}">
                <a16:creationId xmlns:a16="http://schemas.microsoft.com/office/drawing/2014/main" id="{3372B8BD-92CF-1BD0-A187-6A8E191B0423}"/>
              </a:ext>
            </a:extLst>
          </p:cNvPr>
          <p:cNvSpPr>
            <a:spLocks noGrp="1"/>
          </p:cNvSpPr>
          <p:nvPr>
            <p:ph type="ftr" sz="quarter" idx="11"/>
          </p:nvPr>
        </p:nvSpPr>
        <p:spPr/>
        <p:txBody>
          <a:bodyPr/>
          <a:lstStyle/>
          <a:p>
            <a:r>
              <a:rPr lang="en-IN"/>
              <a:t>VLSI Design Verification using System Verilog</a:t>
            </a:r>
          </a:p>
        </p:txBody>
      </p:sp>
      <p:sp>
        <p:nvSpPr>
          <p:cNvPr id="8" name="Slide Number Placeholder 7">
            <a:extLst>
              <a:ext uri="{FF2B5EF4-FFF2-40B4-BE49-F238E27FC236}">
                <a16:creationId xmlns:a16="http://schemas.microsoft.com/office/drawing/2014/main" id="{5FC679B4-C331-6610-E84B-6B1A61913DD0}"/>
              </a:ext>
            </a:extLst>
          </p:cNvPr>
          <p:cNvSpPr>
            <a:spLocks noGrp="1"/>
          </p:cNvSpPr>
          <p:nvPr>
            <p:ph type="sldNum" sz="quarter" idx="12"/>
          </p:nvPr>
        </p:nvSpPr>
        <p:spPr/>
        <p:txBody>
          <a:bodyPr/>
          <a:lstStyle/>
          <a:p>
            <a:fld id="{56BB8B7D-B437-4E80-9B4F-EB7501C8BBDD}" type="slidenum">
              <a:rPr lang="en-IN" smtClean="0"/>
              <a:pPr/>
              <a:t>20</a:t>
            </a:fld>
            <a:endParaRPr lang="en-IN"/>
          </a:p>
        </p:txBody>
      </p:sp>
      <p:graphicFrame>
        <p:nvGraphicFramePr>
          <p:cNvPr id="4" name="Table 3">
            <a:extLst>
              <a:ext uri="{FF2B5EF4-FFF2-40B4-BE49-F238E27FC236}">
                <a16:creationId xmlns:a16="http://schemas.microsoft.com/office/drawing/2014/main" id="{2A11D47D-C85E-5D29-3166-A63B174A738D}"/>
              </a:ext>
            </a:extLst>
          </p:cNvPr>
          <p:cNvGraphicFramePr>
            <a:graphicFrameLocks noGrp="1"/>
          </p:cNvGraphicFramePr>
          <p:nvPr>
            <p:extLst>
              <p:ext uri="{D42A27DB-BD31-4B8C-83A1-F6EECF244321}">
                <p14:modId xmlns:p14="http://schemas.microsoft.com/office/powerpoint/2010/main" val="2387553054"/>
              </p:ext>
            </p:extLst>
          </p:nvPr>
        </p:nvGraphicFramePr>
        <p:xfrm>
          <a:off x="1236458" y="1524942"/>
          <a:ext cx="9309510" cy="4605446"/>
        </p:xfrm>
        <a:graphic>
          <a:graphicData uri="http://schemas.openxmlformats.org/drawingml/2006/table">
            <a:tbl>
              <a:tblPr firstRow="1" bandRow="1">
                <a:tableStyleId>{5C22544A-7EE6-4342-B048-85BDC9FD1C3A}</a:tableStyleId>
              </a:tblPr>
              <a:tblGrid>
                <a:gridCol w="2503808">
                  <a:extLst>
                    <a:ext uri="{9D8B030D-6E8A-4147-A177-3AD203B41FA5}">
                      <a16:colId xmlns:a16="http://schemas.microsoft.com/office/drawing/2014/main" val="22632026"/>
                    </a:ext>
                  </a:extLst>
                </a:gridCol>
                <a:gridCol w="6805702">
                  <a:extLst>
                    <a:ext uri="{9D8B030D-6E8A-4147-A177-3AD203B41FA5}">
                      <a16:colId xmlns:a16="http://schemas.microsoft.com/office/drawing/2014/main" val="3142593721"/>
                    </a:ext>
                  </a:extLst>
                </a:gridCol>
              </a:tblGrid>
              <a:tr h="611083">
                <a:tc>
                  <a:txBody>
                    <a:bodyPr/>
                    <a:lstStyle/>
                    <a:p>
                      <a:r>
                        <a:rPr lang="en-IN" sz="2000" dirty="0">
                          <a:latin typeface="Times New Roman" panose="02020603050405020304" pitchFamily="18" charset="0"/>
                          <a:cs typeface="Times New Roman" panose="02020603050405020304" pitchFamily="18" charset="0"/>
                        </a:rPr>
                        <a:t>str.atoi() </a:t>
                      </a:r>
                    </a:p>
                  </a:txBody>
                  <a:tcPr/>
                </a:tc>
                <a:tc>
                  <a:txBody>
                    <a:bodyPr/>
                    <a:lstStyle/>
                    <a:p>
                      <a:r>
                        <a:rPr lang="en-US" sz="2000" dirty="0">
                          <a:latin typeface="Times New Roman" panose="02020603050405020304" pitchFamily="18" charset="0"/>
                          <a:cs typeface="Times New Roman" panose="02020603050405020304" pitchFamily="18" charset="0"/>
                        </a:rPr>
                        <a:t>Returns the integer corresponding to the ASCII decimal representation in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861452"/>
                  </a:ext>
                </a:extLst>
              </a:tr>
              <a:tr h="354040">
                <a:tc>
                  <a:txBody>
                    <a:bodyPr/>
                    <a:lstStyle/>
                    <a:p>
                      <a:r>
                        <a:rPr lang="en-IN" sz="2000" dirty="0">
                          <a:latin typeface="Times New Roman" panose="02020603050405020304" pitchFamily="18" charset="0"/>
                          <a:cs typeface="Times New Roman" panose="02020603050405020304" pitchFamily="18" charset="0"/>
                        </a:rPr>
                        <a:t>str.atohex() </a:t>
                      </a:r>
                    </a:p>
                  </a:txBody>
                  <a:tcPr/>
                </a:tc>
                <a:tc>
                  <a:txBody>
                    <a:bodyPr/>
                    <a:lstStyle/>
                    <a:p>
                      <a:r>
                        <a:rPr lang="en-US" sz="2000" dirty="0">
                          <a:latin typeface="Times New Roman" panose="02020603050405020304" pitchFamily="18" charset="0"/>
                          <a:cs typeface="Times New Roman" panose="02020603050405020304" pitchFamily="18" charset="0"/>
                        </a:rPr>
                        <a:t>Interprets the string as hexadecimal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8324497"/>
                  </a:ext>
                </a:extLst>
              </a:tr>
              <a:tr h="354040">
                <a:tc>
                  <a:txBody>
                    <a:bodyPr/>
                    <a:lstStyle/>
                    <a:p>
                      <a:r>
                        <a:rPr lang="en-IN" sz="2000" dirty="0">
                          <a:latin typeface="Times New Roman" panose="02020603050405020304" pitchFamily="18" charset="0"/>
                          <a:cs typeface="Times New Roman" panose="02020603050405020304" pitchFamily="18" charset="0"/>
                        </a:rPr>
                        <a:t>str.atooct()</a:t>
                      </a:r>
                    </a:p>
                  </a:txBody>
                  <a:tcPr/>
                </a:tc>
                <a:tc>
                  <a:txBody>
                    <a:bodyPr/>
                    <a:lstStyle/>
                    <a:p>
                      <a:r>
                        <a:rPr lang="en-US" sz="2000" dirty="0">
                          <a:latin typeface="Times New Roman" panose="02020603050405020304" pitchFamily="18" charset="0"/>
                          <a:cs typeface="Times New Roman" panose="02020603050405020304" pitchFamily="18" charset="0"/>
                        </a:rPr>
                        <a:t>Interprets the string as octal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1656132"/>
                  </a:ext>
                </a:extLst>
              </a:tr>
              <a:tr h="354040">
                <a:tc>
                  <a:txBody>
                    <a:bodyPr/>
                    <a:lstStyle/>
                    <a:p>
                      <a:r>
                        <a:rPr lang="en-IN" sz="2000" dirty="0">
                          <a:latin typeface="Times New Roman" panose="02020603050405020304" pitchFamily="18" charset="0"/>
                          <a:cs typeface="Times New Roman" panose="02020603050405020304" pitchFamily="18" charset="0"/>
                        </a:rPr>
                        <a:t>str.atobin()</a:t>
                      </a:r>
                    </a:p>
                  </a:txBody>
                  <a:tcPr/>
                </a:tc>
                <a:tc>
                  <a:txBody>
                    <a:bodyPr/>
                    <a:lstStyle/>
                    <a:p>
                      <a:r>
                        <a:rPr lang="en-US" sz="2000" dirty="0">
                          <a:latin typeface="Times New Roman" panose="02020603050405020304" pitchFamily="18" charset="0"/>
                          <a:cs typeface="Times New Roman" panose="02020603050405020304" pitchFamily="18" charset="0"/>
                        </a:rPr>
                        <a:t>Interprets the string as binary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6073009"/>
                  </a:ext>
                </a:extLst>
              </a:tr>
              <a:tr h="611083">
                <a:tc>
                  <a:txBody>
                    <a:bodyPr/>
                    <a:lstStyle/>
                    <a:p>
                      <a:r>
                        <a:rPr lang="en-IN" sz="2000" dirty="0">
                          <a:latin typeface="Times New Roman" panose="02020603050405020304" pitchFamily="18" charset="0"/>
                          <a:cs typeface="Times New Roman" panose="02020603050405020304" pitchFamily="18" charset="0"/>
                        </a:rPr>
                        <a:t>str.atoreal()</a:t>
                      </a:r>
                    </a:p>
                  </a:txBody>
                  <a:tcPr/>
                </a:tc>
                <a:tc>
                  <a:txBody>
                    <a:bodyPr/>
                    <a:lstStyle/>
                    <a:p>
                      <a:r>
                        <a:rPr lang="en-US" sz="2000" dirty="0">
                          <a:latin typeface="Times New Roman" panose="02020603050405020304" pitchFamily="18" charset="0"/>
                          <a:cs typeface="Times New Roman" panose="02020603050405020304" pitchFamily="18" charset="0"/>
                        </a:rPr>
                        <a:t>Returns the real number corresponding to the ASCII decimal representation in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1280273"/>
                  </a:ext>
                </a:extLst>
              </a:tr>
              <a:tr h="611083">
                <a:tc>
                  <a:txBody>
                    <a:bodyPr/>
                    <a:lstStyle/>
                    <a:p>
                      <a:r>
                        <a:rPr lang="en-IN" sz="2000" dirty="0">
                          <a:latin typeface="Times New Roman" panose="02020603050405020304" pitchFamily="18" charset="0"/>
                          <a:cs typeface="Times New Roman" panose="02020603050405020304" pitchFamily="18" charset="0"/>
                        </a:rPr>
                        <a:t>str.itoa(</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Stores the ASCII decimal representation of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into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4391893"/>
                  </a:ext>
                </a:extLst>
              </a:tr>
              <a:tr h="611083">
                <a:tc>
                  <a:txBody>
                    <a:bodyPr/>
                    <a:lstStyle/>
                    <a:p>
                      <a:r>
                        <a:rPr lang="en-IN" sz="2000" dirty="0">
                          <a:latin typeface="Times New Roman" panose="02020603050405020304" pitchFamily="18" charset="0"/>
                          <a:cs typeface="Times New Roman" panose="02020603050405020304" pitchFamily="18" charset="0"/>
                        </a:rPr>
                        <a:t>str.hextoa(</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Stores the ASCII hexadecimal representation of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into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0827860"/>
                  </a:ext>
                </a:extLst>
              </a:tr>
              <a:tr h="354040">
                <a:tc>
                  <a:txBody>
                    <a:bodyPr/>
                    <a:lstStyle/>
                    <a:p>
                      <a:r>
                        <a:rPr lang="en-IN" sz="2000" dirty="0">
                          <a:latin typeface="Times New Roman" panose="02020603050405020304" pitchFamily="18" charset="0"/>
                          <a:cs typeface="Times New Roman" panose="02020603050405020304" pitchFamily="18" charset="0"/>
                        </a:rPr>
                        <a:t>str.octtoa(</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Stores the ASCII octal representation of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into str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5769256"/>
                  </a:ext>
                </a:extLst>
              </a:tr>
              <a:tr h="354040">
                <a:tc>
                  <a:txBody>
                    <a:bodyPr/>
                    <a:lstStyle/>
                    <a:p>
                      <a:r>
                        <a:rPr lang="en-IN" sz="2000" b="0" dirty="0">
                          <a:latin typeface="Times New Roman" panose="02020603050405020304" pitchFamily="18" charset="0"/>
                          <a:cs typeface="Times New Roman" panose="02020603050405020304" pitchFamily="18" charset="0"/>
                        </a:rPr>
                        <a:t>str.bintoa(</a:t>
                      </a:r>
                      <a:r>
                        <a:rPr lang="en-IN" sz="2000" b="0" dirty="0" err="1">
                          <a:latin typeface="Times New Roman" panose="02020603050405020304" pitchFamily="18" charset="0"/>
                          <a:cs typeface="Times New Roman" panose="02020603050405020304" pitchFamily="18" charset="0"/>
                        </a:rPr>
                        <a:t>i</a:t>
                      </a:r>
                      <a:r>
                        <a:rPr lang="en-IN" sz="2000" b="0" dirty="0">
                          <a:latin typeface="Times New Roman" panose="02020603050405020304" pitchFamily="18" charset="0"/>
                          <a:cs typeface="Times New Roman" panose="02020603050405020304" pitchFamily="18" charset="0"/>
                        </a:rPr>
                        <a:t>)</a:t>
                      </a:r>
                    </a:p>
                  </a:txBody>
                  <a:tcPr/>
                </a:tc>
                <a:tc>
                  <a:txBody>
                    <a:bodyPr/>
                    <a:lstStyle/>
                    <a:p>
                      <a:r>
                        <a:rPr lang="en-US" sz="2000" b="0" dirty="0">
                          <a:latin typeface="Times New Roman" panose="02020603050405020304" pitchFamily="18" charset="0"/>
                          <a:cs typeface="Times New Roman" panose="02020603050405020304" pitchFamily="18" charset="0"/>
                        </a:rPr>
                        <a:t>Stores the ASCII binary representation of </a:t>
                      </a:r>
                      <a:r>
                        <a:rPr lang="en-US" sz="2000" b="0" dirty="0" err="1">
                          <a:latin typeface="Times New Roman" panose="02020603050405020304" pitchFamily="18" charset="0"/>
                          <a:cs typeface="Times New Roman" panose="02020603050405020304" pitchFamily="18" charset="0"/>
                        </a:rPr>
                        <a:t>i</a:t>
                      </a:r>
                      <a:r>
                        <a:rPr lang="en-US" sz="2000" b="0" dirty="0">
                          <a:latin typeface="Times New Roman" panose="02020603050405020304" pitchFamily="18" charset="0"/>
                          <a:cs typeface="Times New Roman" panose="02020603050405020304" pitchFamily="18" charset="0"/>
                        </a:rPr>
                        <a:t> into str</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3909425"/>
                  </a:ext>
                </a:extLst>
              </a:tr>
            </a:tbl>
          </a:graphicData>
        </a:graphic>
      </p:graphicFrame>
    </p:spTree>
    <p:extLst>
      <p:ext uri="{BB962C8B-B14F-4D97-AF65-F5344CB8AC3E}">
        <p14:creationId xmlns:p14="http://schemas.microsoft.com/office/powerpoint/2010/main" val="3271450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9082-49DD-F0CC-01E2-63B2EDA7632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DC25841-7C59-2DF2-07AA-AADBB8BCE8DF}"/>
              </a:ext>
            </a:extLst>
          </p:cNvPr>
          <p:cNvSpPr>
            <a:spLocks noGrp="1"/>
          </p:cNvSpPr>
          <p:nvPr>
            <p:ph idx="1"/>
          </p:nvPr>
        </p:nvSpPr>
        <p:spPr>
          <a:xfrm>
            <a:off x="416232" y="1001045"/>
            <a:ext cx="4650658" cy="5165723"/>
          </a:xfrm>
        </p:spPr>
        <p:txBody>
          <a:bodyPr/>
          <a:lstStyle/>
          <a:p>
            <a:pPr marL="0" indent="0">
              <a:buNone/>
            </a:pPr>
            <a:r>
              <a:rPr lang="en-IN" sz="1800" dirty="0">
                <a:latin typeface="Times New Roman" panose="02020603050405020304" pitchFamily="18" charset="0"/>
                <a:cs typeface="Times New Roman" panose="02020603050405020304" pitchFamily="18" charset="0"/>
              </a:rPr>
              <a:t>module </a:t>
            </a:r>
            <a:r>
              <a:rPr lang="en-IN" sz="1800" dirty="0" err="1">
                <a:latin typeface="Times New Roman" panose="02020603050405020304" pitchFamily="18" charset="0"/>
                <a:cs typeface="Times New Roman" panose="02020603050405020304" pitchFamily="18" charset="0"/>
              </a:rPr>
              <a:t>string_functions_example</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string str1 = "hello, </a:t>
            </a:r>
            <a:r>
              <a:rPr lang="en-IN" sz="1800" dirty="0" err="1">
                <a:latin typeface="Times New Roman" panose="02020603050405020304" pitchFamily="18" charset="0"/>
                <a:cs typeface="Times New Roman" panose="02020603050405020304" pitchFamily="18" charset="0"/>
              </a:rPr>
              <a:t>systemverilog</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string str2 = "HELLO, SYSTEMVERILOG!";</a:t>
            </a:r>
          </a:p>
          <a:p>
            <a:pPr marL="0" indent="0">
              <a:buNone/>
            </a:pPr>
            <a:r>
              <a:rPr lang="en-IN" sz="1800" dirty="0">
                <a:latin typeface="Times New Roman" panose="02020603050405020304" pitchFamily="18" charset="0"/>
                <a:cs typeface="Times New Roman" panose="02020603050405020304" pitchFamily="18" charset="0"/>
              </a:rPr>
              <a:t> string str3 = "SystemVerilog is fun";</a:t>
            </a:r>
          </a:p>
          <a:p>
            <a:pPr marL="0" indent="0">
              <a:buNone/>
            </a:pPr>
            <a:r>
              <a:rPr lang="en-IN" sz="1800" dirty="0">
                <a:latin typeface="Times New Roman" panose="02020603050405020304" pitchFamily="18" charset="0"/>
                <a:cs typeface="Times New Roman" panose="02020603050405020304" pitchFamily="18" charset="0"/>
              </a:rPr>
              <a:t>string str4 = "Fun";</a:t>
            </a:r>
          </a:p>
          <a:p>
            <a:pPr marL="0" indent="0">
              <a:buNone/>
            </a:pPr>
            <a:r>
              <a:rPr lang="en-IN" sz="1800" dirty="0">
                <a:latin typeface="Times New Roman" panose="02020603050405020304" pitchFamily="18" charset="0"/>
                <a:cs typeface="Times New Roman" panose="02020603050405020304" pitchFamily="18" charset="0"/>
              </a:rPr>
              <a:t>string str5 = "SystemVerilog";</a:t>
            </a:r>
          </a:p>
          <a:p>
            <a:pPr marL="0" indent="0">
              <a:buNone/>
            </a:pPr>
            <a:r>
              <a:rPr lang="en-IN" sz="1800" dirty="0">
                <a:latin typeface="Times New Roman" panose="02020603050405020304" pitchFamily="18" charset="0"/>
                <a:cs typeface="Times New Roman" panose="02020603050405020304" pitchFamily="18" charset="0"/>
              </a:rPr>
              <a:t>string sub;</a:t>
            </a:r>
          </a:p>
          <a:p>
            <a:pPr marL="0" indent="0">
              <a:buNone/>
            </a:pPr>
            <a:r>
              <a:rPr lang="en-IN" sz="1800" dirty="0">
                <a:latin typeface="Times New Roman" panose="02020603050405020304" pitchFamily="18" charset="0"/>
                <a:cs typeface="Times New Roman" panose="02020603050405020304" pitchFamily="18" charset="0"/>
              </a:rPr>
              <a:t>string extracted;</a:t>
            </a:r>
          </a:p>
          <a:p>
            <a:pPr marL="0" indent="0">
              <a:buNone/>
            </a:pPr>
            <a:r>
              <a:rPr lang="en-IN" sz="1800" dirty="0">
                <a:latin typeface="Times New Roman" panose="02020603050405020304" pitchFamily="18" charset="0"/>
                <a:cs typeface="Times New Roman" panose="02020603050405020304" pitchFamily="18" charset="0"/>
              </a:rPr>
              <a:t>string </a:t>
            </a:r>
            <a:r>
              <a:rPr lang="en-IN" sz="1800" dirty="0" err="1">
                <a:latin typeface="Times New Roman" panose="02020603050405020304" pitchFamily="18" charset="0"/>
                <a:cs typeface="Times New Roman" panose="02020603050405020304" pitchFamily="18" charset="0"/>
              </a:rPr>
              <a:t>int_str</a:t>
            </a:r>
            <a:r>
              <a:rPr lang="en-IN" sz="1800" dirty="0">
                <a:latin typeface="Times New Roman" panose="02020603050405020304" pitchFamily="18" charset="0"/>
                <a:cs typeface="Times New Roman" panose="02020603050405020304" pitchFamily="18" charset="0"/>
              </a:rPr>
              <a:t> = "123";</a:t>
            </a:r>
          </a:p>
          <a:p>
            <a:pPr marL="0" indent="0">
              <a:buNone/>
            </a:pPr>
            <a:r>
              <a:rPr lang="en-IN" sz="1800" dirty="0">
                <a:latin typeface="Times New Roman" panose="02020603050405020304" pitchFamily="18" charset="0"/>
                <a:cs typeface="Times New Roman" panose="02020603050405020304" pitchFamily="18" charset="0"/>
              </a:rPr>
              <a:t>string </a:t>
            </a:r>
            <a:r>
              <a:rPr lang="en-IN" sz="1800" dirty="0" err="1">
                <a:latin typeface="Times New Roman" panose="02020603050405020304" pitchFamily="18" charset="0"/>
                <a:cs typeface="Times New Roman" panose="02020603050405020304" pitchFamily="18" charset="0"/>
              </a:rPr>
              <a:t>real_str</a:t>
            </a:r>
            <a:r>
              <a:rPr lang="en-IN" sz="1800" dirty="0">
                <a:latin typeface="Times New Roman" panose="02020603050405020304" pitchFamily="18" charset="0"/>
                <a:cs typeface="Times New Roman" panose="02020603050405020304" pitchFamily="18" charset="0"/>
              </a:rPr>
              <a:t> = "45.67";</a:t>
            </a:r>
          </a:p>
          <a:p>
            <a:pPr marL="0" indent="0">
              <a:buNone/>
            </a:pPr>
            <a:r>
              <a:rPr lang="en-IN" sz="1800" dirty="0">
                <a:latin typeface="Times New Roman" panose="02020603050405020304" pitchFamily="18" charset="0"/>
                <a:cs typeface="Times New Roman" panose="02020603050405020304" pitchFamily="18" charset="0"/>
              </a:rPr>
              <a:t>string cons1;</a:t>
            </a:r>
          </a:p>
          <a:p>
            <a:endParaRPr lang="en-IN" sz="1800"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9B5EC459-89B6-00C8-E8CD-728CC132ABD2}"/>
              </a:ext>
            </a:extLst>
          </p:cNvPr>
          <p:cNvSpPr>
            <a:spLocks noGrp="1"/>
          </p:cNvSpPr>
          <p:nvPr>
            <p:ph type="dt" sz="half" idx="10"/>
          </p:nvPr>
        </p:nvSpPr>
        <p:spPr/>
        <p:txBody>
          <a:bodyPr/>
          <a:lstStyle/>
          <a:p>
            <a:fld id="{A363441D-CE2C-46A9-AB13-23D84AA51580}" type="datetime1">
              <a:rPr lang="en-IN" smtClean="0"/>
              <a:pPr/>
              <a:t>31-10-2025</a:t>
            </a:fld>
            <a:endParaRPr lang="en-IN"/>
          </a:p>
        </p:txBody>
      </p:sp>
      <p:sp>
        <p:nvSpPr>
          <p:cNvPr id="7" name="Footer Placeholder 6">
            <a:extLst>
              <a:ext uri="{FF2B5EF4-FFF2-40B4-BE49-F238E27FC236}">
                <a16:creationId xmlns:a16="http://schemas.microsoft.com/office/drawing/2014/main" id="{D2AC8AED-32F0-7DDD-FC37-0B4A3C93B1CB}"/>
              </a:ext>
            </a:extLst>
          </p:cNvPr>
          <p:cNvSpPr>
            <a:spLocks noGrp="1"/>
          </p:cNvSpPr>
          <p:nvPr>
            <p:ph type="ftr" sz="quarter" idx="11"/>
          </p:nvPr>
        </p:nvSpPr>
        <p:spPr/>
        <p:txBody>
          <a:bodyPr/>
          <a:lstStyle/>
          <a:p>
            <a:r>
              <a:rPr lang="en-IN"/>
              <a:t>VLSI Design Verification using System Verilog</a:t>
            </a:r>
          </a:p>
        </p:txBody>
      </p:sp>
      <p:sp>
        <p:nvSpPr>
          <p:cNvPr id="8" name="Slide Number Placeholder 7">
            <a:extLst>
              <a:ext uri="{FF2B5EF4-FFF2-40B4-BE49-F238E27FC236}">
                <a16:creationId xmlns:a16="http://schemas.microsoft.com/office/drawing/2014/main" id="{E9BD4F86-D8A0-257D-A5A1-192147462C26}"/>
              </a:ext>
            </a:extLst>
          </p:cNvPr>
          <p:cNvSpPr>
            <a:spLocks noGrp="1"/>
          </p:cNvSpPr>
          <p:nvPr>
            <p:ph type="sldNum" sz="quarter" idx="12"/>
          </p:nvPr>
        </p:nvSpPr>
        <p:spPr/>
        <p:txBody>
          <a:bodyPr/>
          <a:lstStyle/>
          <a:p>
            <a:fld id="{56BB8B7D-B437-4E80-9B4F-EB7501C8BBDD}" type="slidenum">
              <a:rPr lang="en-IN" smtClean="0"/>
              <a:pPr/>
              <a:t>21</a:t>
            </a:fld>
            <a:endParaRPr lang="en-IN"/>
          </a:p>
        </p:txBody>
      </p:sp>
      <p:sp>
        <p:nvSpPr>
          <p:cNvPr id="4" name="TextBox 3">
            <a:extLst>
              <a:ext uri="{FF2B5EF4-FFF2-40B4-BE49-F238E27FC236}">
                <a16:creationId xmlns:a16="http://schemas.microsoft.com/office/drawing/2014/main" id="{5CE0E85D-85AC-4DE6-011C-788B5B883985}"/>
              </a:ext>
            </a:extLst>
          </p:cNvPr>
          <p:cNvSpPr txBox="1"/>
          <p:nvPr/>
        </p:nvSpPr>
        <p:spPr>
          <a:xfrm>
            <a:off x="5098026" y="1001045"/>
            <a:ext cx="7093974" cy="5355312"/>
          </a:xfrm>
          <a:prstGeom prst="rect">
            <a:avLst/>
          </a:prstGeom>
          <a:noFill/>
        </p:spPr>
        <p:txBody>
          <a:bodyPr wrap="square" rtlCol="0">
            <a:spAutoFit/>
          </a:bodyPr>
          <a:lstStyle/>
          <a:p>
            <a:pPr marL="0" indent="0">
              <a:buNone/>
            </a:pPr>
            <a:r>
              <a:rPr lang="en-IN" sz="1800" dirty="0">
                <a:latin typeface="Times New Roman" panose="02020603050405020304" pitchFamily="18" charset="0"/>
                <a:cs typeface="Times New Roman" panose="02020603050405020304" pitchFamily="18" charset="0"/>
              </a:rPr>
              <a:t> // Integer and real values for conversion tests</a:t>
            </a:r>
          </a:p>
          <a:p>
            <a:pPr marL="0" indent="0">
              <a:buNone/>
            </a:pPr>
            <a:r>
              <a:rPr lang="en-IN" sz="1800" dirty="0">
                <a:latin typeface="Times New Roman" panose="02020603050405020304" pitchFamily="18" charset="0"/>
                <a:cs typeface="Times New Roman" panose="02020603050405020304" pitchFamily="18" charset="0"/>
              </a:rPr>
              <a:t>    string num;</a:t>
            </a:r>
          </a:p>
          <a:p>
            <a:pPr marL="0" indent="0">
              <a:buNone/>
            </a:pPr>
            <a:r>
              <a:rPr lang="en-IN" sz="1800" dirty="0">
                <a:latin typeface="Times New Roman" panose="02020603050405020304" pitchFamily="18" charset="0"/>
                <a:cs typeface="Times New Roman" panose="02020603050405020304" pitchFamily="18" charset="0"/>
              </a:rPr>
              <a:t>    int con1;</a:t>
            </a:r>
          </a:p>
          <a:p>
            <a:pPr marL="0" indent="0">
              <a:buNone/>
            </a:pPr>
            <a:r>
              <a:rPr lang="en-IN" sz="1800" dirty="0">
                <a:latin typeface="Times New Roman" panose="02020603050405020304" pitchFamily="18" charset="0"/>
                <a:cs typeface="Times New Roman" panose="02020603050405020304" pitchFamily="18" charset="0"/>
              </a:rPr>
              <a:t>    real con2;</a:t>
            </a:r>
          </a:p>
          <a:p>
            <a:pPr marL="0" indent="0">
              <a:buNone/>
            </a:pPr>
            <a:r>
              <a:rPr lang="en-IN" sz="1800" dirty="0">
                <a:latin typeface="Times New Roman" panose="02020603050405020304" pitchFamily="18" charset="0"/>
                <a:cs typeface="Times New Roman" panose="02020603050405020304" pitchFamily="18" charset="0"/>
              </a:rPr>
              <a:t>    int number =65;</a:t>
            </a:r>
          </a:p>
          <a:p>
            <a:pPr marL="0" indent="0">
              <a:buNone/>
            </a:pPr>
            <a:r>
              <a:rPr lang="en-IN" sz="1800" dirty="0">
                <a:latin typeface="Times New Roman" panose="02020603050405020304" pitchFamily="18" charset="0"/>
                <a:cs typeface="Times New Roman" panose="02020603050405020304" pitchFamily="18" charset="0"/>
              </a:rPr>
              <a:t>    int </a:t>
            </a:r>
            <a:r>
              <a:rPr lang="en-IN" sz="1800" dirty="0" err="1">
                <a:latin typeface="Times New Roman" panose="02020603050405020304" pitchFamily="18" charset="0"/>
                <a:cs typeface="Times New Roman" panose="02020603050405020304" pitchFamily="18" charset="0"/>
              </a:rPr>
              <a:t>real_val</a:t>
            </a:r>
            <a:r>
              <a:rPr lang="en-IN" sz="1800" dirty="0">
                <a:latin typeface="Times New Roman" panose="02020603050405020304" pitchFamily="18" charset="0"/>
                <a:cs typeface="Times New Roman" panose="02020603050405020304" pitchFamily="18" charset="0"/>
              </a:rPr>
              <a:t> = 65;</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initial begin</a:t>
            </a:r>
          </a:p>
          <a:p>
            <a:pPr marL="0" indent="0">
              <a:buNone/>
            </a:pPr>
            <a:r>
              <a:rPr lang="en-IN" sz="1800" dirty="0">
                <a:latin typeface="Times New Roman" panose="02020603050405020304" pitchFamily="18" charset="0"/>
                <a:cs typeface="Times New Roman" panose="02020603050405020304" pitchFamily="18" charset="0"/>
              </a:rPr>
              <a:t>        // 1. compare() - Case sensitive string comparison</a:t>
            </a:r>
          </a:p>
          <a:p>
            <a:pPr marL="0" indent="0">
              <a:buNone/>
            </a:pPr>
            <a:r>
              <a:rPr lang="en-IN" sz="1800" dirty="0">
                <a:latin typeface="Times New Roman" panose="02020603050405020304" pitchFamily="18" charset="0"/>
                <a:cs typeface="Times New Roman" panose="02020603050405020304" pitchFamily="18" charset="0"/>
              </a:rPr>
              <a:t>        $display("compare(): %0d", str1.compare(str2));  // Non-zero value since strings are different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 2. </a:t>
            </a:r>
            <a:r>
              <a:rPr lang="en-IN" sz="1800" dirty="0" err="1">
                <a:latin typeface="Times New Roman" panose="02020603050405020304" pitchFamily="18" charset="0"/>
                <a:cs typeface="Times New Roman" panose="02020603050405020304" pitchFamily="18" charset="0"/>
              </a:rPr>
              <a:t>lcompare</a:t>
            </a:r>
            <a:r>
              <a:rPr lang="en-IN" sz="1800" dirty="0">
                <a:latin typeface="Times New Roman" panose="02020603050405020304" pitchFamily="18" charset="0"/>
                <a:cs typeface="Times New Roman" panose="02020603050405020304" pitchFamily="18" charset="0"/>
              </a:rPr>
              <a:t>() - Case insensitive string comparison</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lcomare</a:t>
            </a:r>
            <a:r>
              <a:rPr lang="en-IN" sz="1800" dirty="0">
                <a:latin typeface="Times New Roman" panose="02020603050405020304" pitchFamily="18" charset="0"/>
                <a:cs typeface="Times New Roman" panose="02020603050405020304" pitchFamily="18" charset="0"/>
              </a:rPr>
              <a:t>(): %0d", str1.icompare(str2));  // Should return 0 as it's case-insensitive</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 3. </a:t>
            </a:r>
            <a:r>
              <a:rPr lang="en-IN" sz="1800" dirty="0" err="1">
                <a:latin typeface="Times New Roman" panose="02020603050405020304" pitchFamily="18" charset="0"/>
                <a:cs typeface="Times New Roman" panose="02020603050405020304" pitchFamily="18" charset="0"/>
              </a:rPr>
              <a:t>len</a:t>
            </a:r>
            <a:r>
              <a:rPr lang="en-IN" sz="1800" dirty="0">
                <a:latin typeface="Times New Roman" panose="02020603050405020304" pitchFamily="18" charset="0"/>
                <a:cs typeface="Times New Roman" panose="02020603050405020304" pitchFamily="18" charset="0"/>
              </a:rPr>
              <a:t>() - Length of the string</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len</a:t>
            </a:r>
            <a:r>
              <a:rPr lang="en-IN" sz="1800" dirty="0">
                <a:latin typeface="Times New Roman" panose="02020603050405020304" pitchFamily="18" charset="0"/>
                <a:cs typeface="Times New Roman" panose="02020603050405020304" pitchFamily="18" charset="0"/>
              </a:rPr>
              <a:t>(): %0d", str1.len());  // Returns 22</a:t>
            </a:r>
          </a:p>
          <a:p>
            <a:pPr marL="0" indent="0">
              <a:buNone/>
            </a:pPr>
            <a:endParaRPr lang="en-IN" dirty="0"/>
          </a:p>
        </p:txBody>
      </p:sp>
      <p:sp>
        <p:nvSpPr>
          <p:cNvPr id="5" name="TextBox 4">
            <a:extLst>
              <a:ext uri="{FF2B5EF4-FFF2-40B4-BE49-F238E27FC236}">
                <a16:creationId xmlns:a16="http://schemas.microsoft.com/office/drawing/2014/main" id="{9E879E64-1F19-5344-CF3E-D0D5B9F4FA1A}"/>
              </a:ext>
            </a:extLst>
          </p:cNvPr>
          <p:cNvSpPr txBox="1"/>
          <p:nvPr/>
        </p:nvSpPr>
        <p:spPr>
          <a:xfrm>
            <a:off x="8799873" y="1600201"/>
            <a:ext cx="3102075" cy="4983161"/>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424027193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4E42-2126-AFBD-30F3-6D5E63EAA703}"/>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F5043AA-C979-6F6A-2F71-B680199BF15E}"/>
              </a:ext>
            </a:extLst>
          </p:cNvPr>
          <p:cNvSpPr>
            <a:spLocks noGrp="1"/>
          </p:cNvSpPr>
          <p:nvPr>
            <p:ph idx="1"/>
          </p:nvPr>
        </p:nvSpPr>
        <p:spPr>
          <a:xfrm>
            <a:off x="122904" y="1032389"/>
            <a:ext cx="5746954" cy="5071654"/>
          </a:xfrm>
        </p:spPr>
        <p:txBody>
          <a:bodyPr>
            <a:normAutofit fontScale="92500" lnSpcReduction="10000"/>
          </a:bodyPr>
          <a:lstStyle/>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 4. substring() - Extract a substring from the string</a:t>
            </a:r>
          </a:p>
          <a:p>
            <a:pPr marL="0" indent="0">
              <a:buNone/>
            </a:pPr>
            <a:r>
              <a:rPr lang="en-IN" sz="1800" dirty="0">
                <a:latin typeface="Times New Roman" panose="02020603050405020304" pitchFamily="18" charset="0"/>
                <a:cs typeface="Times New Roman" panose="02020603050405020304" pitchFamily="18" charset="0"/>
              </a:rPr>
              <a:t>         sub = str1.substr(0, 4); // Extracts "Hello"</a:t>
            </a:r>
          </a:p>
          <a:p>
            <a:pPr marL="0" indent="0">
              <a:buNone/>
            </a:pPr>
            <a:r>
              <a:rPr lang="en-IN" sz="1800" dirty="0">
                <a:latin typeface="Times New Roman" panose="02020603050405020304" pitchFamily="18" charset="0"/>
                <a:cs typeface="Times New Roman" panose="02020603050405020304" pitchFamily="18" charset="0"/>
              </a:rPr>
              <a:t>        $display("substring(): %s", sub);</a:t>
            </a:r>
          </a:p>
          <a:p>
            <a:pPr marL="0" indent="0">
              <a:buNone/>
            </a:pPr>
            <a:r>
              <a:rPr lang="en-IN" sz="1800" dirty="0">
                <a:latin typeface="Times New Roman" panose="02020603050405020304" pitchFamily="18" charset="0"/>
                <a:cs typeface="Times New Roman" panose="02020603050405020304" pitchFamily="18" charset="0"/>
              </a:rPr>
              <a:t>        // 5. </a:t>
            </a:r>
            <a:r>
              <a:rPr lang="en-IN" sz="1800" dirty="0" err="1">
                <a:latin typeface="Times New Roman" panose="02020603050405020304" pitchFamily="18" charset="0"/>
                <a:cs typeface="Times New Roman" panose="02020603050405020304" pitchFamily="18" charset="0"/>
              </a:rPr>
              <a:t>tolower</a:t>
            </a:r>
            <a:r>
              <a:rPr lang="en-IN" sz="1800" dirty="0">
                <a:latin typeface="Times New Roman" panose="02020603050405020304" pitchFamily="18" charset="0"/>
                <a:cs typeface="Times New Roman" panose="02020603050405020304" pitchFamily="18" charset="0"/>
              </a:rPr>
              <a:t>() - Converts string to lowercase</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tolower</a:t>
            </a:r>
            <a:r>
              <a:rPr lang="en-IN" sz="1800" dirty="0">
                <a:latin typeface="Times New Roman" panose="02020603050405020304" pitchFamily="18" charset="0"/>
                <a:cs typeface="Times New Roman" panose="02020603050405020304" pitchFamily="18" charset="0"/>
              </a:rPr>
              <a:t>(): %s", str2.tolower());  // "hello, </a:t>
            </a:r>
            <a:r>
              <a:rPr lang="en-IN" sz="1800" dirty="0" err="1">
                <a:latin typeface="Times New Roman" panose="02020603050405020304" pitchFamily="18" charset="0"/>
                <a:cs typeface="Times New Roman" panose="02020603050405020304" pitchFamily="18" charset="0"/>
              </a:rPr>
              <a:t>systemverilog</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 6. </a:t>
            </a:r>
            <a:r>
              <a:rPr lang="en-IN" sz="1800" dirty="0" err="1">
                <a:latin typeface="Times New Roman" panose="02020603050405020304" pitchFamily="18" charset="0"/>
                <a:cs typeface="Times New Roman" panose="02020603050405020304" pitchFamily="18" charset="0"/>
              </a:rPr>
              <a:t>toupper</a:t>
            </a:r>
            <a:r>
              <a:rPr lang="en-IN" sz="1800" dirty="0">
                <a:latin typeface="Times New Roman" panose="02020603050405020304" pitchFamily="18" charset="0"/>
                <a:cs typeface="Times New Roman" panose="02020603050405020304" pitchFamily="18" charset="0"/>
              </a:rPr>
              <a:t>() - Converts string to uppercase</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toupper</a:t>
            </a:r>
            <a:r>
              <a:rPr lang="en-IN" sz="1800" dirty="0">
                <a:latin typeface="Times New Roman" panose="02020603050405020304" pitchFamily="18" charset="0"/>
                <a:cs typeface="Times New Roman" panose="02020603050405020304" pitchFamily="18" charset="0"/>
              </a:rPr>
              <a:t>(): %s", str1.toupper());  // "HELLO, SYSTEMVERILOG!"</a:t>
            </a:r>
          </a:p>
          <a:p>
            <a:pPr marL="0" indent="0">
              <a:buNone/>
            </a:pPr>
            <a:r>
              <a:rPr lang="en-IN" sz="1800" dirty="0">
                <a:latin typeface="Times New Roman" panose="02020603050405020304" pitchFamily="18" charset="0"/>
                <a:cs typeface="Times New Roman" panose="02020603050405020304" pitchFamily="18" charset="0"/>
              </a:rPr>
              <a:t>       // 7.  </a:t>
            </a:r>
            <a:r>
              <a:rPr lang="en-IN" sz="1800" dirty="0" err="1">
                <a:latin typeface="Times New Roman" panose="02020603050405020304" pitchFamily="18" charset="0"/>
                <a:cs typeface="Times New Roman" panose="02020603050405020304" pitchFamily="18" charset="0"/>
              </a:rPr>
              <a:t>getc</a:t>
            </a:r>
            <a:r>
              <a:rPr lang="en-IN" sz="1800" dirty="0">
                <a:latin typeface="Times New Roman" panose="02020603050405020304" pitchFamily="18" charset="0"/>
                <a:cs typeface="Times New Roman" panose="02020603050405020304" pitchFamily="18" charset="0"/>
              </a:rPr>
              <a:t>() - returns the </a:t>
            </a:r>
            <a:r>
              <a:rPr lang="en-IN" sz="1800" dirty="0" err="1">
                <a:latin typeface="Times New Roman" panose="02020603050405020304" pitchFamily="18" charset="0"/>
                <a:cs typeface="Times New Roman" panose="02020603050405020304" pitchFamily="18" charset="0"/>
              </a:rPr>
              <a:t>assci</a:t>
            </a:r>
            <a:r>
              <a:rPr lang="en-IN" sz="1800" dirty="0">
                <a:latin typeface="Times New Roman" panose="02020603050405020304" pitchFamily="18" charset="0"/>
                <a:cs typeface="Times New Roman" panose="02020603050405020304" pitchFamily="18" charset="0"/>
              </a:rPr>
              <a:t> code of the </a:t>
            </a:r>
            <a:r>
              <a:rPr lang="en-IN" sz="1800" dirty="0" err="1">
                <a:latin typeface="Times New Roman" panose="02020603050405020304" pitchFamily="18" charset="0"/>
                <a:cs typeface="Times New Roman" panose="02020603050405020304" pitchFamily="18" charset="0"/>
              </a:rPr>
              <a:t>ith</a:t>
            </a:r>
            <a:r>
              <a:rPr lang="en-IN" sz="1800" dirty="0">
                <a:latin typeface="Times New Roman" panose="02020603050405020304" pitchFamily="18" charset="0"/>
                <a:cs typeface="Times New Roman" panose="02020603050405020304" pitchFamily="18" charset="0"/>
              </a:rPr>
              <a:t> character in the string</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getc</a:t>
            </a:r>
            <a:r>
              <a:rPr lang="en-IN" sz="1800" dirty="0">
                <a:latin typeface="Times New Roman" panose="02020603050405020304" pitchFamily="18" charset="0"/>
                <a:cs typeface="Times New Roman" panose="02020603050405020304" pitchFamily="18" charset="0"/>
              </a:rPr>
              <a:t>(): %0s",str1.getc(3));</a:t>
            </a:r>
          </a:p>
          <a:p>
            <a:pPr marL="0" indent="0">
              <a:buNone/>
            </a:pPr>
            <a:r>
              <a:rPr lang="en-IN" sz="1800" dirty="0">
                <a:latin typeface="Times New Roman" panose="02020603050405020304" pitchFamily="18" charset="0"/>
                <a:cs typeface="Times New Roman" panose="02020603050405020304" pitchFamily="18" charset="0"/>
              </a:rPr>
              <a:t>    // 8. </a:t>
            </a:r>
            <a:r>
              <a:rPr lang="en-IN" sz="1800" dirty="0" err="1">
                <a:latin typeface="Times New Roman" panose="02020603050405020304" pitchFamily="18" charset="0"/>
                <a:cs typeface="Times New Roman" panose="02020603050405020304" pitchFamily="18" charset="0"/>
              </a:rPr>
              <a:t>putc</a:t>
            </a:r>
            <a:r>
              <a:rPr lang="en-IN" sz="1800" dirty="0">
                <a:latin typeface="Times New Roman" panose="02020603050405020304" pitchFamily="18" charset="0"/>
                <a:cs typeface="Times New Roman" panose="02020603050405020304" pitchFamily="18" charset="0"/>
              </a:rPr>
              <a:t>() - replaces the </a:t>
            </a:r>
            <a:r>
              <a:rPr lang="en-IN" sz="1800" dirty="0" err="1">
                <a:latin typeface="Times New Roman" panose="02020603050405020304" pitchFamily="18" charset="0"/>
                <a:cs typeface="Times New Roman" panose="02020603050405020304" pitchFamily="18" charset="0"/>
              </a:rPr>
              <a:t>ith</a:t>
            </a:r>
            <a:r>
              <a:rPr lang="en-IN" sz="1800" dirty="0">
                <a:latin typeface="Times New Roman" panose="02020603050405020304" pitchFamily="18" charset="0"/>
                <a:cs typeface="Times New Roman" panose="02020603050405020304" pitchFamily="18" charset="0"/>
              </a:rPr>
              <a:t> character in the string with the given character </a:t>
            </a:r>
          </a:p>
          <a:p>
            <a:pPr marL="0" indent="0">
              <a:buNone/>
            </a:pPr>
            <a:r>
              <a:rPr lang="en-IN" sz="1800" dirty="0">
                <a:latin typeface="Times New Roman" panose="02020603050405020304" pitchFamily="18" charset="0"/>
                <a:cs typeface="Times New Roman" panose="02020603050405020304" pitchFamily="18" charset="0"/>
              </a:rPr>
              <a:t>         str1.putc(3,"k");</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putc</a:t>
            </a:r>
            <a:r>
              <a:rPr lang="en-IN" sz="1800" dirty="0">
                <a:latin typeface="Times New Roman" panose="02020603050405020304" pitchFamily="18" charset="0"/>
                <a:cs typeface="Times New Roman" panose="02020603050405020304" pitchFamily="18" charset="0"/>
              </a:rPr>
              <a:t>(): %0s",str1);</a:t>
            </a:r>
          </a:p>
        </p:txBody>
      </p:sp>
      <p:sp>
        <p:nvSpPr>
          <p:cNvPr id="5" name="Date Placeholder 4">
            <a:extLst>
              <a:ext uri="{FF2B5EF4-FFF2-40B4-BE49-F238E27FC236}">
                <a16:creationId xmlns:a16="http://schemas.microsoft.com/office/drawing/2014/main" id="{318DD9FF-B69F-530F-2C71-4FCD1E1645F6}"/>
              </a:ext>
            </a:extLst>
          </p:cNvPr>
          <p:cNvSpPr>
            <a:spLocks noGrp="1"/>
          </p:cNvSpPr>
          <p:nvPr>
            <p:ph type="dt" sz="half" idx="10"/>
          </p:nvPr>
        </p:nvSpPr>
        <p:spPr/>
        <p:txBody>
          <a:bodyPr/>
          <a:lstStyle/>
          <a:p>
            <a:fld id="{91AC15BC-711D-4E54-AF77-2643B75D704C}" type="datetime1">
              <a:rPr lang="en-IN" smtClean="0"/>
              <a:pPr/>
              <a:t>31-10-2025</a:t>
            </a:fld>
            <a:endParaRPr lang="en-IN"/>
          </a:p>
        </p:txBody>
      </p:sp>
      <p:sp>
        <p:nvSpPr>
          <p:cNvPr id="6" name="Footer Placeholder 5">
            <a:extLst>
              <a:ext uri="{FF2B5EF4-FFF2-40B4-BE49-F238E27FC236}">
                <a16:creationId xmlns:a16="http://schemas.microsoft.com/office/drawing/2014/main" id="{5CBE4D8D-22AD-FA45-D76A-8BBC034807C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222222E-9AC6-B189-8F7A-2A5D55FC9793}"/>
              </a:ext>
            </a:extLst>
          </p:cNvPr>
          <p:cNvSpPr>
            <a:spLocks noGrp="1"/>
          </p:cNvSpPr>
          <p:nvPr>
            <p:ph type="sldNum" sz="quarter" idx="12"/>
          </p:nvPr>
        </p:nvSpPr>
        <p:spPr/>
        <p:txBody>
          <a:bodyPr/>
          <a:lstStyle/>
          <a:p>
            <a:fld id="{56BB8B7D-B437-4E80-9B4F-EB7501C8BBDD}" type="slidenum">
              <a:rPr lang="en-IN" smtClean="0"/>
              <a:pPr/>
              <a:t>22</a:t>
            </a:fld>
            <a:endParaRPr lang="en-IN"/>
          </a:p>
        </p:txBody>
      </p:sp>
      <p:sp>
        <p:nvSpPr>
          <p:cNvPr id="4" name="TextBox 3">
            <a:extLst>
              <a:ext uri="{FF2B5EF4-FFF2-40B4-BE49-F238E27FC236}">
                <a16:creationId xmlns:a16="http://schemas.microsoft.com/office/drawing/2014/main" id="{5DAC8979-1035-AE81-6170-1792038D7EAE}"/>
              </a:ext>
            </a:extLst>
          </p:cNvPr>
          <p:cNvSpPr txBox="1"/>
          <p:nvPr/>
        </p:nvSpPr>
        <p:spPr>
          <a:xfrm>
            <a:off x="6096000" y="1402892"/>
            <a:ext cx="5973095" cy="4247317"/>
          </a:xfrm>
          <a:prstGeom prst="rect">
            <a:avLst/>
          </a:prstGeom>
          <a:noFill/>
        </p:spPr>
        <p:txBody>
          <a:bodyPr wrap="square" rtlCol="0">
            <a:spAutoFit/>
          </a:bodyPr>
          <a:lstStyle/>
          <a:p>
            <a:pPr marL="0" indent="0">
              <a:buNone/>
            </a:pPr>
            <a:r>
              <a:rPr lang="en-IN" sz="1800" dirty="0">
                <a:latin typeface="Times New Roman" panose="02020603050405020304" pitchFamily="18" charset="0"/>
                <a:cs typeface="Times New Roman" panose="02020603050405020304" pitchFamily="18" charset="0"/>
              </a:rPr>
              <a:t>// 9. </a:t>
            </a:r>
            <a:r>
              <a:rPr lang="en-IN" sz="1800" dirty="0" err="1">
                <a:latin typeface="Times New Roman" panose="02020603050405020304" pitchFamily="18" charset="0"/>
                <a:cs typeface="Times New Roman" panose="02020603050405020304" pitchFamily="18" charset="0"/>
              </a:rPr>
              <a:t>to_int</a:t>
            </a:r>
            <a:r>
              <a:rPr lang="en-IN" sz="1800" dirty="0">
                <a:latin typeface="Times New Roman" panose="02020603050405020304" pitchFamily="18" charset="0"/>
                <a:cs typeface="Times New Roman" panose="02020603050405020304" pitchFamily="18" charset="0"/>
              </a:rPr>
              <a:t>() - Convert a string to an integer</a:t>
            </a:r>
          </a:p>
          <a:p>
            <a:pPr marL="0" indent="0">
              <a:buNone/>
            </a:pPr>
            <a:r>
              <a:rPr lang="en-IN" sz="1800" dirty="0">
                <a:latin typeface="Times New Roman" panose="02020603050405020304" pitchFamily="18" charset="0"/>
                <a:cs typeface="Times New Roman" panose="02020603050405020304" pitchFamily="18" charset="0"/>
              </a:rPr>
              <a:t>        con1 = </a:t>
            </a:r>
            <a:r>
              <a:rPr lang="en-IN" sz="1800" dirty="0" err="1">
                <a:latin typeface="Times New Roman" panose="02020603050405020304" pitchFamily="18" charset="0"/>
                <a:cs typeface="Times New Roman" panose="02020603050405020304" pitchFamily="18" charset="0"/>
              </a:rPr>
              <a:t>int_str.atoi</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to_int</a:t>
            </a:r>
            <a:r>
              <a:rPr lang="en-IN" sz="1800" dirty="0">
                <a:latin typeface="Times New Roman" panose="02020603050405020304" pitchFamily="18" charset="0"/>
                <a:cs typeface="Times New Roman" panose="02020603050405020304" pitchFamily="18" charset="0"/>
              </a:rPr>
              <a:t>(): %0d", con1);  // Converts "123" to integer 123</a:t>
            </a:r>
          </a:p>
          <a:p>
            <a:pPr marL="0" indent="0">
              <a:buNone/>
            </a:pPr>
            <a:r>
              <a:rPr lang="en-IN" sz="1800" dirty="0">
                <a:latin typeface="Times New Roman" panose="02020603050405020304" pitchFamily="18" charset="0"/>
                <a:cs typeface="Times New Roman" panose="02020603050405020304" pitchFamily="18" charset="0"/>
              </a:rPr>
              <a:t>        // 10. </a:t>
            </a:r>
            <a:r>
              <a:rPr lang="en-IN" sz="1800" dirty="0" err="1">
                <a:latin typeface="Times New Roman" panose="02020603050405020304" pitchFamily="18" charset="0"/>
                <a:cs typeface="Times New Roman" panose="02020603050405020304" pitchFamily="18" charset="0"/>
              </a:rPr>
              <a:t>to_real</a:t>
            </a:r>
            <a:r>
              <a:rPr lang="en-IN" sz="1800" dirty="0">
                <a:latin typeface="Times New Roman" panose="02020603050405020304" pitchFamily="18" charset="0"/>
                <a:cs typeface="Times New Roman" panose="02020603050405020304" pitchFamily="18" charset="0"/>
              </a:rPr>
              <a:t>() - Convert a string to a real number</a:t>
            </a:r>
          </a:p>
          <a:p>
            <a:pPr marL="0" indent="0">
              <a:buNone/>
            </a:pPr>
            <a:r>
              <a:rPr lang="en-IN" sz="1800" dirty="0">
                <a:latin typeface="Times New Roman" panose="02020603050405020304" pitchFamily="18" charset="0"/>
                <a:cs typeface="Times New Roman" panose="02020603050405020304" pitchFamily="18" charset="0"/>
              </a:rPr>
              <a:t>          con2 = </a:t>
            </a:r>
            <a:r>
              <a:rPr lang="en-IN" sz="1800" dirty="0" err="1">
                <a:latin typeface="Times New Roman" panose="02020603050405020304" pitchFamily="18" charset="0"/>
                <a:cs typeface="Times New Roman" panose="02020603050405020304" pitchFamily="18" charset="0"/>
              </a:rPr>
              <a:t>real_str.atoreal</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to_real</a:t>
            </a:r>
            <a:r>
              <a:rPr lang="en-IN" sz="1800" dirty="0">
                <a:latin typeface="Times New Roman" panose="02020603050405020304" pitchFamily="18" charset="0"/>
                <a:cs typeface="Times New Roman" panose="02020603050405020304" pitchFamily="18" charset="0"/>
              </a:rPr>
              <a:t>(): %0f",con2 ); </a:t>
            </a:r>
          </a:p>
          <a:p>
            <a:pPr marL="0" indent="0">
              <a:buNone/>
            </a:pPr>
            <a:r>
              <a:rPr lang="en-IN" sz="1800" dirty="0">
                <a:latin typeface="Times New Roman" panose="02020603050405020304" pitchFamily="18" charset="0"/>
                <a:cs typeface="Times New Roman" panose="02020603050405020304" pitchFamily="18" charset="0"/>
              </a:rPr>
              <a:t>      //   11. </a:t>
            </a:r>
            <a:r>
              <a:rPr lang="en-IN" sz="1800" dirty="0" err="1">
                <a:latin typeface="Times New Roman" panose="02020603050405020304" pitchFamily="18" charset="0"/>
                <a:cs typeface="Times New Roman" panose="02020603050405020304" pitchFamily="18" charset="0"/>
              </a:rPr>
              <a:t>FROM_real</a:t>
            </a:r>
            <a:r>
              <a:rPr lang="en-IN" sz="1800" dirty="0">
                <a:latin typeface="Times New Roman" panose="02020603050405020304" pitchFamily="18" charset="0"/>
                <a:cs typeface="Times New Roman" panose="02020603050405020304" pitchFamily="18" charset="0"/>
              </a:rPr>
              <a:t>() - Convert a string to a real number</a:t>
            </a:r>
          </a:p>
          <a:p>
            <a:pPr marL="0" indent="0">
              <a:buNone/>
            </a:pPr>
            <a:r>
              <a:rPr lang="en-IN" sz="1800" dirty="0">
                <a:latin typeface="Times New Roman" panose="02020603050405020304" pitchFamily="18" charset="0"/>
                <a:cs typeface="Times New Roman" panose="02020603050405020304" pitchFamily="18" charset="0"/>
              </a:rPr>
              <a:t>          cons1.itoa(</a:t>
            </a:r>
            <a:r>
              <a:rPr lang="en-IN" sz="1800" dirty="0" err="1">
                <a:latin typeface="Times New Roman" panose="02020603050405020304" pitchFamily="18" charset="0"/>
                <a:cs typeface="Times New Roman" panose="02020603050405020304" pitchFamily="18" charset="0"/>
              </a:rPr>
              <a:t>real_val</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to_string</a:t>
            </a:r>
            <a:r>
              <a:rPr lang="en-IN" sz="1800" dirty="0">
                <a:latin typeface="Times New Roman" panose="02020603050405020304" pitchFamily="18" charset="0"/>
                <a:cs typeface="Times New Roman" panose="02020603050405020304" pitchFamily="18" charset="0"/>
              </a:rPr>
              <a:t>(): %0s",cons1 );   </a:t>
            </a:r>
          </a:p>
          <a:p>
            <a:pPr marL="0" indent="0">
              <a:buNone/>
            </a:pPr>
            <a:r>
              <a:rPr lang="en-IN" sz="1800" dirty="0">
                <a:latin typeface="Times New Roman" panose="02020603050405020304" pitchFamily="18" charset="0"/>
                <a:cs typeface="Times New Roman" panose="02020603050405020304" pitchFamily="18" charset="0"/>
              </a:rPr>
              <a:t>        // 14. </a:t>
            </a:r>
            <a:r>
              <a:rPr lang="en-IN" sz="1800" dirty="0" err="1">
                <a:latin typeface="Times New Roman" panose="02020603050405020304" pitchFamily="18" charset="0"/>
                <a:cs typeface="Times New Roman" panose="02020603050405020304" pitchFamily="18" charset="0"/>
              </a:rPr>
              <a:t>to_string</a:t>
            </a:r>
            <a:r>
              <a:rPr lang="en-IN" sz="1800" dirty="0">
                <a:latin typeface="Times New Roman" panose="02020603050405020304" pitchFamily="18" charset="0"/>
                <a:cs typeface="Times New Roman" panose="02020603050405020304" pitchFamily="18" charset="0"/>
              </a:rPr>
              <a:t>() - Convert a non-string value to a string</a:t>
            </a:r>
          </a:p>
          <a:p>
            <a:pPr marL="0" indent="0">
              <a:buNone/>
            </a:pPr>
            <a:r>
              <a:rPr lang="en-IN" sz="1800" dirty="0">
                <a:latin typeface="Times New Roman" panose="02020603050405020304" pitchFamily="18" charset="0"/>
                <a:cs typeface="Times New Roman" panose="02020603050405020304" pitchFamily="18" charset="0"/>
              </a:rPr>
              <a:t>        num = $</a:t>
            </a:r>
            <a:r>
              <a:rPr lang="en-IN" sz="1800" dirty="0" err="1">
                <a:latin typeface="Times New Roman" panose="02020603050405020304" pitchFamily="18" charset="0"/>
                <a:cs typeface="Times New Roman" panose="02020603050405020304" pitchFamily="18" charset="0"/>
              </a:rPr>
              <a:t>sformatf</a:t>
            </a:r>
            <a:r>
              <a:rPr lang="en-IN" sz="1800" dirty="0">
                <a:latin typeface="Times New Roman" panose="02020603050405020304" pitchFamily="18" charset="0"/>
                <a:cs typeface="Times New Roman" panose="02020603050405020304" pitchFamily="18" charset="0"/>
              </a:rPr>
              <a:t>("%0c", number);</a:t>
            </a:r>
          </a:p>
          <a:p>
            <a:pPr marL="0" indent="0">
              <a:buNone/>
            </a:pPr>
            <a:r>
              <a:rPr lang="en-IN" sz="1800" dirty="0">
                <a:latin typeface="Times New Roman" panose="02020603050405020304" pitchFamily="18" charset="0"/>
                <a:cs typeface="Times New Roman" panose="02020603050405020304" pitchFamily="18" charset="0"/>
              </a:rPr>
              <a:t>        $display("</a:t>
            </a:r>
            <a:r>
              <a:rPr lang="en-IN" sz="1800" dirty="0" err="1">
                <a:latin typeface="Times New Roman" panose="02020603050405020304" pitchFamily="18" charset="0"/>
                <a:cs typeface="Times New Roman" panose="02020603050405020304" pitchFamily="18" charset="0"/>
              </a:rPr>
              <a:t>to_string</a:t>
            </a:r>
            <a:r>
              <a:rPr lang="en-IN" sz="1800" dirty="0">
                <a:latin typeface="Times New Roman" panose="02020603050405020304" pitchFamily="18" charset="0"/>
                <a:cs typeface="Times New Roman" panose="02020603050405020304" pitchFamily="18" charset="0"/>
              </a:rPr>
              <a:t>(): %s", num);  </a:t>
            </a:r>
          </a:p>
          <a:p>
            <a:pPr marL="0" indent="0">
              <a:buNone/>
            </a:pPr>
            <a:r>
              <a:rPr lang="en-IN" sz="1800" dirty="0">
                <a:latin typeface="Times New Roman" panose="02020603050405020304" pitchFamily="18" charset="0"/>
                <a:cs typeface="Times New Roman" panose="02020603050405020304" pitchFamily="18" charset="0"/>
              </a:rPr>
              <a:t>    end</a:t>
            </a:r>
          </a:p>
          <a:p>
            <a:pPr marL="0" indent="0">
              <a:buNone/>
            </a:pPr>
            <a:r>
              <a:rPr lang="en-IN" sz="1800" dirty="0">
                <a:latin typeface="Times New Roman" panose="02020603050405020304" pitchFamily="18" charset="0"/>
                <a:cs typeface="Times New Roman" panose="02020603050405020304" pitchFamily="18" charset="0"/>
              </a:rPr>
              <a:t>endmodule</a:t>
            </a:r>
            <a:endParaRPr lang="en-IN" dirty="0"/>
          </a:p>
        </p:txBody>
      </p:sp>
    </p:spTree>
    <p:extLst>
      <p:ext uri="{BB962C8B-B14F-4D97-AF65-F5344CB8AC3E}">
        <p14:creationId xmlns:p14="http://schemas.microsoft.com/office/powerpoint/2010/main" val="194227426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A67D1-7FDF-775B-F378-F974AAA1F4F8}"/>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2CA243-58F5-E286-14E5-FC2C972F2082}"/>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Event Data Type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event object gives a </a:t>
            </a:r>
            <a:r>
              <a:rPr lang="en-US" dirty="0">
                <a:solidFill>
                  <a:srgbClr val="FF0000"/>
                </a:solidFill>
                <a:latin typeface="Times New Roman" panose="02020603050405020304" pitchFamily="18" charset="0"/>
                <a:cs typeface="Times New Roman" panose="02020603050405020304" pitchFamily="18" charset="0"/>
              </a:rPr>
              <a:t>powerful</a:t>
            </a:r>
            <a:r>
              <a:rPr lang="en-US" dirty="0">
                <a:latin typeface="Times New Roman" panose="02020603050405020304" pitchFamily="18" charset="0"/>
                <a:cs typeface="Times New Roman" panose="02020603050405020304" pitchFamily="18" charset="0"/>
              </a:rPr>
              <a:t> and </a:t>
            </a:r>
            <a:r>
              <a:rPr lang="en-US" dirty="0">
                <a:solidFill>
                  <a:srgbClr val="FF0000"/>
                </a:solidFill>
                <a:latin typeface="Times New Roman" panose="02020603050405020304" pitchFamily="18" charset="0"/>
                <a:cs typeface="Times New Roman" panose="02020603050405020304" pitchFamily="18" charset="0"/>
              </a:rPr>
              <a:t>efficient</a:t>
            </a:r>
            <a:r>
              <a:rPr lang="en-US" dirty="0">
                <a:latin typeface="Times New Roman" panose="02020603050405020304" pitchFamily="18" charset="0"/>
                <a:cs typeface="Times New Roman" panose="02020603050405020304" pitchFamily="18" charset="0"/>
              </a:rPr>
              <a:t> means of describing the </a:t>
            </a:r>
            <a:r>
              <a:rPr lang="en-US" dirty="0">
                <a:solidFill>
                  <a:srgbClr val="FF0000"/>
                </a:solidFill>
                <a:latin typeface="Times New Roman" panose="02020603050405020304" pitchFamily="18" charset="0"/>
                <a:cs typeface="Times New Roman" panose="02020603050405020304" pitchFamily="18" charset="0"/>
              </a:rPr>
              <a:t>communication</a:t>
            </a:r>
            <a:r>
              <a:rPr lang="en-US" dirty="0">
                <a:latin typeface="Times New Roman" panose="02020603050405020304" pitchFamily="18" charset="0"/>
                <a:cs typeface="Times New Roman" panose="02020603050405020304" pitchFamily="18" charset="0"/>
              </a:rPr>
              <a:t> between and </a:t>
            </a:r>
            <a:r>
              <a:rPr lang="en-US" dirty="0">
                <a:solidFill>
                  <a:srgbClr val="FF0000"/>
                </a:solidFill>
                <a:latin typeface="Times New Roman" panose="02020603050405020304" pitchFamily="18" charset="0"/>
                <a:cs typeface="Times New Roman" panose="02020603050405020304" pitchFamily="18" charset="0"/>
              </a:rPr>
              <a:t>synchronization</a:t>
            </a:r>
            <a:r>
              <a:rPr lang="en-US" dirty="0">
                <a:latin typeface="Times New Roman" panose="02020603050405020304" pitchFamily="18" charset="0"/>
                <a:cs typeface="Times New Roman" panose="02020603050405020304" pitchFamily="18" charset="0"/>
              </a:rPr>
              <a:t> of two or more </a:t>
            </a:r>
            <a:r>
              <a:rPr lang="en-US" dirty="0">
                <a:highlight>
                  <a:srgbClr val="FFFF00"/>
                </a:highlight>
                <a:latin typeface="Times New Roman" panose="02020603050405020304" pitchFamily="18" charset="0"/>
                <a:cs typeface="Times New Roman" panose="02020603050405020304" pitchFamily="18" charset="0"/>
              </a:rPr>
              <a:t>concurrently active process</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basic example of this is a small waveform clock generator that synchronizes control of a synchronous circuit by signaling the occurrence of an explicit event periodically while the circuit awaits for the event.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294738A-B100-40C9-F310-7489C9ABE251}"/>
              </a:ext>
            </a:extLst>
          </p:cNvPr>
          <p:cNvSpPr>
            <a:spLocks noGrp="1"/>
          </p:cNvSpPr>
          <p:nvPr>
            <p:ph type="dt" sz="half" idx="10"/>
          </p:nvPr>
        </p:nvSpPr>
        <p:spPr/>
        <p:txBody>
          <a:bodyPr/>
          <a:lstStyle/>
          <a:p>
            <a:fld id="{3786724F-881B-436A-806D-C75C93BB1A3F}" type="datetime1">
              <a:rPr lang="en-IN" smtClean="0"/>
              <a:pPr/>
              <a:t>31-10-2025</a:t>
            </a:fld>
            <a:endParaRPr lang="en-IN"/>
          </a:p>
        </p:txBody>
      </p:sp>
      <p:sp>
        <p:nvSpPr>
          <p:cNvPr id="5" name="Footer Placeholder 4">
            <a:extLst>
              <a:ext uri="{FF2B5EF4-FFF2-40B4-BE49-F238E27FC236}">
                <a16:creationId xmlns:a16="http://schemas.microsoft.com/office/drawing/2014/main" id="{4A13F2E6-D460-5BEF-CA3A-6331BAD5BF3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503E37B-F101-2761-8B70-0691B047CF7B}"/>
              </a:ext>
            </a:extLst>
          </p:cNvPr>
          <p:cNvSpPr>
            <a:spLocks noGrp="1"/>
          </p:cNvSpPr>
          <p:nvPr>
            <p:ph type="sldNum" sz="quarter" idx="12"/>
          </p:nvPr>
        </p:nvSpPr>
        <p:spPr/>
        <p:txBody>
          <a:bodyPr/>
          <a:lstStyle/>
          <a:p>
            <a:fld id="{56BB8B7D-B437-4E80-9B4F-EB7501C8BBDD}" type="slidenum">
              <a:rPr lang="en-IN" smtClean="0"/>
              <a:pPr/>
              <a:t>23</a:t>
            </a:fld>
            <a:endParaRPr lang="en-IN"/>
          </a:p>
        </p:txBody>
      </p:sp>
    </p:spTree>
    <p:extLst>
      <p:ext uri="{BB962C8B-B14F-4D97-AF65-F5344CB8AC3E}">
        <p14:creationId xmlns:p14="http://schemas.microsoft.com/office/powerpoint/2010/main" val="566714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BE6A3-C961-3F34-B3B8-47C673F9ADD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72F61C9E-4478-8DBA-DDD5-46EFEE7BE74D}"/>
              </a:ext>
            </a:extLst>
          </p:cNvPr>
          <p:cNvSpPr>
            <a:spLocks noGrp="1"/>
          </p:cNvSpPr>
          <p:nvPr>
            <p:ph idx="1"/>
          </p:nvPr>
        </p:nvSpPr>
        <p:spPr/>
        <p:txBody>
          <a:bodyPr>
            <a:normAutofit lnSpcReduction="10000"/>
          </a:bodyPr>
          <a:lstStyle/>
          <a:p>
            <a:pPr marL="800100" lvl="2" indent="0">
              <a:buNone/>
            </a:pPr>
            <a:r>
              <a:rPr lang="en-US" sz="2000" dirty="0">
                <a:latin typeface="Times New Roman" panose="02020603050405020304" pitchFamily="18" charset="0"/>
                <a:cs typeface="Times New Roman" panose="02020603050405020304" pitchFamily="18" charset="0"/>
              </a:rPr>
              <a:t>module events();</a:t>
            </a:r>
          </a:p>
          <a:p>
            <a:pPr marL="800100" lvl="2" indent="0">
              <a:buNone/>
            </a:pPr>
            <a:r>
              <a:rPr lang="en-US" sz="2000" dirty="0">
                <a:latin typeface="Times New Roman" panose="02020603050405020304" pitchFamily="18" charset="0"/>
                <a:cs typeface="Times New Roman" panose="02020603050405020304" pitchFamily="18" charset="0"/>
              </a:rPr>
              <a:t>event </a:t>
            </a:r>
            <a:r>
              <a:rPr lang="en-US" sz="2000" dirty="0" err="1">
                <a:latin typeface="Times New Roman" panose="02020603050405020304" pitchFamily="18" charset="0"/>
                <a:cs typeface="Times New Roman" panose="02020603050405020304" pitchFamily="18" charset="0"/>
              </a:rPr>
              <a:t>my_event</a:t>
            </a:r>
            <a:r>
              <a:rPr lang="en-US" sz="2000" dirty="0">
                <a:latin typeface="Times New Roman" panose="02020603050405020304" pitchFamily="18" charset="0"/>
                <a:cs typeface="Times New Roman" panose="02020603050405020304" pitchFamily="18" charset="0"/>
              </a:rPr>
              <a:t>;</a:t>
            </a:r>
          </a:p>
          <a:p>
            <a:pPr marL="800100" lvl="2" indent="0">
              <a:buNone/>
            </a:pPr>
            <a:endParaRPr lang="en-US" sz="2000" dirty="0">
              <a:latin typeface="Times New Roman" panose="02020603050405020304" pitchFamily="18" charset="0"/>
              <a:cs typeface="Times New Roman" panose="02020603050405020304" pitchFamily="18" charset="0"/>
            </a:endParaRPr>
          </a:p>
          <a:p>
            <a:pPr marL="800100" lvl="2" indent="0">
              <a:buNone/>
            </a:pPr>
            <a:r>
              <a:rPr lang="en-US" sz="2000" dirty="0">
                <a:latin typeface="Times New Roman" panose="02020603050405020304" pitchFamily="18" charset="0"/>
                <a:cs typeface="Times New Roman" panose="02020603050405020304" pitchFamily="18" charset="0"/>
              </a:rPr>
              <a:t>initial begin</a:t>
            </a:r>
          </a:p>
          <a:p>
            <a:pPr marL="800100" lvl="2" indent="0">
              <a:buNone/>
            </a:pPr>
            <a:r>
              <a:rPr lang="en-US" sz="2000" dirty="0">
                <a:latin typeface="Times New Roman" panose="02020603050405020304" pitchFamily="18" charset="0"/>
                <a:cs typeface="Times New Roman" panose="02020603050405020304" pitchFamily="18" charset="0"/>
              </a:rPr>
              <a:t>#5 -&gt; </a:t>
            </a:r>
            <a:r>
              <a:rPr lang="en-US" sz="2000" dirty="0" err="1">
                <a:latin typeface="Times New Roman" panose="02020603050405020304" pitchFamily="18" charset="0"/>
                <a:cs typeface="Times New Roman" panose="02020603050405020304" pitchFamily="18" charset="0"/>
              </a:rPr>
              <a:t>my_event</a:t>
            </a:r>
            <a:r>
              <a:rPr lang="en-US" sz="2000" dirty="0">
                <a:latin typeface="Times New Roman" panose="02020603050405020304" pitchFamily="18" charset="0"/>
                <a:cs typeface="Times New Roman" panose="02020603050405020304" pitchFamily="18" charset="0"/>
              </a:rPr>
              <a:t>;</a:t>
            </a:r>
          </a:p>
          <a:p>
            <a:pPr marL="800100" lvl="2" indent="0">
              <a:buNone/>
            </a:pPr>
            <a:r>
              <a:rPr lang="en-US" sz="2000" dirty="0">
                <a:latin typeface="Times New Roman" panose="02020603050405020304" pitchFamily="18" charset="0"/>
                <a:cs typeface="Times New Roman" panose="02020603050405020304" pitchFamily="18" charset="0"/>
              </a:rPr>
              <a:t>$display ("clock ticked at :%0t", $time);</a:t>
            </a:r>
          </a:p>
          <a:p>
            <a:pPr marL="800100" lvl="2" indent="0">
              <a:buNone/>
            </a:pPr>
            <a:r>
              <a:rPr lang="en-US" sz="2000" dirty="0">
                <a:latin typeface="Times New Roman" panose="02020603050405020304" pitchFamily="18" charset="0"/>
                <a:cs typeface="Times New Roman" panose="02020603050405020304" pitchFamily="18" charset="0"/>
              </a:rPr>
              <a:t>end</a:t>
            </a:r>
          </a:p>
          <a:p>
            <a:pPr marL="800100" lvl="2" indent="0">
              <a:buNone/>
            </a:pPr>
            <a:endParaRPr lang="en-US" sz="2000" dirty="0">
              <a:latin typeface="Times New Roman" panose="02020603050405020304" pitchFamily="18" charset="0"/>
              <a:cs typeface="Times New Roman" panose="02020603050405020304" pitchFamily="18" charset="0"/>
            </a:endParaRPr>
          </a:p>
          <a:p>
            <a:pPr marL="800100" lvl="2" indent="0">
              <a:buNone/>
            </a:pPr>
            <a:r>
              <a:rPr lang="en-US" sz="2000" dirty="0">
                <a:latin typeface="Times New Roman" panose="02020603050405020304" pitchFamily="18" charset="0"/>
                <a:cs typeface="Times New Roman" panose="02020603050405020304" pitchFamily="18" charset="0"/>
              </a:rPr>
              <a:t>initial begin</a:t>
            </a:r>
          </a:p>
          <a:p>
            <a:pPr marL="800100" lvl="2" indent="0">
              <a:buNone/>
            </a:pPr>
            <a:r>
              <a:rPr lang="en-US" sz="2000" dirty="0">
                <a:latin typeface="Times New Roman" panose="02020603050405020304" pitchFamily="18" charset="0"/>
                <a:cs typeface="Times New Roman" panose="02020603050405020304" pitchFamily="18" charset="0"/>
              </a:rPr>
              <a:t>@(my_event);</a:t>
            </a:r>
          </a:p>
          <a:p>
            <a:pPr marL="800100" lvl="2" indent="0">
              <a:buNone/>
            </a:pPr>
            <a:r>
              <a:rPr lang="en-US" sz="2000" dirty="0">
                <a:latin typeface="Times New Roman" panose="02020603050405020304" pitchFamily="18" charset="0"/>
                <a:cs typeface="Times New Roman" panose="02020603050405020304" pitchFamily="18" charset="0"/>
              </a:rPr>
              <a:t>$display("Event </a:t>
            </a:r>
            <a:r>
              <a:rPr lang="en-US" sz="2000" dirty="0" err="1">
                <a:latin typeface="Times New Roman" panose="02020603050405020304" pitchFamily="18" charset="0"/>
                <a:cs typeface="Times New Roman" panose="02020603050405020304" pitchFamily="18" charset="0"/>
              </a:rPr>
              <a:t>triggred</a:t>
            </a:r>
            <a:r>
              <a:rPr lang="en-US" sz="2000" dirty="0">
                <a:latin typeface="Times New Roman" panose="02020603050405020304" pitchFamily="18" charset="0"/>
                <a:cs typeface="Times New Roman" panose="02020603050405020304" pitchFamily="18" charset="0"/>
              </a:rPr>
              <a:t> at : %0t", $time);</a:t>
            </a:r>
          </a:p>
          <a:p>
            <a:pPr marL="800100" lvl="2" indent="0">
              <a:buNone/>
            </a:pPr>
            <a:r>
              <a:rPr lang="en-US" sz="2000" dirty="0">
                <a:latin typeface="Times New Roman" panose="02020603050405020304" pitchFamily="18" charset="0"/>
                <a:cs typeface="Times New Roman" panose="02020603050405020304" pitchFamily="18" charset="0"/>
              </a:rPr>
              <a:t>end</a:t>
            </a:r>
          </a:p>
          <a:p>
            <a:pPr marL="800100" lvl="2" indent="0">
              <a:buNone/>
            </a:pPr>
            <a:r>
              <a:rPr lang="en-US" sz="2000" dirty="0">
                <a:latin typeface="Times New Roman" panose="02020603050405020304" pitchFamily="18" charset="0"/>
                <a:cs typeface="Times New Roman" panose="02020603050405020304" pitchFamily="18" charset="0"/>
              </a:rPr>
              <a:t>endmodule</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009CCA2-62F9-1392-70A4-89850BD238CA}"/>
              </a:ext>
            </a:extLst>
          </p:cNvPr>
          <p:cNvSpPr>
            <a:spLocks noGrp="1"/>
          </p:cNvSpPr>
          <p:nvPr>
            <p:ph type="dt" sz="half" idx="10"/>
          </p:nvPr>
        </p:nvSpPr>
        <p:spPr/>
        <p:txBody>
          <a:bodyPr/>
          <a:lstStyle/>
          <a:p>
            <a:fld id="{2CA9EC38-D0F7-4206-B46C-E56817228197}" type="datetime1">
              <a:rPr lang="en-IN" smtClean="0"/>
              <a:pPr/>
              <a:t>31-10-2025</a:t>
            </a:fld>
            <a:endParaRPr lang="en-IN"/>
          </a:p>
        </p:txBody>
      </p:sp>
      <p:sp>
        <p:nvSpPr>
          <p:cNvPr id="5" name="Footer Placeholder 4">
            <a:extLst>
              <a:ext uri="{FF2B5EF4-FFF2-40B4-BE49-F238E27FC236}">
                <a16:creationId xmlns:a16="http://schemas.microsoft.com/office/drawing/2014/main" id="{1F78BB56-B1A5-7C0E-2E26-9AE5CFCDB56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8697DA7-EE14-AB81-7D0A-6F01B50C5C9B}"/>
              </a:ext>
            </a:extLst>
          </p:cNvPr>
          <p:cNvSpPr>
            <a:spLocks noGrp="1"/>
          </p:cNvSpPr>
          <p:nvPr>
            <p:ph type="sldNum" sz="quarter" idx="12"/>
          </p:nvPr>
        </p:nvSpPr>
        <p:spPr/>
        <p:txBody>
          <a:bodyPr/>
          <a:lstStyle/>
          <a:p>
            <a:fld id="{56BB8B7D-B437-4E80-9B4F-EB7501C8BBDD}" type="slidenum">
              <a:rPr lang="en-IN" smtClean="0"/>
              <a:pPr/>
              <a:t>24</a:t>
            </a:fld>
            <a:endParaRPr lang="en-IN"/>
          </a:p>
        </p:txBody>
      </p:sp>
    </p:spTree>
    <p:extLst>
      <p:ext uri="{BB962C8B-B14F-4D97-AF65-F5344CB8AC3E}">
        <p14:creationId xmlns:p14="http://schemas.microsoft.com/office/powerpoint/2010/main" val="366791475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111F-B3E3-7017-A050-5D6D1569E3D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AECCE0E2-8B87-6DA6-D248-6606515F84A8}"/>
              </a:ext>
            </a:extLst>
          </p:cNvPr>
          <p:cNvSpPr>
            <a:spLocks noGrp="1"/>
          </p:cNvSpPr>
          <p:nvPr>
            <p:ph idx="1"/>
          </p:nvPr>
        </p:nvSpPr>
        <p:spPr/>
        <p:txBody>
          <a:bodyPr>
            <a:normAutofit lnSpcReduction="10000"/>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Enumeration Data Type</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An enumerated type defines a set of named values. The simplest enumerated type declaration contains a list of constant names and one or more variables.</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enum</a:t>
            </a:r>
            <a:r>
              <a:rPr lang="en-US" dirty="0">
                <a:latin typeface="Times New Roman" panose="02020603050405020304" pitchFamily="18" charset="0"/>
                <a:cs typeface="Times New Roman" panose="02020603050405020304" pitchFamily="18" charset="0"/>
              </a:rPr>
              <a:t>{</a:t>
            </a:r>
            <a:r>
              <a:rPr lang="en-US" dirty="0">
                <a:solidFill>
                  <a:schemeClr val="accent4">
                    <a:lumMod val="75000"/>
                  </a:schemeClr>
                </a:solidFill>
                <a:latin typeface="Times New Roman" panose="02020603050405020304" pitchFamily="18" charset="0"/>
                <a:cs typeface="Times New Roman" panose="02020603050405020304" pitchFamily="18" charset="0"/>
              </a:rPr>
              <a:t>red,green,blue</a:t>
            </a:r>
            <a:r>
              <a:rPr lang="en-US" dirty="0">
                <a:latin typeface="Times New Roman" panose="02020603050405020304" pitchFamily="18" charset="0"/>
                <a:cs typeface="Times New Roman" panose="02020603050405020304" pitchFamily="18" charset="0"/>
              </a:rPr>
              <a:t>}</a:t>
            </a:r>
            <a:r>
              <a:rPr lang="en-US" dirty="0">
                <a:solidFill>
                  <a:schemeClr val="accent3">
                    <a:lumMod val="75000"/>
                  </a:schemeClr>
                </a:solidFill>
                <a:latin typeface="Times New Roman" panose="02020603050405020304" pitchFamily="18" charset="0"/>
                <a:cs typeface="Times New Roman" panose="02020603050405020304" pitchFamily="18" charset="0"/>
              </a:rPr>
              <a:t>colors</a:t>
            </a:r>
          </a:p>
          <a:p>
            <a:pPr lvl="1">
              <a:buFont typeface="Wingdings" panose="05000000000000000000" pitchFamily="2" charset="2"/>
              <a:buChar char="v"/>
            </a:pPr>
            <a:r>
              <a:rPr lang="en-US" sz="2400" dirty="0">
                <a:solidFill>
                  <a:srgbClr val="FF0000"/>
                </a:solidFill>
                <a:latin typeface="Times New Roman" panose="02020603050405020304" pitchFamily="18" charset="0"/>
                <a:cs typeface="Times New Roman" panose="02020603050405020304" pitchFamily="18" charset="0"/>
              </a:rPr>
              <a:t>Default variable </a:t>
            </a:r>
            <a:r>
              <a:rPr lang="en-US" sz="2400" dirty="0">
                <a:latin typeface="Times New Roman" panose="02020603050405020304" pitchFamily="18" charset="0"/>
                <a:cs typeface="Times New Roman" panose="02020603050405020304" pitchFamily="18" charset="0"/>
              </a:rPr>
              <a:t>will get </a:t>
            </a:r>
            <a:r>
              <a:rPr lang="en-US" sz="2400" dirty="0">
                <a:solidFill>
                  <a:srgbClr val="FF0000"/>
                </a:solidFill>
                <a:latin typeface="Times New Roman" panose="02020603050405020304" pitchFamily="18" charset="0"/>
                <a:cs typeface="Times New Roman" panose="02020603050405020304" pitchFamily="18" charset="0"/>
              </a:rPr>
              <a:t>default values </a:t>
            </a:r>
            <a:r>
              <a:rPr lang="en-US" sz="2400" dirty="0">
                <a:latin typeface="Times New Roman" panose="02020603050405020304" pitchFamily="18" charset="0"/>
                <a:cs typeface="Times New Roman" panose="02020603050405020304" pitchFamily="18" charset="0"/>
              </a:rPr>
              <a:t>0,1,2 respectively from red. </a:t>
            </a:r>
          </a:p>
          <a:p>
            <a:pPr lvl="2">
              <a:buFont typeface="Wingdings" panose="05000000000000000000" pitchFamily="2" charset="2"/>
              <a:buChar char="v"/>
            </a:pPr>
            <a:r>
              <a:rPr lang="en-US" dirty="0">
                <a:solidFill>
                  <a:srgbClr val="FF0000"/>
                </a:solidFill>
                <a:latin typeface="Times New Roman" panose="02020603050405020304" pitchFamily="18" charset="0"/>
                <a:cs typeface="Times New Roman" panose="02020603050405020304" pitchFamily="18" charset="0"/>
              </a:rPr>
              <a:t>enum</a:t>
            </a:r>
            <a:r>
              <a:rPr lang="en-US" dirty="0">
                <a:latin typeface="Times New Roman" panose="02020603050405020304" pitchFamily="18" charset="0"/>
                <a:cs typeface="Times New Roman" panose="02020603050405020304" pitchFamily="18" charset="0"/>
              </a:rPr>
              <a:t>{</a:t>
            </a:r>
            <a:r>
              <a:rPr lang="en-US" dirty="0">
                <a:solidFill>
                  <a:schemeClr val="accent4">
                    <a:lumMod val="75000"/>
                  </a:schemeClr>
                </a:solidFill>
                <a:latin typeface="Times New Roman" panose="02020603050405020304" pitchFamily="18" charset="0"/>
                <a:cs typeface="Times New Roman" panose="02020603050405020304" pitchFamily="18" charset="0"/>
              </a:rPr>
              <a:t>red=0, green, blue=4,yellow, white=10,black</a:t>
            </a:r>
            <a:r>
              <a:rPr lang="en-US" dirty="0">
                <a:latin typeface="Times New Roman" panose="02020603050405020304" pitchFamily="18" charset="0"/>
                <a:cs typeface="Times New Roman" panose="02020603050405020304" pitchFamily="18" charset="0"/>
              </a:rPr>
              <a:t>}</a:t>
            </a:r>
            <a:r>
              <a:rPr lang="en-US" dirty="0">
                <a:solidFill>
                  <a:schemeClr val="accent3">
                    <a:lumMod val="75000"/>
                  </a:schemeClr>
                </a:solidFill>
                <a:latin typeface="Times New Roman" panose="02020603050405020304" pitchFamily="18" charset="0"/>
                <a:cs typeface="Times New Roman" panose="02020603050405020304" pitchFamily="18" charset="0"/>
              </a:rPr>
              <a:t>colors</a:t>
            </a:r>
          </a:p>
          <a:p>
            <a:pPr lvl="1">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Green,yellow</a:t>
            </a:r>
            <a:r>
              <a:rPr lang="en-US" sz="2400" dirty="0">
                <a:latin typeface="Times New Roman" panose="02020603050405020304" pitchFamily="18" charset="0"/>
                <a:cs typeface="Times New Roman" panose="02020603050405020304" pitchFamily="18" charset="0"/>
              </a:rPr>
              <a:t> and black </a:t>
            </a:r>
            <a:r>
              <a:rPr lang="en-US" sz="2400" dirty="0">
                <a:highlight>
                  <a:srgbClr val="FFFF00"/>
                </a:highlight>
                <a:latin typeface="Times New Roman" panose="02020603050405020304" pitchFamily="18" charset="0"/>
                <a:cs typeface="Times New Roman" panose="02020603050405020304" pitchFamily="18" charset="0"/>
              </a:rPr>
              <a:t>automatically assigned to the increment value </a:t>
            </a:r>
            <a:r>
              <a:rPr lang="en-US" sz="2400" dirty="0">
                <a:latin typeface="Times New Roman" panose="02020603050405020304" pitchFamily="18" charset="0"/>
                <a:cs typeface="Times New Roman" panose="02020603050405020304" pitchFamily="18" charset="0"/>
              </a:rPr>
              <a:t>of </a:t>
            </a:r>
            <a:r>
              <a:rPr lang="en-US" sz="2400" dirty="0">
                <a:solidFill>
                  <a:srgbClr val="FF0000"/>
                </a:solidFill>
                <a:latin typeface="Times New Roman" panose="02020603050405020304" pitchFamily="18" charset="0"/>
                <a:cs typeface="Times New Roman" panose="02020603050405020304" pitchFamily="18" charset="0"/>
              </a:rPr>
              <a:t>1,5,11</a:t>
            </a:r>
            <a:r>
              <a:rPr lang="en-US" sz="2400" dirty="0">
                <a:latin typeface="Times New Roman" panose="02020603050405020304" pitchFamily="18" charset="0"/>
                <a:cs typeface="Times New Roman" panose="02020603050405020304" pitchFamily="18" charset="0"/>
              </a:rPr>
              <a:t>respectively. </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enum</a:t>
            </a:r>
            <a:r>
              <a:rPr lang="en-US" dirty="0">
                <a:latin typeface="Times New Roman" panose="02020603050405020304" pitchFamily="18" charset="0"/>
                <a:cs typeface="Times New Roman" panose="02020603050405020304" pitchFamily="18" charset="0"/>
              </a:rPr>
              <a:t> { </a:t>
            </a:r>
            <a:r>
              <a:rPr lang="en-US" dirty="0">
                <a:solidFill>
                  <a:schemeClr val="accent4">
                    <a:lumMod val="75000"/>
                  </a:schemeClr>
                </a:solidFill>
                <a:latin typeface="Times New Roman" panose="02020603050405020304" pitchFamily="18" charset="0"/>
                <a:cs typeface="Times New Roman" panose="02020603050405020304" pitchFamily="18" charset="0"/>
              </a:rPr>
              <a:t>red=0, green=0, blue=4, yellow, white=5, black=6 </a:t>
            </a:r>
            <a:r>
              <a:rPr lang="en-US" dirty="0">
                <a:latin typeface="Times New Roman" panose="02020603050405020304" pitchFamily="18" charset="0"/>
                <a:cs typeface="Times New Roman" panose="02020603050405020304" pitchFamily="18" charset="0"/>
              </a:rPr>
              <a:t>} </a:t>
            </a:r>
            <a:r>
              <a:rPr lang="en-US" dirty="0">
                <a:solidFill>
                  <a:schemeClr val="accent3">
                    <a:lumMod val="75000"/>
                  </a:schemeClr>
                </a:solidFill>
                <a:latin typeface="Times New Roman" panose="02020603050405020304" pitchFamily="18" charset="0"/>
                <a:cs typeface="Times New Roman" panose="02020603050405020304" pitchFamily="18" charset="0"/>
              </a:rPr>
              <a:t>Colors</a:t>
            </a:r>
            <a:r>
              <a:rPr lang="en-US"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From the above example </a:t>
            </a:r>
            <a:r>
              <a:rPr lang="en-US" sz="2400" dirty="0">
                <a:highlight>
                  <a:srgbClr val="FFFF00"/>
                </a:highlight>
                <a:latin typeface="Times New Roman" panose="02020603050405020304" pitchFamily="18" charset="0"/>
                <a:cs typeface="Times New Roman" panose="02020603050405020304" pitchFamily="18" charset="0"/>
              </a:rPr>
              <a:t>yellow will get the increment value of 5 </a:t>
            </a:r>
            <a:r>
              <a:rPr lang="en-US" sz="2400" dirty="0">
                <a:latin typeface="Times New Roman" panose="02020603050405020304" pitchFamily="18" charset="0"/>
                <a:cs typeface="Times New Roman" panose="02020603050405020304" pitchFamily="18" charset="0"/>
              </a:rPr>
              <a:t>, the value of white is set with 5. This will cause the </a:t>
            </a:r>
            <a:r>
              <a:rPr lang="en-US" sz="2400" dirty="0">
                <a:solidFill>
                  <a:srgbClr val="FF0000"/>
                </a:solidFill>
                <a:latin typeface="Times New Roman" panose="02020603050405020304" pitchFamily="18" charset="0"/>
                <a:cs typeface="Times New Roman" panose="02020603050405020304" pitchFamily="18" charset="0"/>
              </a:rPr>
              <a:t>syntax error</a:t>
            </a:r>
            <a:r>
              <a:rPr lang="en-US" sz="2400" dirty="0">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7BC6BD29-3F22-C898-19F2-DF8A8F25C0C8}"/>
              </a:ext>
            </a:extLst>
          </p:cNvPr>
          <p:cNvSpPr>
            <a:spLocks noGrp="1"/>
          </p:cNvSpPr>
          <p:nvPr>
            <p:ph type="dt" sz="half" idx="10"/>
          </p:nvPr>
        </p:nvSpPr>
        <p:spPr/>
        <p:txBody>
          <a:bodyPr/>
          <a:lstStyle/>
          <a:p>
            <a:fld id="{25D2D5D3-AA62-455D-9316-C1EB2AD7DFC6}" type="datetime1">
              <a:rPr lang="en-IN" smtClean="0"/>
              <a:pPr/>
              <a:t>31-10-2025</a:t>
            </a:fld>
            <a:endParaRPr lang="en-IN"/>
          </a:p>
        </p:txBody>
      </p:sp>
      <p:sp>
        <p:nvSpPr>
          <p:cNvPr id="5" name="Footer Placeholder 4">
            <a:extLst>
              <a:ext uri="{FF2B5EF4-FFF2-40B4-BE49-F238E27FC236}">
                <a16:creationId xmlns:a16="http://schemas.microsoft.com/office/drawing/2014/main" id="{06B57523-3FE8-843C-0C96-A39A7CBE967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24B4A89-6B0A-D59B-250C-24CA19FE6D75}"/>
              </a:ext>
            </a:extLst>
          </p:cNvPr>
          <p:cNvSpPr>
            <a:spLocks noGrp="1"/>
          </p:cNvSpPr>
          <p:nvPr>
            <p:ph type="sldNum" sz="quarter" idx="12"/>
          </p:nvPr>
        </p:nvSpPr>
        <p:spPr/>
        <p:txBody>
          <a:bodyPr/>
          <a:lstStyle/>
          <a:p>
            <a:fld id="{56BB8B7D-B437-4E80-9B4F-EB7501C8BBDD}" type="slidenum">
              <a:rPr lang="en-IN" smtClean="0"/>
              <a:pPr/>
              <a:t>25</a:t>
            </a:fld>
            <a:endParaRPr lang="en-IN"/>
          </a:p>
        </p:txBody>
      </p:sp>
    </p:spTree>
    <p:extLst>
      <p:ext uri="{BB962C8B-B14F-4D97-AF65-F5344CB8AC3E}">
        <p14:creationId xmlns:p14="http://schemas.microsoft.com/office/powerpoint/2010/main" val="4018736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F7765-E63F-C140-182D-D62A78BA84D4}"/>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07E724-5B00-2DED-0AA8-F642B8318212}"/>
              </a:ext>
            </a:extLst>
          </p:cNvPr>
          <p:cNvSpPr>
            <a:spLocks noGrp="1"/>
          </p:cNvSpPr>
          <p:nvPr>
            <p:ph idx="1"/>
          </p:nvPr>
        </p:nvSpPr>
        <p:spPr/>
        <p:txBody>
          <a:bodyPr>
            <a:normAutofit/>
          </a:bodyPr>
          <a:lstStyle/>
          <a:p>
            <a:pPr marL="116840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enuma</a:t>
            </a:r>
            <a:r>
              <a:rPr lang="en-US" sz="2000" dirty="0">
                <a:latin typeface="Times New Roman" panose="02020603050405020304" pitchFamily="18" charset="0"/>
                <a:cs typeface="Times New Roman" panose="02020603050405020304" pitchFamily="18" charset="0"/>
              </a:rPr>
              <a:t>();</a:t>
            </a:r>
          </a:p>
          <a:p>
            <a:pPr marL="1168400" indent="0">
              <a:buNone/>
            </a:pPr>
            <a:r>
              <a:rPr lang="en-US" sz="2000" dirty="0">
                <a:latin typeface="Times New Roman" panose="02020603050405020304" pitchFamily="18" charset="0"/>
                <a:cs typeface="Times New Roman" panose="02020603050405020304" pitchFamily="18" charset="0"/>
              </a:rPr>
              <a:t>  enum {red, green, yellow, white, black} Color;</a:t>
            </a:r>
          </a:p>
          <a:p>
            <a:pPr marL="1168400" indent="0">
              <a:buNone/>
            </a:pPr>
            <a:r>
              <a:rPr lang="en-US" sz="2000" dirty="0">
                <a:latin typeface="Times New Roman" panose="02020603050405020304" pitchFamily="18" charset="0"/>
                <a:cs typeface="Times New Roman" panose="02020603050405020304" pitchFamily="18" charset="0"/>
              </a:rPr>
              <a:t> integer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1168400" indent="0">
              <a:buNone/>
            </a:pPr>
            <a:endParaRPr lang="en-US" sz="2000" dirty="0">
              <a:latin typeface="Times New Roman" panose="02020603050405020304" pitchFamily="18" charset="0"/>
              <a:cs typeface="Times New Roman" panose="02020603050405020304" pitchFamily="18" charset="0"/>
            </a:endParaRPr>
          </a:p>
          <a:p>
            <a:pPr marL="1168400" indent="0">
              <a:buNone/>
            </a:pPr>
            <a:r>
              <a:rPr lang="en-US" sz="2000" dirty="0">
                <a:latin typeface="Times New Roman" panose="02020603050405020304" pitchFamily="18" charset="0"/>
                <a:cs typeface="Times New Roman" panose="02020603050405020304" pitchFamily="18" charset="0"/>
              </a:rPr>
              <a:t> initial begin</a:t>
            </a:r>
          </a:p>
          <a:p>
            <a:pPr marL="1168400" indent="0">
              <a:buNone/>
            </a:pPr>
            <a:r>
              <a:rPr lang="en-US" sz="2000" dirty="0">
                <a:latin typeface="Times New Roman" panose="02020603050405020304" pitchFamily="18" charset="0"/>
                <a:cs typeface="Times New Roman" panose="02020603050405020304" pitchFamily="18" charset="0"/>
              </a:rPr>
              <a:t> for(</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=0;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&lt;6;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=i+1)</a:t>
            </a:r>
          </a:p>
          <a:p>
            <a:pPr marL="1168400" indent="0">
              <a:buNone/>
            </a:pPr>
            <a:r>
              <a:rPr lang="en-US" sz="2000" dirty="0">
                <a:latin typeface="Times New Roman" panose="02020603050405020304" pitchFamily="18" charset="0"/>
                <a:cs typeface="Times New Roman" panose="02020603050405020304" pitchFamily="18" charset="0"/>
              </a:rPr>
              <a:t> begin</a:t>
            </a:r>
          </a:p>
          <a:p>
            <a:pPr marL="1168400" indent="0">
              <a:buNone/>
            </a:pPr>
            <a:r>
              <a:rPr lang="en-US" sz="2000" dirty="0">
                <a:latin typeface="Times New Roman" panose="02020603050405020304" pitchFamily="18" charset="0"/>
                <a:cs typeface="Times New Roman" panose="02020603050405020304" pitchFamily="18" charset="0"/>
              </a:rPr>
              <a:t> $display("colors value of the color name %s is = %0d", </a:t>
            </a:r>
            <a:r>
              <a:rPr lang="en-US" sz="2000" dirty="0" err="1">
                <a:latin typeface="Times New Roman" panose="02020603050405020304" pitchFamily="18" charset="0"/>
                <a:cs typeface="Times New Roman" panose="02020603050405020304" pitchFamily="18" charset="0"/>
              </a:rPr>
              <a:t>Color.name,Color</a:t>
            </a:r>
            <a:r>
              <a:rPr lang="en-US" sz="2000" dirty="0">
                <a:latin typeface="Times New Roman" panose="02020603050405020304" pitchFamily="18" charset="0"/>
                <a:cs typeface="Times New Roman" panose="02020603050405020304" pitchFamily="18" charset="0"/>
              </a:rPr>
              <a:t>);</a:t>
            </a:r>
          </a:p>
          <a:p>
            <a:pPr marL="1168400" indent="0">
              <a:buNone/>
            </a:pPr>
            <a:r>
              <a:rPr lang="en-US" sz="2000" dirty="0">
                <a:latin typeface="Times New Roman" panose="02020603050405020304" pitchFamily="18" charset="0"/>
                <a:cs typeface="Times New Roman" panose="02020603050405020304" pitchFamily="18" charset="0"/>
              </a:rPr>
              <a:t> Color = </a:t>
            </a:r>
            <a:r>
              <a:rPr lang="en-US" sz="2000" dirty="0" err="1">
                <a:latin typeface="Times New Roman" panose="02020603050405020304" pitchFamily="18" charset="0"/>
                <a:cs typeface="Times New Roman" panose="02020603050405020304" pitchFamily="18" charset="0"/>
              </a:rPr>
              <a:t>Color.next</a:t>
            </a:r>
            <a:r>
              <a:rPr lang="en-US" sz="2000" dirty="0">
                <a:latin typeface="Times New Roman" panose="02020603050405020304" pitchFamily="18" charset="0"/>
                <a:cs typeface="Times New Roman" panose="02020603050405020304" pitchFamily="18" charset="0"/>
              </a:rPr>
              <a:t>;</a:t>
            </a:r>
          </a:p>
          <a:p>
            <a:pPr marL="1168400" indent="0">
              <a:buNone/>
            </a:pPr>
            <a:r>
              <a:rPr lang="en-US" sz="2000" dirty="0">
                <a:latin typeface="Times New Roman" panose="02020603050405020304" pitchFamily="18" charset="0"/>
                <a:cs typeface="Times New Roman" panose="02020603050405020304" pitchFamily="18" charset="0"/>
              </a:rPr>
              <a:t> end</a:t>
            </a:r>
          </a:p>
          <a:p>
            <a:pPr marL="1168400" indent="0">
              <a:buNone/>
            </a:pPr>
            <a:r>
              <a:rPr lang="en-US" sz="2000" dirty="0">
                <a:latin typeface="Times New Roman" panose="02020603050405020304" pitchFamily="18" charset="0"/>
                <a:cs typeface="Times New Roman" panose="02020603050405020304" pitchFamily="18" charset="0"/>
              </a:rPr>
              <a:t> end</a:t>
            </a:r>
          </a:p>
          <a:p>
            <a:pPr marL="1168400" indent="0">
              <a:buNone/>
            </a:pPr>
            <a:r>
              <a:rPr lang="en-US" sz="2000" dirty="0">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BC57AD-4F37-29B0-BCD1-626C1FBA1D8A}"/>
              </a:ext>
            </a:extLst>
          </p:cNvPr>
          <p:cNvSpPr>
            <a:spLocks noGrp="1"/>
          </p:cNvSpPr>
          <p:nvPr>
            <p:ph type="dt" sz="half" idx="10"/>
          </p:nvPr>
        </p:nvSpPr>
        <p:spPr/>
        <p:txBody>
          <a:bodyPr/>
          <a:lstStyle/>
          <a:p>
            <a:fld id="{987A17B8-CF6C-445B-BA3F-924207AD772A}" type="datetime1">
              <a:rPr lang="en-IN" smtClean="0"/>
              <a:pPr/>
              <a:t>31-10-2025</a:t>
            </a:fld>
            <a:endParaRPr lang="en-IN"/>
          </a:p>
        </p:txBody>
      </p:sp>
      <p:sp>
        <p:nvSpPr>
          <p:cNvPr id="5" name="Footer Placeholder 4">
            <a:extLst>
              <a:ext uri="{FF2B5EF4-FFF2-40B4-BE49-F238E27FC236}">
                <a16:creationId xmlns:a16="http://schemas.microsoft.com/office/drawing/2014/main" id="{8AB1AD3E-49E2-B5DC-8E1D-1CF34583067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4C270F1-35AA-415A-9456-D278F215AF08}"/>
              </a:ext>
            </a:extLst>
          </p:cNvPr>
          <p:cNvSpPr>
            <a:spLocks noGrp="1"/>
          </p:cNvSpPr>
          <p:nvPr>
            <p:ph type="sldNum" sz="quarter" idx="12"/>
          </p:nvPr>
        </p:nvSpPr>
        <p:spPr/>
        <p:txBody>
          <a:bodyPr/>
          <a:lstStyle/>
          <a:p>
            <a:fld id="{56BB8B7D-B437-4E80-9B4F-EB7501C8BBDD}" type="slidenum">
              <a:rPr lang="en-IN" smtClean="0"/>
              <a:pPr/>
              <a:t>26</a:t>
            </a:fld>
            <a:endParaRPr lang="en-IN"/>
          </a:p>
        </p:txBody>
      </p:sp>
    </p:spTree>
    <p:extLst>
      <p:ext uri="{BB962C8B-B14F-4D97-AF65-F5344CB8AC3E}">
        <p14:creationId xmlns:p14="http://schemas.microsoft.com/office/powerpoint/2010/main" val="265238556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37CF-2C6A-03D2-B240-5D343107EB04}"/>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A114FD99-043C-9F90-4DBC-6A9A14EFA73D}"/>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Enumeration Built-In Methods</a:t>
            </a:r>
          </a:p>
          <a:p>
            <a:pPr marL="914400" lvl="2" indent="0">
              <a:buNone/>
            </a:pPr>
            <a:endParaRPr lang="en-IN" dirty="0"/>
          </a:p>
        </p:txBody>
      </p:sp>
      <p:sp>
        <p:nvSpPr>
          <p:cNvPr id="5" name="Date Placeholder 4">
            <a:extLst>
              <a:ext uri="{FF2B5EF4-FFF2-40B4-BE49-F238E27FC236}">
                <a16:creationId xmlns:a16="http://schemas.microsoft.com/office/drawing/2014/main" id="{587A081D-9B4B-59FC-936D-17EC50806250}"/>
              </a:ext>
            </a:extLst>
          </p:cNvPr>
          <p:cNvSpPr>
            <a:spLocks noGrp="1"/>
          </p:cNvSpPr>
          <p:nvPr>
            <p:ph type="dt" sz="half" idx="10"/>
          </p:nvPr>
        </p:nvSpPr>
        <p:spPr/>
        <p:txBody>
          <a:bodyPr/>
          <a:lstStyle/>
          <a:p>
            <a:fld id="{34B1144F-F5B3-428B-B7C6-A321F97E9216}" type="datetime1">
              <a:rPr lang="en-IN" smtClean="0"/>
              <a:pPr/>
              <a:t>31-10-2025</a:t>
            </a:fld>
            <a:endParaRPr lang="en-IN"/>
          </a:p>
        </p:txBody>
      </p:sp>
      <p:sp>
        <p:nvSpPr>
          <p:cNvPr id="6" name="Footer Placeholder 5">
            <a:extLst>
              <a:ext uri="{FF2B5EF4-FFF2-40B4-BE49-F238E27FC236}">
                <a16:creationId xmlns:a16="http://schemas.microsoft.com/office/drawing/2014/main" id="{E7A4726E-AD34-57D9-DDE1-026575AC695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EB8030C-D0D7-B7BC-A705-A16A8C3163E1}"/>
              </a:ext>
            </a:extLst>
          </p:cNvPr>
          <p:cNvSpPr>
            <a:spLocks noGrp="1"/>
          </p:cNvSpPr>
          <p:nvPr>
            <p:ph type="sldNum" sz="quarter" idx="12"/>
          </p:nvPr>
        </p:nvSpPr>
        <p:spPr/>
        <p:txBody>
          <a:bodyPr/>
          <a:lstStyle/>
          <a:p>
            <a:fld id="{56BB8B7D-B437-4E80-9B4F-EB7501C8BBDD}" type="slidenum">
              <a:rPr lang="en-IN" smtClean="0"/>
              <a:pPr/>
              <a:t>27</a:t>
            </a:fld>
            <a:endParaRPr lang="en-IN"/>
          </a:p>
        </p:txBody>
      </p:sp>
      <p:graphicFrame>
        <p:nvGraphicFramePr>
          <p:cNvPr id="4" name="Table 3">
            <a:extLst>
              <a:ext uri="{FF2B5EF4-FFF2-40B4-BE49-F238E27FC236}">
                <a16:creationId xmlns:a16="http://schemas.microsoft.com/office/drawing/2014/main" id="{1D144397-9B6D-70E6-1761-B5C95A153F2B}"/>
              </a:ext>
            </a:extLst>
          </p:cNvPr>
          <p:cNvGraphicFramePr>
            <a:graphicFrameLocks noGrp="1"/>
          </p:cNvGraphicFramePr>
          <p:nvPr>
            <p:extLst>
              <p:ext uri="{D42A27DB-BD31-4B8C-83A1-F6EECF244321}">
                <p14:modId xmlns:p14="http://schemas.microsoft.com/office/powerpoint/2010/main" val="2137922775"/>
              </p:ext>
            </p:extLst>
          </p:nvPr>
        </p:nvGraphicFramePr>
        <p:xfrm>
          <a:off x="1268547" y="1431526"/>
          <a:ext cx="9822425" cy="4341609"/>
        </p:xfrm>
        <a:graphic>
          <a:graphicData uri="http://schemas.openxmlformats.org/drawingml/2006/table">
            <a:tbl>
              <a:tblPr firstRow="1" bandRow="1">
                <a:tableStyleId>{5C22544A-7EE6-4342-B048-85BDC9FD1C3A}</a:tableStyleId>
              </a:tblPr>
              <a:tblGrid>
                <a:gridCol w="1996000">
                  <a:extLst>
                    <a:ext uri="{9D8B030D-6E8A-4147-A177-3AD203B41FA5}">
                      <a16:colId xmlns:a16="http://schemas.microsoft.com/office/drawing/2014/main" val="1303962261"/>
                    </a:ext>
                  </a:extLst>
                </a:gridCol>
                <a:gridCol w="7826425">
                  <a:extLst>
                    <a:ext uri="{9D8B030D-6E8A-4147-A177-3AD203B41FA5}">
                      <a16:colId xmlns:a16="http://schemas.microsoft.com/office/drawing/2014/main" val="655902667"/>
                    </a:ext>
                  </a:extLst>
                </a:gridCol>
              </a:tblGrid>
              <a:tr h="482401">
                <a:tc>
                  <a:txBody>
                    <a:bodyPr/>
                    <a:lstStyle/>
                    <a:p>
                      <a:pPr algn="ctr"/>
                      <a:r>
                        <a:rPr lang="en-IN" sz="2000" dirty="0">
                          <a:latin typeface="Times New Roman" panose="02020603050405020304" pitchFamily="18" charset="0"/>
                          <a:cs typeface="Times New Roman" panose="02020603050405020304" pitchFamily="18" charset="0"/>
                        </a:rPr>
                        <a:t>Method</a:t>
                      </a:r>
                    </a:p>
                  </a:txBody>
                  <a:tcPr/>
                </a:tc>
                <a:tc>
                  <a:txBody>
                    <a:bodyPr/>
                    <a:lstStyle/>
                    <a:p>
                      <a:pPr algn="ctr"/>
                      <a:r>
                        <a:rPr lang="en-IN" sz="20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931636699"/>
                  </a:ext>
                </a:extLst>
              </a:tr>
              <a:tr h="482401">
                <a:tc>
                  <a:txBody>
                    <a:bodyPr/>
                    <a:lstStyle/>
                    <a:p>
                      <a:r>
                        <a:rPr lang="en-IN" sz="2000" dirty="0">
                          <a:latin typeface="Times New Roman" panose="02020603050405020304" pitchFamily="18" charset="0"/>
                          <a:cs typeface="Times New Roman" panose="02020603050405020304" pitchFamily="18" charset="0"/>
                        </a:rPr>
                        <a:t>first() </a:t>
                      </a:r>
                    </a:p>
                  </a:txBody>
                  <a:tcPr/>
                </a:tc>
                <a:tc>
                  <a:txBody>
                    <a:bodyPr/>
                    <a:lstStyle/>
                    <a:p>
                      <a:r>
                        <a:rPr lang="en-US" sz="2000" dirty="0">
                          <a:latin typeface="Times New Roman" panose="02020603050405020304" pitchFamily="18" charset="0"/>
                          <a:cs typeface="Times New Roman" panose="02020603050405020304" pitchFamily="18" charset="0"/>
                        </a:rPr>
                        <a:t>returns the value of the first member of the enumeration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226451"/>
                  </a:ext>
                </a:extLst>
              </a:tr>
              <a:tr h="482401">
                <a:tc>
                  <a:txBody>
                    <a:bodyPr/>
                    <a:lstStyle/>
                    <a:p>
                      <a:r>
                        <a:rPr lang="en-IN" sz="2000" dirty="0">
                          <a:latin typeface="Times New Roman" panose="02020603050405020304" pitchFamily="18" charset="0"/>
                          <a:cs typeface="Times New Roman" panose="02020603050405020304" pitchFamily="18" charset="0"/>
                        </a:rPr>
                        <a:t>last() </a:t>
                      </a:r>
                    </a:p>
                  </a:txBody>
                  <a:tcPr/>
                </a:tc>
                <a:tc>
                  <a:txBody>
                    <a:bodyPr/>
                    <a:lstStyle/>
                    <a:p>
                      <a:r>
                        <a:rPr lang="en-US" sz="2000" dirty="0">
                          <a:latin typeface="Times New Roman" panose="02020603050405020304" pitchFamily="18" charset="0"/>
                          <a:cs typeface="Times New Roman" panose="02020603050405020304" pitchFamily="18" charset="0"/>
                        </a:rPr>
                        <a:t>returns the value of the last member of the enumeration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95032822"/>
                  </a:ext>
                </a:extLst>
              </a:tr>
              <a:tr h="482401">
                <a:tc>
                  <a:txBody>
                    <a:bodyPr/>
                    <a:lstStyle/>
                    <a:p>
                      <a:r>
                        <a:rPr lang="en-IN" sz="2000" dirty="0">
                          <a:latin typeface="Times New Roman" panose="02020603050405020304" pitchFamily="18" charset="0"/>
                          <a:cs typeface="Times New Roman" panose="02020603050405020304" pitchFamily="18" charset="0"/>
                        </a:rPr>
                        <a:t>next() </a:t>
                      </a:r>
                    </a:p>
                  </a:txBody>
                  <a:tcPr/>
                </a:tc>
                <a:tc>
                  <a:txBody>
                    <a:bodyPr/>
                    <a:lstStyle/>
                    <a:p>
                      <a:r>
                        <a:rPr lang="en-US" sz="2000" dirty="0">
                          <a:latin typeface="Times New Roman" panose="02020603050405020304" pitchFamily="18" charset="0"/>
                          <a:cs typeface="Times New Roman" panose="02020603050405020304" pitchFamily="18" charset="0"/>
                        </a:rPr>
                        <a:t>returns the value of next member of the enumeration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42321"/>
                  </a:ext>
                </a:extLst>
              </a:tr>
              <a:tr h="482401">
                <a:tc>
                  <a:txBody>
                    <a:bodyPr/>
                    <a:lstStyle/>
                    <a:p>
                      <a:r>
                        <a:rPr lang="en-IN" sz="2000" dirty="0">
                          <a:latin typeface="Times New Roman" panose="02020603050405020304" pitchFamily="18" charset="0"/>
                          <a:cs typeface="Times New Roman" panose="02020603050405020304" pitchFamily="18" charset="0"/>
                        </a:rPr>
                        <a:t>next(N) </a:t>
                      </a:r>
                    </a:p>
                  </a:txBody>
                  <a:tcPr/>
                </a:tc>
                <a:tc>
                  <a:txBody>
                    <a:bodyPr/>
                    <a:lstStyle/>
                    <a:p>
                      <a:r>
                        <a:rPr lang="en-US" sz="2000" dirty="0">
                          <a:latin typeface="Times New Roman" panose="02020603050405020304" pitchFamily="18" charset="0"/>
                          <a:cs typeface="Times New Roman" panose="02020603050405020304" pitchFamily="18" charset="0"/>
                        </a:rPr>
                        <a:t>returns the value of next Nth member of the enumeration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0832061"/>
                  </a:ext>
                </a:extLst>
              </a:tr>
              <a:tr h="482401">
                <a:tc>
                  <a:txBody>
                    <a:bodyPr/>
                    <a:lstStyle/>
                    <a:p>
                      <a:r>
                        <a:rPr lang="en-IN" sz="2000" dirty="0">
                          <a:latin typeface="Times New Roman" panose="02020603050405020304" pitchFamily="18" charset="0"/>
                          <a:cs typeface="Times New Roman" panose="02020603050405020304" pitchFamily="18" charset="0"/>
                        </a:rPr>
                        <a:t>prev() </a:t>
                      </a:r>
                    </a:p>
                  </a:txBody>
                  <a:tcPr/>
                </a:tc>
                <a:tc>
                  <a:txBody>
                    <a:bodyPr/>
                    <a:lstStyle/>
                    <a:p>
                      <a:r>
                        <a:rPr lang="en-US" sz="2000" dirty="0">
                          <a:latin typeface="Times New Roman" panose="02020603050405020304" pitchFamily="18" charset="0"/>
                          <a:cs typeface="Times New Roman" panose="02020603050405020304" pitchFamily="18" charset="0"/>
                        </a:rPr>
                        <a:t>returns the value of previous member of the enumeration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9052985"/>
                  </a:ext>
                </a:extLst>
              </a:tr>
              <a:tr h="482401">
                <a:tc>
                  <a:txBody>
                    <a:bodyPr/>
                    <a:lstStyle/>
                    <a:p>
                      <a:r>
                        <a:rPr lang="en-IN" sz="2000" dirty="0">
                          <a:latin typeface="Times New Roman" panose="02020603050405020304" pitchFamily="18" charset="0"/>
                          <a:cs typeface="Times New Roman" panose="02020603050405020304" pitchFamily="18" charset="0"/>
                        </a:rPr>
                        <a:t>prev(N)</a:t>
                      </a:r>
                    </a:p>
                  </a:txBody>
                  <a:tcPr/>
                </a:tc>
                <a:tc>
                  <a:txBody>
                    <a:bodyPr/>
                    <a:lstStyle/>
                    <a:p>
                      <a:r>
                        <a:rPr lang="en-US" sz="2000" dirty="0">
                          <a:latin typeface="Times New Roman" panose="02020603050405020304" pitchFamily="18" charset="0"/>
                          <a:cs typeface="Times New Roman" panose="02020603050405020304" pitchFamily="18" charset="0"/>
                        </a:rPr>
                        <a:t>returns the value of previous Nth member of the enumeration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54615894"/>
                  </a:ext>
                </a:extLst>
              </a:tr>
              <a:tr h="482401">
                <a:tc>
                  <a:txBody>
                    <a:bodyPr/>
                    <a:lstStyle/>
                    <a:p>
                      <a:r>
                        <a:rPr lang="en-IN" sz="2000" dirty="0">
                          <a:latin typeface="Times New Roman" panose="02020603050405020304" pitchFamily="18" charset="0"/>
                          <a:cs typeface="Times New Roman" panose="02020603050405020304" pitchFamily="18" charset="0"/>
                        </a:rPr>
                        <a:t>num() </a:t>
                      </a:r>
                    </a:p>
                  </a:txBody>
                  <a:tcPr/>
                </a:tc>
                <a:tc>
                  <a:txBody>
                    <a:bodyPr/>
                    <a:lstStyle/>
                    <a:p>
                      <a:r>
                        <a:rPr lang="en-US" sz="2000" dirty="0">
                          <a:latin typeface="Times New Roman" panose="02020603050405020304" pitchFamily="18" charset="0"/>
                          <a:cs typeface="Times New Roman" panose="02020603050405020304" pitchFamily="18" charset="0"/>
                        </a:rPr>
                        <a:t>returns the number of elements in the given enumeration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8263253"/>
                  </a:ext>
                </a:extLst>
              </a:tr>
              <a:tr h="482401">
                <a:tc>
                  <a:txBody>
                    <a:bodyPr/>
                    <a:lstStyle/>
                    <a:p>
                      <a:r>
                        <a:rPr lang="en-IN" sz="2000" dirty="0">
                          <a:latin typeface="Times New Roman" panose="02020603050405020304" pitchFamily="18" charset="0"/>
                          <a:cs typeface="Times New Roman" panose="02020603050405020304" pitchFamily="18" charset="0"/>
                        </a:rPr>
                        <a:t>name() </a:t>
                      </a:r>
                    </a:p>
                  </a:txBody>
                  <a:tcPr/>
                </a:tc>
                <a:tc>
                  <a:txBody>
                    <a:bodyPr/>
                    <a:lstStyle/>
                    <a:p>
                      <a:r>
                        <a:rPr lang="en-US" sz="2000" dirty="0">
                          <a:latin typeface="Times New Roman" panose="02020603050405020304" pitchFamily="18" charset="0"/>
                          <a:cs typeface="Times New Roman" panose="02020603050405020304" pitchFamily="18" charset="0"/>
                        </a:rPr>
                        <a:t>returns the string representation of the given enumeration 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1366937"/>
                  </a:ext>
                </a:extLst>
              </a:tr>
            </a:tbl>
          </a:graphicData>
        </a:graphic>
      </p:graphicFrame>
    </p:spTree>
    <p:extLst>
      <p:ext uri="{BB962C8B-B14F-4D97-AF65-F5344CB8AC3E}">
        <p14:creationId xmlns:p14="http://schemas.microsoft.com/office/powerpoint/2010/main" val="418729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01B03-46F8-C7BD-CFF1-CAFEEA34D042}"/>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12CFC054-2C2A-C9E9-BF41-4418A19D12AB}"/>
              </a:ext>
            </a:extLst>
          </p:cNvPr>
          <p:cNvSpPr>
            <a:spLocks noGrp="1"/>
          </p:cNvSpPr>
          <p:nvPr>
            <p:ph idx="1"/>
          </p:nvPr>
        </p:nvSpPr>
        <p:spPr>
          <a:xfrm>
            <a:off x="235974" y="995423"/>
            <a:ext cx="11710220" cy="5130742"/>
          </a:xfrm>
        </p:spPr>
        <p:txBody>
          <a:bodyPr>
            <a:normAutofit lnSpcReduction="10000"/>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Array Data Type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 array is a </a:t>
            </a:r>
            <a:r>
              <a:rPr lang="en-US" dirty="0">
                <a:highlight>
                  <a:srgbClr val="FFFF00"/>
                </a:highlight>
                <a:latin typeface="Times New Roman" panose="02020603050405020304" pitchFamily="18" charset="0"/>
                <a:cs typeface="Times New Roman" panose="02020603050405020304" pitchFamily="18" charset="0"/>
              </a:rPr>
              <a:t>collection of variables</a:t>
            </a:r>
            <a:r>
              <a:rPr lang="en-US" dirty="0">
                <a:latin typeface="Times New Roman" panose="02020603050405020304" pitchFamily="18" charset="0"/>
                <a:cs typeface="Times New Roman" panose="02020603050405020304" pitchFamily="18" charset="0"/>
              </a:rPr>
              <a:t>, all of the </a:t>
            </a:r>
            <a:r>
              <a:rPr lang="en-US" dirty="0">
                <a:solidFill>
                  <a:srgbClr val="FF0000"/>
                </a:solidFill>
                <a:latin typeface="Times New Roman" panose="02020603050405020304" pitchFamily="18" charset="0"/>
                <a:cs typeface="Times New Roman" panose="02020603050405020304" pitchFamily="18" charset="0"/>
              </a:rPr>
              <a:t>same type</a:t>
            </a:r>
            <a:r>
              <a:rPr lang="en-US" dirty="0">
                <a:latin typeface="Times New Roman" panose="02020603050405020304" pitchFamily="18" charset="0"/>
                <a:cs typeface="Times New Roman" panose="02020603050405020304" pitchFamily="18" charset="0"/>
              </a:rPr>
              <a:t>, and accessed using the same name plus one or more indices.</a:t>
            </a:r>
          </a:p>
          <a:p>
            <a:pPr lvl="2">
              <a:buFont typeface="Wingdings" panose="05000000000000000000" pitchFamily="2" charset="2"/>
              <a:buChar char="v"/>
            </a:pPr>
            <a:r>
              <a:rPr lang="en-IN" dirty="0">
                <a:solidFill>
                  <a:schemeClr val="tx2">
                    <a:lumMod val="60000"/>
                    <a:lumOff val="40000"/>
                  </a:schemeClr>
                </a:solidFill>
                <a:latin typeface="Times New Roman" panose="02020603050405020304" pitchFamily="18" charset="0"/>
                <a:cs typeface="Times New Roman" panose="02020603050405020304" pitchFamily="18" charset="0"/>
              </a:rPr>
              <a:t>Types of Arrays in SV</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Static Array.</a:t>
            </a:r>
          </a:p>
          <a:p>
            <a:pPr lvl="4">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Packed Array</a:t>
            </a:r>
          </a:p>
          <a:p>
            <a:pPr lvl="4">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Unpacked Array</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Dynamic Array.</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Associative Array.</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Queue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While </a:t>
            </a:r>
            <a:r>
              <a:rPr lang="en-US" b="1" dirty="0">
                <a:solidFill>
                  <a:srgbClr val="FF0000"/>
                </a:solidFill>
                <a:latin typeface="Times New Roman" panose="02020603050405020304" pitchFamily="18" charset="0"/>
                <a:cs typeface="Times New Roman" panose="02020603050405020304" pitchFamily="18" charset="0"/>
              </a:rPr>
              <a:t>packed</a:t>
            </a:r>
            <a:r>
              <a:rPr lang="en-US" dirty="0">
                <a:latin typeface="Times New Roman" panose="02020603050405020304" pitchFamily="18" charset="0"/>
                <a:cs typeface="Times New Roman" panose="02020603050405020304" pitchFamily="18" charset="0"/>
              </a:rPr>
              <a:t> and </a:t>
            </a:r>
            <a:r>
              <a:rPr lang="en-US" b="1" dirty="0">
                <a:solidFill>
                  <a:srgbClr val="FF0000"/>
                </a:solidFill>
                <a:latin typeface="Times New Roman" panose="02020603050405020304" pitchFamily="18" charset="0"/>
                <a:cs typeface="Times New Roman" panose="02020603050405020304" pitchFamily="18" charset="0"/>
              </a:rPr>
              <a:t>unpacked</a:t>
            </a:r>
            <a:r>
              <a:rPr lang="en-US" dirty="0">
                <a:latin typeface="Times New Roman" panose="02020603050405020304" pitchFamily="18" charset="0"/>
                <a:cs typeface="Times New Roman" panose="02020603050405020304" pitchFamily="18" charset="0"/>
              </a:rPr>
              <a:t> are not types themselves, they are </a:t>
            </a:r>
            <a:r>
              <a:rPr lang="en-US" b="1" dirty="0">
                <a:solidFill>
                  <a:srgbClr val="FF0000"/>
                </a:solidFill>
                <a:latin typeface="Times New Roman" panose="02020603050405020304" pitchFamily="18" charset="0"/>
                <a:cs typeface="Times New Roman" panose="02020603050405020304" pitchFamily="18" charset="0"/>
              </a:rPr>
              <a:t>modifiers</a:t>
            </a:r>
            <a:r>
              <a:rPr lang="en-US" dirty="0">
                <a:latin typeface="Times New Roman" panose="02020603050405020304" pitchFamily="18" charset="0"/>
                <a:cs typeface="Times New Roman" panose="02020603050405020304" pitchFamily="18" charset="0"/>
              </a:rPr>
              <a:t> that affect how arrays are declared and how the elements are stored in memory.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766169D-2EB7-223E-83C3-D0B75E454AD6}"/>
              </a:ext>
            </a:extLst>
          </p:cNvPr>
          <p:cNvSpPr>
            <a:spLocks noGrp="1"/>
          </p:cNvSpPr>
          <p:nvPr>
            <p:ph type="dt" sz="half" idx="10"/>
          </p:nvPr>
        </p:nvSpPr>
        <p:spPr/>
        <p:txBody>
          <a:bodyPr/>
          <a:lstStyle/>
          <a:p>
            <a:fld id="{3AF7CFA6-8132-4358-8F4D-5AE03D9C9330}" type="datetime1">
              <a:rPr lang="en-IN" smtClean="0"/>
              <a:pPr/>
              <a:t>31-10-2025</a:t>
            </a:fld>
            <a:endParaRPr lang="en-IN"/>
          </a:p>
        </p:txBody>
      </p:sp>
      <p:sp>
        <p:nvSpPr>
          <p:cNvPr id="5" name="Footer Placeholder 4">
            <a:extLst>
              <a:ext uri="{FF2B5EF4-FFF2-40B4-BE49-F238E27FC236}">
                <a16:creationId xmlns:a16="http://schemas.microsoft.com/office/drawing/2014/main" id="{129F38AA-B4E6-A32E-04EE-9F3403E80B0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D745EFB-B4D3-E1E7-605C-B9FBAC3C5E17}"/>
              </a:ext>
            </a:extLst>
          </p:cNvPr>
          <p:cNvSpPr>
            <a:spLocks noGrp="1"/>
          </p:cNvSpPr>
          <p:nvPr>
            <p:ph type="sldNum" sz="quarter" idx="12"/>
          </p:nvPr>
        </p:nvSpPr>
        <p:spPr/>
        <p:txBody>
          <a:bodyPr/>
          <a:lstStyle/>
          <a:p>
            <a:fld id="{56BB8B7D-B437-4E80-9B4F-EB7501C8BBDD}" type="slidenum">
              <a:rPr lang="en-IN" smtClean="0"/>
              <a:pPr/>
              <a:t>28</a:t>
            </a:fld>
            <a:endParaRPr lang="en-IN"/>
          </a:p>
        </p:txBody>
      </p:sp>
    </p:spTree>
    <p:extLst>
      <p:ext uri="{BB962C8B-B14F-4D97-AF65-F5344CB8AC3E}">
        <p14:creationId xmlns:p14="http://schemas.microsoft.com/office/powerpoint/2010/main" val="2504509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071D-5263-F6CD-4A63-2A47AAAAF3B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E6EC7DC-C92B-84AB-10B4-E36CF5D8B765}"/>
              </a:ext>
            </a:extLst>
          </p:cNvPr>
          <p:cNvSpPr>
            <a:spLocks noGrp="1"/>
          </p:cNvSpPr>
          <p:nvPr>
            <p:ph idx="1"/>
          </p:nvPr>
        </p:nvSpPr>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Arrays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SystemVerilog </a:t>
            </a:r>
            <a:r>
              <a:rPr lang="en-US" dirty="0">
                <a:highlight>
                  <a:srgbClr val="FFFF00"/>
                </a:highlight>
                <a:latin typeface="Times New Roman" panose="02020603050405020304" pitchFamily="18" charset="0"/>
                <a:cs typeface="Times New Roman" panose="02020603050405020304" pitchFamily="18" charset="0"/>
              </a:rPr>
              <a:t>Static Arrays are fixed-size arrays </a:t>
            </a:r>
            <a:r>
              <a:rPr lang="en-US" dirty="0">
                <a:latin typeface="Times New Roman" panose="02020603050405020304" pitchFamily="18" charset="0"/>
                <a:cs typeface="Times New Roman" panose="02020603050405020304" pitchFamily="18" charset="0"/>
              </a:rPr>
              <a:t>whose size is determined at </a:t>
            </a:r>
            <a:r>
              <a:rPr lang="en-US" dirty="0">
                <a:solidFill>
                  <a:srgbClr val="FF0000"/>
                </a:solidFill>
                <a:latin typeface="Times New Roman" panose="02020603050405020304" pitchFamily="18" charset="0"/>
                <a:cs typeface="Times New Roman" panose="02020603050405020304" pitchFamily="18" charset="0"/>
              </a:rPr>
              <a:t>compile time</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They are </a:t>
            </a:r>
            <a:r>
              <a:rPr lang="en-US" dirty="0">
                <a:solidFill>
                  <a:srgbClr val="FF0000"/>
                </a:solidFill>
                <a:latin typeface="Times New Roman" panose="02020603050405020304" pitchFamily="18" charset="0"/>
                <a:cs typeface="Times New Roman" panose="02020603050405020304" pitchFamily="18" charset="0"/>
              </a:rPr>
              <a:t>automatically created </a:t>
            </a:r>
            <a:r>
              <a:rPr lang="en-US" dirty="0">
                <a:latin typeface="Times New Roman" panose="02020603050405020304" pitchFamily="18" charset="0"/>
                <a:cs typeface="Times New Roman" panose="02020603050405020304" pitchFamily="18" charset="0"/>
              </a:rPr>
              <a:t>when declared and </a:t>
            </a:r>
            <a:r>
              <a:rPr lang="en-US" dirty="0">
                <a:solidFill>
                  <a:srgbClr val="FF0000"/>
                </a:solidFill>
                <a:latin typeface="Times New Roman" panose="02020603050405020304" pitchFamily="18" charset="0"/>
                <a:cs typeface="Times New Roman" panose="02020603050405020304" pitchFamily="18" charset="0"/>
              </a:rPr>
              <a:t>initialized to 0 by default</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There </a:t>
            </a:r>
            <a:r>
              <a:rPr lang="en-US" dirty="0">
                <a:solidFill>
                  <a:srgbClr val="FF0000"/>
                </a:solidFill>
                <a:latin typeface="Times New Roman" panose="02020603050405020304" pitchFamily="18" charset="0"/>
                <a:cs typeface="Times New Roman" panose="02020603050405020304" pitchFamily="18" charset="0"/>
              </a:rPr>
              <a:t>is no need to dynamically allocate or resize these arrays </a:t>
            </a:r>
            <a:r>
              <a:rPr lang="en-US" dirty="0">
                <a:latin typeface="Times New Roman" panose="02020603050405020304" pitchFamily="18" charset="0"/>
                <a:cs typeface="Times New Roman" panose="02020603050405020304" pitchFamily="18" charset="0"/>
              </a:rPr>
              <a:t>during simulation, and their size remains constant throughout the simulation.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Static arrays are further categorized into </a:t>
            </a:r>
            <a:r>
              <a:rPr lang="en-US" dirty="0">
                <a:solidFill>
                  <a:srgbClr val="FF0000"/>
                </a:solidFill>
                <a:latin typeface="Times New Roman" panose="02020603050405020304" pitchFamily="18" charset="0"/>
                <a:cs typeface="Times New Roman" panose="02020603050405020304" pitchFamily="18" charset="0"/>
              </a:rPr>
              <a:t>packed</a:t>
            </a:r>
            <a:r>
              <a:rPr lang="en-US" dirty="0">
                <a:latin typeface="Times New Roman" panose="02020603050405020304" pitchFamily="18" charset="0"/>
                <a:cs typeface="Times New Roman" panose="02020603050405020304" pitchFamily="18" charset="0"/>
              </a:rPr>
              <a:t> and </a:t>
            </a:r>
            <a:r>
              <a:rPr lang="en-US" dirty="0">
                <a:solidFill>
                  <a:srgbClr val="FF0000"/>
                </a:solidFill>
                <a:latin typeface="Times New Roman" panose="02020603050405020304" pitchFamily="18" charset="0"/>
                <a:cs typeface="Times New Roman" panose="02020603050405020304" pitchFamily="18" charset="0"/>
              </a:rPr>
              <a:t>unpacked</a:t>
            </a:r>
            <a:r>
              <a:rPr lang="en-US" dirty="0">
                <a:latin typeface="Times New Roman" panose="02020603050405020304" pitchFamily="18" charset="0"/>
                <a:cs typeface="Times New Roman" panose="02020603050405020304" pitchFamily="18" charset="0"/>
              </a:rPr>
              <a:t> arrays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Examples </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bit</a:t>
            </a:r>
            <a:r>
              <a:rPr lang="en-IN" sz="2400" dirty="0">
                <a:latin typeface="Times New Roman" panose="02020603050405020304" pitchFamily="18" charset="0"/>
                <a:cs typeface="Times New Roman" panose="02020603050405020304" pitchFamily="18" charset="0"/>
              </a:rPr>
              <a:t> </a:t>
            </a:r>
            <a:r>
              <a:rPr lang="en-IN" sz="2400" dirty="0">
                <a:solidFill>
                  <a:schemeClr val="accent4">
                    <a:lumMod val="75000"/>
                  </a:schemeClr>
                </a:solidFill>
                <a:latin typeface="Times New Roman" panose="02020603050405020304" pitchFamily="18" charset="0"/>
                <a:cs typeface="Times New Roman" panose="02020603050405020304" pitchFamily="18" charset="0"/>
              </a:rPr>
              <a:t>[3:0] </a:t>
            </a:r>
            <a:r>
              <a:rPr lang="en-IN" sz="2400" dirty="0" err="1">
                <a:solidFill>
                  <a:schemeClr val="accent5">
                    <a:lumMod val="75000"/>
                  </a:schemeClr>
                </a:solidFill>
                <a:latin typeface="Times New Roman" panose="02020603050405020304" pitchFamily="18" charset="0"/>
                <a:cs typeface="Times New Roman" panose="02020603050405020304" pitchFamily="18" charset="0"/>
              </a:rPr>
              <a:t>my_arr</a:t>
            </a:r>
            <a:r>
              <a:rPr lang="en-IN" sz="2400" dirty="0">
                <a:solidFill>
                  <a:schemeClr val="accent5">
                    <a:lumMod val="75000"/>
                  </a:schemeClr>
                </a:solidFill>
                <a:latin typeface="Times New Roman" panose="02020603050405020304" pitchFamily="18" charset="0"/>
                <a:cs typeface="Times New Roman" panose="02020603050405020304" pitchFamily="18" charset="0"/>
              </a:rPr>
              <a:t>  </a:t>
            </a:r>
            <a:r>
              <a:rPr lang="en-IN" sz="2400" dirty="0">
                <a:solidFill>
                  <a:schemeClr val="accent3">
                    <a:lumMod val="75000"/>
                  </a:schemeClr>
                </a:solidFill>
                <a:latin typeface="Times New Roman" panose="02020603050405020304" pitchFamily="18" charset="0"/>
                <a:cs typeface="Times New Roman" panose="02020603050405020304" pitchFamily="18" charset="0"/>
              </a:rPr>
              <a:t>// Packed Array</a:t>
            </a:r>
          </a:p>
          <a:p>
            <a:pPr lvl="3">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bit </a:t>
            </a:r>
            <a:r>
              <a:rPr lang="en-IN" sz="2400" dirty="0">
                <a:solidFill>
                  <a:schemeClr val="accent4">
                    <a:lumMod val="75000"/>
                  </a:schemeClr>
                </a:solidFill>
                <a:latin typeface="Times New Roman" panose="02020603050405020304" pitchFamily="18" charset="0"/>
                <a:cs typeface="Times New Roman" panose="02020603050405020304" pitchFamily="18" charset="0"/>
              </a:rPr>
              <a:t>[3:0] </a:t>
            </a:r>
            <a:r>
              <a:rPr lang="en-IN" sz="2400" dirty="0" err="1">
                <a:solidFill>
                  <a:schemeClr val="accent5">
                    <a:lumMod val="75000"/>
                  </a:schemeClr>
                </a:solidFill>
                <a:latin typeface="Times New Roman" panose="02020603050405020304" pitchFamily="18" charset="0"/>
                <a:cs typeface="Times New Roman" panose="02020603050405020304" pitchFamily="18" charset="0"/>
              </a:rPr>
              <a:t>my_arr</a:t>
            </a:r>
            <a:r>
              <a:rPr lang="en-IN" sz="2400" dirty="0">
                <a:solidFill>
                  <a:schemeClr val="accent5">
                    <a:lumMod val="75000"/>
                  </a:schemeClr>
                </a:solidFill>
                <a:latin typeface="Times New Roman" panose="02020603050405020304" pitchFamily="18" charset="0"/>
                <a:cs typeface="Times New Roman" panose="02020603050405020304" pitchFamily="18" charset="0"/>
              </a:rPr>
              <a:t> </a:t>
            </a:r>
            <a:r>
              <a:rPr lang="en-IN" sz="2400" dirty="0">
                <a:solidFill>
                  <a:schemeClr val="accent4">
                    <a:lumMod val="75000"/>
                  </a:schemeClr>
                </a:solidFill>
                <a:latin typeface="Times New Roman" panose="02020603050405020304" pitchFamily="18" charset="0"/>
                <a:cs typeface="Times New Roman" panose="02020603050405020304" pitchFamily="18" charset="0"/>
              </a:rPr>
              <a:t>[5:0]  </a:t>
            </a:r>
            <a:r>
              <a:rPr lang="en-IN" sz="2400" dirty="0">
                <a:solidFill>
                  <a:schemeClr val="accent3">
                    <a:lumMod val="75000"/>
                  </a:schemeClr>
                </a:solidFill>
                <a:latin typeface="Times New Roman" panose="02020603050405020304" pitchFamily="18" charset="0"/>
                <a:cs typeface="Times New Roman" panose="02020603050405020304" pitchFamily="18" charset="0"/>
              </a:rPr>
              <a:t>// unpacked Array</a:t>
            </a:r>
          </a:p>
        </p:txBody>
      </p:sp>
      <p:sp>
        <p:nvSpPr>
          <p:cNvPr id="4" name="Date Placeholder 3">
            <a:extLst>
              <a:ext uri="{FF2B5EF4-FFF2-40B4-BE49-F238E27FC236}">
                <a16:creationId xmlns:a16="http://schemas.microsoft.com/office/drawing/2014/main" id="{603468A5-AC57-B8B5-5842-FDD453683B96}"/>
              </a:ext>
            </a:extLst>
          </p:cNvPr>
          <p:cNvSpPr>
            <a:spLocks noGrp="1"/>
          </p:cNvSpPr>
          <p:nvPr>
            <p:ph type="dt" sz="half" idx="10"/>
          </p:nvPr>
        </p:nvSpPr>
        <p:spPr/>
        <p:txBody>
          <a:bodyPr/>
          <a:lstStyle/>
          <a:p>
            <a:fld id="{9D41DE4D-B3A2-460C-8EF0-0B0153E516DE}" type="datetime1">
              <a:rPr lang="en-IN" smtClean="0"/>
              <a:pPr/>
              <a:t>31-10-2025</a:t>
            </a:fld>
            <a:endParaRPr lang="en-IN"/>
          </a:p>
        </p:txBody>
      </p:sp>
      <p:sp>
        <p:nvSpPr>
          <p:cNvPr id="5" name="Footer Placeholder 4">
            <a:extLst>
              <a:ext uri="{FF2B5EF4-FFF2-40B4-BE49-F238E27FC236}">
                <a16:creationId xmlns:a16="http://schemas.microsoft.com/office/drawing/2014/main" id="{B8116A4E-8B92-9206-D76D-F7842693F1D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63DAB00-93A4-98EA-5802-C4CC4BC18936}"/>
              </a:ext>
            </a:extLst>
          </p:cNvPr>
          <p:cNvSpPr>
            <a:spLocks noGrp="1"/>
          </p:cNvSpPr>
          <p:nvPr>
            <p:ph type="sldNum" sz="quarter" idx="12"/>
          </p:nvPr>
        </p:nvSpPr>
        <p:spPr/>
        <p:txBody>
          <a:bodyPr/>
          <a:lstStyle/>
          <a:p>
            <a:fld id="{56BB8B7D-B437-4E80-9B4F-EB7501C8BBDD}" type="slidenum">
              <a:rPr lang="en-IN" smtClean="0"/>
              <a:pPr/>
              <a:t>29</a:t>
            </a:fld>
            <a:endParaRPr lang="en-IN"/>
          </a:p>
        </p:txBody>
      </p:sp>
    </p:spTree>
    <p:extLst>
      <p:ext uri="{BB962C8B-B14F-4D97-AF65-F5344CB8AC3E}">
        <p14:creationId xmlns:p14="http://schemas.microsoft.com/office/powerpoint/2010/main" val="3502298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2AFF-9F98-0FCF-501B-FE05934421F2}"/>
              </a:ext>
            </a:extLst>
          </p:cNvPr>
          <p:cNvSpPr>
            <a:spLocks noGrp="1"/>
          </p:cNvSpPr>
          <p:nvPr>
            <p:ph type="title"/>
          </p:nvPr>
        </p:nvSpPr>
        <p:spPr>
          <a:xfrm>
            <a:off x="559099" y="17462"/>
            <a:ext cx="10972800" cy="1143000"/>
          </a:xfrm>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7393FB21-E90F-30BE-624A-7D771D19D105}"/>
              </a:ext>
            </a:extLst>
          </p:cNvPr>
          <p:cNvSpPr>
            <a:spLocks noGrp="1"/>
          </p:cNvSpPr>
          <p:nvPr>
            <p:ph idx="1"/>
          </p:nvPr>
        </p:nvSpPr>
        <p:spPr>
          <a:xfrm>
            <a:off x="460513" y="1124430"/>
            <a:ext cx="10972800" cy="4525963"/>
          </a:xfrm>
        </p:spPr>
        <p:txBody>
          <a:bodyPr/>
          <a:lstStyle/>
          <a:p>
            <a:pPr lvl="1">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Packed Arrays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term packed array is used to refer to the </a:t>
            </a:r>
            <a:r>
              <a:rPr lang="en-US" dirty="0">
                <a:highlight>
                  <a:srgbClr val="FFFF00"/>
                </a:highlight>
                <a:latin typeface="Times New Roman" panose="02020603050405020304" pitchFamily="18" charset="0"/>
                <a:cs typeface="Times New Roman" panose="02020603050405020304" pitchFamily="18" charset="0"/>
              </a:rPr>
              <a:t>dimensions declared before the data identifier name</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a:t>
            </a:r>
          </a:p>
          <a:p>
            <a:pPr lvl="3">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logic</a:t>
            </a:r>
            <a:r>
              <a:rPr lang="en-US" sz="2400" dirty="0">
                <a:latin typeface="Times New Roman" panose="02020603050405020304" pitchFamily="18" charset="0"/>
                <a:cs typeface="Times New Roman" panose="02020603050405020304" pitchFamily="18" charset="0"/>
              </a:rPr>
              <a:t> </a:t>
            </a:r>
            <a:r>
              <a:rPr lang="en-US" sz="2400" dirty="0">
                <a:solidFill>
                  <a:schemeClr val="accent4">
                    <a:lumMod val="75000"/>
                  </a:schemeClr>
                </a:solidFill>
                <a:latin typeface="Times New Roman" panose="02020603050405020304" pitchFamily="18" charset="0"/>
                <a:cs typeface="Times New Roman" panose="02020603050405020304" pitchFamily="18" charset="0"/>
              </a:rPr>
              <a:t>[9:0] </a:t>
            </a:r>
            <a:r>
              <a:rPr lang="en-US" sz="2400" dirty="0" err="1">
                <a:solidFill>
                  <a:schemeClr val="accent5">
                    <a:lumMod val="75000"/>
                  </a:schemeClr>
                </a:solidFill>
                <a:latin typeface="Times New Roman" panose="02020603050405020304" pitchFamily="18" charset="0"/>
                <a:cs typeface="Times New Roman" panose="02020603050405020304" pitchFamily="18" charset="0"/>
              </a:rPr>
              <a:t>my_data</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a:t>
            </a:r>
            <a:r>
              <a:rPr lang="en-US" dirty="0">
                <a:solidFill>
                  <a:srgbClr val="FF0000"/>
                </a:solidFill>
                <a:latin typeface="Times New Roman" panose="02020603050405020304" pitchFamily="18" charset="0"/>
                <a:cs typeface="Times New Roman" panose="02020603050405020304" pitchFamily="18" charset="0"/>
              </a:rPr>
              <a:t>one-dimensional packed </a:t>
            </a:r>
            <a:r>
              <a:rPr lang="en-US" dirty="0">
                <a:latin typeface="Times New Roman" panose="02020603050405020304" pitchFamily="18" charset="0"/>
                <a:cs typeface="Times New Roman" panose="02020603050405020304" pitchFamily="18" charset="0"/>
              </a:rPr>
              <a:t>array is also called as a </a:t>
            </a:r>
            <a:r>
              <a:rPr lang="en-US" dirty="0">
                <a:solidFill>
                  <a:srgbClr val="FF0000"/>
                </a:solidFill>
                <a:latin typeface="Times New Roman" panose="02020603050405020304" pitchFamily="18" charset="0"/>
                <a:cs typeface="Times New Roman" panose="02020603050405020304" pitchFamily="18" charset="0"/>
              </a:rPr>
              <a:t>vector</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09D868-0C5A-ABB3-1330-7BFD61069BB5}"/>
              </a:ext>
            </a:extLst>
          </p:cNvPr>
          <p:cNvSpPr>
            <a:spLocks noGrp="1"/>
          </p:cNvSpPr>
          <p:nvPr>
            <p:ph type="dt" sz="half" idx="10"/>
          </p:nvPr>
        </p:nvSpPr>
        <p:spPr/>
        <p:txBody>
          <a:bodyPr/>
          <a:lstStyle/>
          <a:p>
            <a:fld id="{243B95AA-5F6D-4D0C-BF4F-09C61C66F261}" type="datetime1">
              <a:rPr lang="en-IN" smtClean="0"/>
              <a:pPr/>
              <a:t>31-10-2025</a:t>
            </a:fld>
            <a:endParaRPr lang="en-IN"/>
          </a:p>
        </p:txBody>
      </p:sp>
      <p:sp>
        <p:nvSpPr>
          <p:cNvPr id="6" name="Footer Placeholder 5">
            <a:extLst>
              <a:ext uri="{FF2B5EF4-FFF2-40B4-BE49-F238E27FC236}">
                <a16:creationId xmlns:a16="http://schemas.microsoft.com/office/drawing/2014/main" id="{B572914C-3D78-9D12-0510-3937535529F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B4FFC20-C524-3171-FEF1-908478DD95B6}"/>
              </a:ext>
            </a:extLst>
          </p:cNvPr>
          <p:cNvSpPr>
            <a:spLocks noGrp="1"/>
          </p:cNvSpPr>
          <p:nvPr>
            <p:ph type="sldNum" sz="quarter" idx="12"/>
          </p:nvPr>
        </p:nvSpPr>
        <p:spPr/>
        <p:txBody>
          <a:bodyPr/>
          <a:lstStyle/>
          <a:p>
            <a:fld id="{56BB8B7D-B437-4E80-9B4F-EB7501C8BBDD}" type="slidenum">
              <a:rPr lang="en-IN" smtClean="0"/>
              <a:pPr/>
              <a:t>30</a:t>
            </a:fld>
            <a:endParaRPr lang="en-IN"/>
          </a:p>
        </p:txBody>
      </p:sp>
      <p:pic>
        <p:nvPicPr>
          <p:cNvPr id="5" name="Picture 4">
            <a:extLst>
              <a:ext uri="{FF2B5EF4-FFF2-40B4-BE49-F238E27FC236}">
                <a16:creationId xmlns:a16="http://schemas.microsoft.com/office/drawing/2014/main" id="{4094E010-649A-57F5-DBE3-49A0B4A6889B}"/>
              </a:ext>
            </a:extLst>
          </p:cNvPr>
          <p:cNvPicPr>
            <a:picLocks noChangeAspect="1"/>
          </p:cNvPicPr>
          <p:nvPr/>
        </p:nvPicPr>
        <p:blipFill>
          <a:blip r:embed="rId2"/>
          <a:stretch>
            <a:fillRect/>
          </a:stretch>
        </p:blipFill>
        <p:spPr>
          <a:xfrm>
            <a:off x="1382053" y="3646386"/>
            <a:ext cx="9326891" cy="2791617"/>
          </a:xfrm>
          <a:prstGeom prst="rect">
            <a:avLst/>
          </a:prstGeom>
        </p:spPr>
      </p:pic>
    </p:spTree>
    <p:extLst>
      <p:ext uri="{BB962C8B-B14F-4D97-AF65-F5344CB8AC3E}">
        <p14:creationId xmlns:p14="http://schemas.microsoft.com/office/powerpoint/2010/main" val="2151290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7DAE-D8FF-7960-5484-95CD7A0AFDB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6797BA1-92DC-54FF-380F-B122868C3180}"/>
              </a:ext>
            </a:extLst>
          </p:cNvPr>
          <p:cNvSpPr>
            <a:spLocks noGrp="1"/>
          </p:cNvSpPr>
          <p:nvPr>
            <p:ph idx="1"/>
          </p:nvPr>
        </p:nvSpPr>
        <p:spPr/>
        <p:txBody>
          <a:bodyPr>
            <a:normAutofit lnSpcReduction="10000"/>
          </a:bodyPr>
          <a:lstStyle/>
          <a:p>
            <a:pPr marL="809625"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single_arry</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logic [11:0] </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a:t>
            </a:r>
          </a:p>
          <a:p>
            <a:pPr marL="809625" indent="0">
              <a:buNone/>
            </a:pPr>
            <a:endParaRPr lang="en-US" sz="2000" dirty="0">
              <a:latin typeface="Times New Roman" panose="02020603050405020304" pitchFamily="18" charset="0"/>
              <a:cs typeface="Times New Roman" panose="02020603050405020304" pitchFamily="18" charset="0"/>
            </a:endParaRPr>
          </a:p>
          <a:p>
            <a:pPr marL="809625" indent="0">
              <a:buNone/>
            </a:pPr>
            <a:r>
              <a:rPr lang="en-US" sz="2000" dirty="0">
                <a:latin typeface="Times New Roman" panose="02020603050405020304" pitchFamily="18" charset="0"/>
                <a:cs typeface="Times New Roman" panose="02020603050405020304" pitchFamily="18" charset="0"/>
              </a:rPr>
              <a:t>initial </a:t>
            </a:r>
          </a:p>
          <a:p>
            <a:pPr marL="809625" indent="0">
              <a:buNone/>
            </a:pPr>
            <a:r>
              <a:rPr lang="en-US" sz="2000" dirty="0">
                <a:latin typeface="Times New Roman" panose="02020603050405020304" pitchFamily="18" charset="0"/>
                <a:cs typeface="Times New Roman" panose="02020603050405020304" pitchFamily="18" charset="0"/>
              </a:rPr>
              <a:t>begin</a:t>
            </a:r>
          </a:p>
          <a:p>
            <a:pPr marL="809625" indent="0">
              <a:buNone/>
            </a:pP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 12'hABC;</a:t>
            </a:r>
          </a:p>
          <a:p>
            <a:pPr marL="809625" indent="0">
              <a:buNone/>
            </a:pPr>
            <a:endParaRPr lang="en-US" sz="2000" dirty="0">
              <a:latin typeface="Times New Roman" panose="02020603050405020304" pitchFamily="18" charset="0"/>
              <a:cs typeface="Times New Roman" panose="02020603050405020304" pitchFamily="18" charset="0"/>
            </a:endParaRPr>
          </a:p>
          <a:p>
            <a:pPr marL="809625" indent="0">
              <a:buNone/>
            </a:pPr>
            <a:r>
              <a:rPr lang="en-US" sz="2000" dirty="0">
                <a:latin typeface="Times New Roman" panose="02020603050405020304" pitchFamily="18" charset="0"/>
                <a:cs typeface="Times New Roman" panose="02020603050405020304" pitchFamily="18" charset="0"/>
              </a:rPr>
              <a:t>for (int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=0;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 $size(</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i+1)</a:t>
            </a:r>
          </a:p>
          <a:p>
            <a:pPr marL="809625" indent="0">
              <a:buNone/>
            </a:pPr>
            <a:r>
              <a:rPr lang="en-US" sz="2000" dirty="0">
                <a:latin typeface="Times New Roman" panose="02020603050405020304" pitchFamily="18" charset="0"/>
                <a:cs typeface="Times New Roman" panose="02020603050405020304" pitchFamily="18" charset="0"/>
              </a:rPr>
              <a:t>begin</a:t>
            </a:r>
          </a:p>
          <a:p>
            <a:pPr marL="809625" indent="0">
              <a:buNone/>
            </a:pPr>
            <a:r>
              <a:rPr lang="en-US" sz="2000" dirty="0">
                <a:latin typeface="Times New Roman" panose="02020603050405020304" pitchFamily="18" charset="0"/>
                <a:cs typeface="Times New Roman" panose="02020603050405020304" pitchFamily="18" charset="0"/>
              </a:rPr>
              <a:t>$display("</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[%0d] = %0b",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end</a:t>
            </a:r>
          </a:p>
          <a:p>
            <a:pPr marL="809625" indent="0">
              <a:buNone/>
            </a:pPr>
            <a:r>
              <a:rPr lang="en-US" sz="2000" dirty="0">
                <a:latin typeface="Times New Roman" panose="02020603050405020304" pitchFamily="18" charset="0"/>
                <a:cs typeface="Times New Roman" panose="02020603050405020304" pitchFamily="18" charset="0"/>
              </a:rPr>
              <a:t>end</a:t>
            </a:r>
          </a:p>
          <a:p>
            <a:pPr marL="809625" indent="0">
              <a:buNone/>
            </a:pPr>
            <a:r>
              <a:rPr lang="en-US" sz="2000" dirty="0">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2D304B6-F932-A5BC-5F24-F62089CDCDC3}"/>
              </a:ext>
            </a:extLst>
          </p:cNvPr>
          <p:cNvSpPr>
            <a:spLocks noGrp="1"/>
          </p:cNvSpPr>
          <p:nvPr>
            <p:ph type="dt" sz="half" idx="10"/>
          </p:nvPr>
        </p:nvSpPr>
        <p:spPr/>
        <p:txBody>
          <a:bodyPr/>
          <a:lstStyle/>
          <a:p>
            <a:fld id="{3FB63538-3386-4823-8DD1-DA3B33A2A791}" type="datetime1">
              <a:rPr lang="en-IN" smtClean="0"/>
              <a:pPr/>
              <a:t>31-10-2025</a:t>
            </a:fld>
            <a:endParaRPr lang="en-IN"/>
          </a:p>
        </p:txBody>
      </p:sp>
      <p:sp>
        <p:nvSpPr>
          <p:cNvPr id="5" name="Footer Placeholder 4">
            <a:extLst>
              <a:ext uri="{FF2B5EF4-FFF2-40B4-BE49-F238E27FC236}">
                <a16:creationId xmlns:a16="http://schemas.microsoft.com/office/drawing/2014/main" id="{1BC6AA95-F162-E96D-2B9F-7591B98C46E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8FD77EA-19A2-9543-662D-5C30E992F306}"/>
              </a:ext>
            </a:extLst>
          </p:cNvPr>
          <p:cNvSpPr>
            <a:spLocks noGrp="1"/>
          </p:cNvSpPr>
          <p:nvPr>
            <p:ph type="sldNum" sz="quarter" idx="12"/>
          </p:nvPr>
        </p:nvSpPr>
        <p:spPr/>
        <p:txBody>
          <a:bodyPr/>
          <a:lstStyle/>
          <a:p>
            <a:fld id="{56BB8B7D-B437-4E80-9B4F-EB7501C8BBDD}" type="slidenum">
              <a:rPr lang="en-IN" smtClean="0"/>
              <a:pPr/>
              <a:t>31</a:t>
            </a:fld>
            <a:endParaRPr lang="en-IN"/>
          </a:p>
        </p:txBody>
      </p:sp>
    </p:spTree>
    <p:extLst>
      <p:ext uri="{BB962C8B-B14F-4D97-AF65-F5344CB8AC3E}">
        <p14:creationId xmlns:p14="http://schemas.microsoft.com/office/powerpoint/2010/main" val="263188063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9531-BF6E-E075-1D9F-7E2A6089D14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5A1C835-6E1F-D9F2-A5D5-73F0700476D8}"/>
              </a:ext>
            </a:extLst>
          </p:cNvPr>
          <p:cNvSpPr>
            <a:spLocks noGrp="1"/>
          </p:cNvSpPr>
          <p:nvPr>
            <p:ph idx="1"/>
          </p:nvPr>
        </p:nvSpPr>
        <p:spPr>
          <a:xfrm>
            <a:off x="609599" y="1417638"/>
            <a:ext cx="10972800" cy="4525963"/>
          </a:xfrm>
        </p:spPr>
        <p:txBody>
          <a:bodyPr/>
          <a:lstStyle/>
          <a:p>
            <a:pPr lvl="1">
              <a:buFont typeface="Wingdings" panose="05000000000000000000" pitchFamily="2" charset="2"/>
              <a:buChar char="v"/>
            </a:pPr>
            <a:r>
              <a:rPr lang="en-IN" sz="2400" dirty="0">
                <a:solidFill>
                  <a:srgbClr val="FF0000"/>
                </a:solidFill>
                <a:latin typeface="Times New Roman" panose="02020603050405020304" pitchFamily="18" charset="0"/>
                <a:cs typeface="Times New Roman" panose="02020603050405020304" pitchFamily="18" charset="0"/>
              </a:rPr>
              <a:t>Multidimensional Packed Arrays</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Multidimensional arrays are also known as an </a:t>
            </a:r>
            <a:r>
              <a:rPr lang="en-US" dirty="0">
                <a:solidFill>
                  <a:srgbClr val="FF0000"/>
                </a:solidFill>
                <a:latin typeface="Times New Roman" panose="02020603050405020304" pitchFamily="18" charset="0"/>
                <a:cs typeface="Times New Roman" panose="02020603050405020304" pitchFamily="18" charset="0"/>
              </a:rPr>
              <a:t>array of arrays</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q"/>
            </a:pPr>
            <a:r>
              <a:rPr lang="en-US" dirty="0">
                <a:solidFill>
                  <a:schemeClr val="tx2">
                    <a:lumMod val="60000"/>
                    <a:lumOff val="40000"/>
                  </a:schemeClr>
                </a:solidFill>
                <a:latin typeface="Times New Roman" panose="02020603050405020304" pitchFamily="18" charset="0"/>
                <a:cs typeface="Times New Roman" panose="02020603050405020304" pitchFamily="18" charset="0"/>
              </a:rPr>
              <a:t>Two Dimensional Packed Array</a:t>
            </a:r>
          </a:p>
          <a:p>
            <a:pPr lvl="3">
              <a:buFont typeface="Wingdings" panose="05000000000000000000" pitchFamily="2" charset="2"/>
              <a:buChar char="v"/>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a:t>
            </a:r>
          </a:p>
          <a:p>
            <a:pPr lvl="3">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077C70E-5BEA-516C-B658-826BF60932D4}"/>
              </a:ext>
            </a:extLst>
          </p:cNvPr>
          <p:cNvSpPr>
            <a:spLocks noGrp="1"/>
          </p:cNvSpPr>
          <p:nvPr>
            <p:ph type="dt" sz="half" idx="10"/>
          </p:nvPr>
        </p:nvSpPr>
        <p:spPr/>
        <p:txBody>
          <a:bodyPr/>
          <a:lstStyle/>
          <a:p>
            <a:fld id="{281B31E1-F4F6-40FD-82DD-B523FF7DBF1F}" type="datetime1">
              <a:rPr lang="en-IN" smtClean="0"/>
              <a:pPr/>
              <a:t>31-10-2025</a:t>
            </a:fld>
            <a:endParaRPr lang="en-IN"/>
          </a:p>
        </p:txBody>
      </p:sp>
      <p:sp>
        <p:nvSpPr>
          <p:cNvPr id="6" name="Footer Placeholder 5">
            <a:extLst>
              <a:ext uri="{FF2B5EF4-FFF2-40B4-BE49-F238E27FC236}">
                <a16:creationId xmlns:a16="http://schemas.microsoft.com/office/drawing/2014/main" id="{AFE428FD-895B-A1BE-FC13-5610F407781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1527C3E-FDDD-0D4E-F15D-F63C24A4975F}"/>
              </a:ext>
            </a:extLst>
          </p:cNvPr>
          <p:cNvSpPr>
            <a:spLocks noGrp="1"/>
          </p:cNvSpPr>
          <p:nvPr>
            <p:ph type="sldNum" sz="quarter" idx="12"/>
          </p:nvPr>
        </p:nvSpPr>
        <p:spPr/>
        <p:txBody>
          <a:bodyPr/>
          <a:lstStyle/>
          <a:p>
            <a:fld id="{56BB8B7D-B437-4E80-9B4F-EB7501C8BBDD}" type="slidenum">
              <a:rPr lang="en-IN" smtClean="0"/>
              <a:pPr/>
              <a:t>32</a:t>
            </a:fld>
            <a:endParaRPr lang="en-IN"/>
          </a:p>
        </p:txBody>
      </p:sp>
      <p:pic>
        <p:nvPicPr>
          <p:cNvPr id="4" name="Picture 3">
            <a:extLst>
              <a:ext uri="{FF2B5EF4-FFF2-40B4-BE49-F238E27FC236}">
                <a16:creationId xmlns:a16="http://schemas.microsoft.com/office/drawing/2014/main" id="{9C4CCF1B-1C14-862B-E46E-B574009F088F}"/>
              </a:ext>
            </a:extLst>
          </p:cNvPr>
          <p:cNvPicPr>
            <a:picLocks noChangeAspect="1"/>
          </p:cNvPicPr>
          <p:nvPr/>
        </p:nvPicPr>
        <p:blipFill>
          <a:blip r:embed="rId2"/>
          <a:stretch>
            <a:fillRect/>
          </a:stretch>
        </p:blipFill>
        <p:spPr>
          <a:xfrm>
            <a:off x="1719261" y="3487737"/>
            <a:ext cx="8753475" cy="1952625"/>
          </a:xfrm>
          <a:prstGeom prst="rect">
            <a:avLst/>
          </a:prstGeom>
        </p:spPr>
      </p:pic>
    </p:spTree>
    <p:extLst>
      <p:ext uri="{BB962C8B-B14F-4D97-AF65-F5344CB8AC3E}">
        <p14:creationId xmlns:p14="http://schemas.microsoft.com/office/powerpoint/2010/main" val="2974891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76E8F-BFDA-B4D7-4E7E-FE37C457898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97C79576-7383-97FB-1EDF-528359BA1EF6}"/>
              </a:ext>
            </a:extLst>
          </p:cNvPr>
          <p:cNvSpPr>
            <a:spLocks noGrp="1"/>
          </p:cNvSpPr>
          <p:nvPr>
            <p:ph idx="1"/>
          </p:nvPr>
        </p:nvSpPr>
        <p:spPr/>
        <p:txBody>
          <a:bodyPr>
            <a:normAutofit lnSpcReduction="10000"/>
          </a:bodyPr>
          <a:lstStyle/>
          <a:p>
            <a:pPr marL="809625"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toodi_arry</a:t>
            </a:r>
            <a:r>
              <a:rPr lang="en-US" sz="2000" dirty="0">
                <a:latin typeface="Times New Roman" panose="02020603050405020304" pitchFamily="18" charset="0"/>
                <a:cs typeface="Times New Roman" panose="02020603050405020304" pitchFamily="18" charset="0"/>
              </a:rPr>
              <a:t>( );</a:t>
            </a:r>
          </a:p>
          <a:p>
            <a:pPr marL="809625" indent="0">
              <a:buNone/>
            </a:pPr>
            <a:r>
              <a:rPr lang="en-US" sz="2000" dirty="0">
                <a:latin typeface="Times New Roman" panose="02020603050405020304" pitchFamily="18" charset="0"/>
                <a:cs typeface="Times New Roman" panose="02020603050405020304" pitchFamily="18" charset="0"/>
              </a:rPr>
              <a:t>bit [3:0] [7:0] </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 4 outer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 of 8 bits 4x8 =32 total bits</a:t>
            </a:r>
          </a:p>
          <a:p>
            <a:pPr marL="809625" indent="0">
              <a:buNone/>
            </a:pPr>
            <a:endParaRPr lang="en-US" sz="2000" dirty="0">
              <a:latin typeface="Times New Roman" panose="02020603050405020304" pitchFamily="18" charset="0"/>
              <a:cs typeface="Times New Roman" panose="02020603050405020304" pitchFamily="18" charset="0"/>
            </a:endParaRPr>
          </a:p>
          <a:p>
            <a:pPr marL="809625" indent="0">
              <a:buNone/>
            </a:pPr>
            <a:r>
              <a:rPr lang="en-US" sz="2000" dirty="0">
                <a:latin typeface="Times New Roman" panose="02020603050405020304" pitchFamily="18" charset="0"/>
                <a:cs typeface="Times New Roman" panose="02020603050405020304" pitchFamily="18" charset="0"/>
              </a:rPr>
              <a:t>initial begin</a:t>
            </a:r>
          </a:p>
          <a:p>
            <a:pPr marL="809625" indent="0">
              <a:buNone/>
            </a:pP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 32'hFABCE23E;</a:t>
            </a:r>
          </a:p>
          <a:p>
            <a:pPr marL="809625" indent="0">
              <a:buNone/>
            </a:pPr>
            <a:endParaRPr lang="en-US" sz="2000" dirty="0">
              <a:latin typeface="Times New Roman" panose="02020603050405020304" pitchFamily="18" charset="0"/>
              <a:cs typeface="Times New Roman" panose="02020603050405020304" pitchFamily="18" charset="0"/>
            </a:endParaRPr>
          </a:p>
          <a:p>
            <a:pPr marL="809625" indent="0">
              <a:buNone/>
            </a:pPr>
            <a:r>
              <a:rPr lang="en-US" sz="2000" dirty="0">
                <a:latin typeface="Times New Roman" panose="02020603050405020304" pitchFamily="18" charset="0"/>
                <a:cs typeface="Times New Roman" panose="02020603050405020304" pitchFamily="18" charset="0"/>
              </a:rPr>
              <a:t>$display("</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 %0h", </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for (int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=0;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 $size(</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i+1)</a:t>
            </a:r>
          </a:p>
          <a:p>
            <a:pPr marL="809625" indent="0">
              <a:buNone/>
            </a:pPr>
            <a:r>
              <a:rPr lang="en-US" sz="2000" dirty="0">
                <a:latin typeface="Times New Roman" panose="02020603050405020304" pitchFamily="18" charset="0"/>
                <a:cs typeface="Times New Roman" panose="02020603050405020304" pitchFamily="18" charset="0"/>
              </a:rPr>
              <a:t>begin</a:t>
            </a:r>
          </a:p>
          <a:p>
            <a:pPr marL="809625" indent="0">
              <a:buNone/>
            </a:pPr>
            <a:r>
              <a:rPr lang="en-US" sz="2000" dirty="0">
                <a:latin typeface="Times New Roman" panose="02020603050405020304" pitchFamily="18" charset="0"/>
                <a:cs typeface="Times New Roman" panose="02020603050405020304" pitchFamily="18" charset="0"/>
              </a:rPr>
              <a:t>$display ("</a:t>
            </a:r>
            <a:r>
              <a:rPr lang="en-US" sz="2000" dirty="0" err="1">
                <a:latin typeface="Times New Roman" panose="02020603050405020304" pitchFamily="18" charset="0"/>
                <a:cs typeface="Times New Roman" panose="02020603050405020304" pitchFamily="18" charset="0"/>
              </a:rPr>
              <a:t>my_data</a:t>
            </a:r>
            <a:r>
              <a:rPr lang="en-US" sz="2000" dirty="0">
                <a:latin typeface="Times New Roman" panose="02020603050405020304" pitchFamily="18" charset="0"/>
                <a:cs typeface="Times New Roman" panose="02020603050405020304" pitchFamily="18" charset="0"/>
              </a:rPr>
              <a:t>[%0d] = %0h",i,my_data[</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end</a:t>
            </a:r>
          </a:p>
          <a:p>
            <a:pPr marL="809625" indent="0">
              <a:buNone/>
            </a:pPr>
            <a:r>
              <a:rPr lang="en-US" sz="2000" dirty="0">
                <a:latin typeface="Times New Roman" panose="02020603050405020304" pitchFamily="18" charset="0"/>
                <a:cs typeface="Times New Roman" panose="02020603050405020304" pitchFamily="18" charset="0"/>
              </a:rPr>
              <a:t>end</a:t>
            </a:r>
          </a:p>
          <a:p>
            <a:pPr marL="809625" indent="0">
              <a:buNone/>
            </a:pPr>
            <a:r>
              <a:rPr lang="en-US" sz="2000" dirty="0">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A8EB654-909D-4A57-A345-8E7ACFA2710C}"/>
              </a:ext>
            </a:extLst>
          </p:cNvPr>
          <p:cNvSpPr>
            <a:spLocks noGrp="1"/>
          </p:cNvSpPr>
          <p:nvPr>
            <p:ph type="dt" sz="half" idx="10"/>
          </p:nvPr>
        </p:nvSpPr>
        <p:spPr/>
        <p:txBody>
          <a:bodyPr/>
          <a:lstStyle/>
          <a:p>
            <a:fld id="{3CD136F7-A17F-410A-96F0-802D11858F62}" type="datetime1">
              <a:rPr lang="en-IN" smtClean="0"/>
              <a:pPr/>
              <a:t>31-10-2025</a:t>
            </a:fld>
            <a:endParaRPr lang="en-IN"/>
          </a:p>
        </p:txBody>
      </p:sp>
      <p:sp>
        <p:nvSpPr>
          <p:cNvPr id="5" name="Footer Placeholder 4">
            <a:extLst>
              <a:ext uri="{FF2B5EF4-FFF2-40B4-BE49-F238E27FC236}">
                <a16:creationId xmlns:a16="http://schemas.microsoft.com/office/drawing/2014/main" id="{F35AFF16-3190-DAC3-5AFC-4BC72C0B0AC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985796E-BAAF-B8C2-D1F2-EFA76452EDDC}"/>
              </a:ext>
            </a:extLst>
          </p:cNvPr>
          <p:cNvSpPr>
            <a:spLocks noGrp="1"/>
          </p:cNvSpPr>
          <p:nvPr>
            <p:ph type="sldNum" sz="quarter" idx="12"/>
          </p:nvPr>
        </p:nvSpPr>
        <p:spPr/>
        <p:txBody>
          <a:bodyPr/>
          <a:lstStyle/>
          <a:p>
            <a:fld id="{56BB8B7D-B437-4E80-9B4F-EB7501C8BBDD}" type="slidenum">
              <a:rPr lang="en-IN" smtClean="0"/>
              <a:pPr/>
              <a:t>33</a:t>
            </a:fld>
            <a:endParaRPr lang="en-IN"/>
          </a:p>
        </p:txBody>
      </p:sp>
    </p:spTree>
    <p:extLst>
      <p:ext uri="{BB962C8B-B14F-4D97-AF65-F5344CB8AC3E}">
        <p14:creationId xmlns:p14="http://schemas.microsoft.com/office/powerpoint/2010/main" val="71037102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214A-8807-551A-C114-6DCC66299850}"/>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7D8886DF-C898-F242-A42C-3BDF04CE265A}"/>
              </a:ext>
            </a:extLst>
          </p:cNvPr>
          <p:cNvSpPr>
            <a:spLocks noGrp="1"/>
          </p:cNvSpPr>
          <p:nvPr>
            <p:ph idx="1"/>
          </p:nvPr>
        </p:nvSpPr>
        <p:spPr>
          <a:xfrm>
            <a:off x="528576" y="968435"/>
            <a:ext cx="10745165" cy="5258745"/>
          </a:xfrm>
        </p:spPr>
        <p:txBody>
          <a:bodyPr>
            <a:normAutofit fontScale="92500"/>
          </a:bodyPr>
          <a:lstStyle/>
          <a:p>
            <a:pPr marL="890588" indent="0">
              <a:buNone/>
            </a:pPr>
            <a:r>
              <a:rPr lang="en-IN" sz="2000" dirty="0">
                <a:latin typeface="Times New Roman" panose="02020603050405020304" pitchFamily="18" charset="0"/>
                <a:cs typeface="Times New Roman" panose="02020603050405020304" pitchFamily="18" charset="0"/>
              </a:rPr>
              <a:t>module tb;</a:t>
            </a:r>
          </a:p>
          <a:p>
            <a:pPr marL="890588" indent="0" defTabSz="896938">
              <a:buNone/>
            </a:pPr>
            <a:r>
              <a:rPr lang="en-IN" sz="2000" dirty="0">
                <a:latin typeface="Times New Roman" panose="02020603050405020304" pitchFamily="18" charset="0"/>
                <a:cs typeface="Times New Roman" panose="02020603050405020304" pitchFamily="18" charset="0"/>
              </a:rPr>
              <a:t>		bit [2:0][3:0][7:0]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 // An MDA, 12 bytes</a:t>
            </a:r>
          </a:p>
          <a:p>
            <a:pPr marL="890588" indent="0">
              <a:buNone/>
            </a:pPr>
            <a:r>
              <a:rPr lang="en-IN" sz="2000" dirty="0">
                <a:latin typeface="Times New Roman" panose="02020603050405020304" pitchFamily="18" charset="0"/>
                <a:cs typeface="Times New Roman" panose="02020603050405020304" pitchFamily="18" charset="0"/>
              </a:rPr>
              <a:t>		initial begin</a:t>
            </a:r>
          </a:p>
          <a:p>
            <a:pPr marL="890588"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[0] = 32'hface_cafe;</a:t>
            </a:r>
          </a:p>
          <a:p>
            <a:pPr marL="890588"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[1] = 32'h1234_5678;</a:t>
            </a:r>
          </a:p>
          <a:p>
            <a:pPr marL="890588"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[2] = 32'hc0de_fade;</a:t>
            </a:r>
          </a:p>
          <a:p>
            <a:pPr marL="890588" indent="0">
              <a:buNone/>
            </a:pPr>
            <a:r>
              <a:rPr lang="en-IN" sz="2000" dirty="0">
                <a:latin typeface="Times New Roman" panose="02020603050405020304" pitchFamily="18" charset="0"/>
                <a:cs typeface="Times New Roman" panose="02020603050405020304" pitchFamily="18" charset="0"/>
              </a:rPr>
              <a:t>			$display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 = 0x%0h",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a:t>
            </a:r>
          </a:p>
          <a:p>
            <a:pPr marL="890588" indent="0">
              <a:buNone/>
            </a:pPr>
            <a:r>
              <a:rPr lang="en-IN" sz="2000" dirty="0">
                <a:latin typeface="Times New Roman" panose="02020603050405020304" pitchFamily="18" charset="0"/>
                <a:cs typeface="Times New Roman" panose="02020603050405020304" pitchFamily="18" charset="0"/>
              </a:rPr>
              <a:t>			foreach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begin</a:t>
            </a:r>
          </a:p>
          <a:p>
            <a:pPr marL="890588" indent="0">
              <a:buNone/>
            </a:pPr>
            <a:r>
              <a:rPr lang="en-IN" sz="2000" dirty="0">
                <a:latin typeface="Times New Roman" panose="02020603050405020304" pitchFamily="18" charset="0"/>
                <a:cs typeface="Times New Roman" panose="02020603050405020304" pitchFamily="18" charset="0"/>
              </a:rPr>
              <a:t>				$display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[%0d] = 0x%0h",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marL="890588" indent="0">
              <a:buNone/>
            </a:pPr>
            <a:r>
              <a:rPr lang="en-IN" sz="2000" dirty="0">
                <a:latin typeface="Times New Roman" panose="02020603050405020304" pitchFamily="18" charset="0"/>
                <a:cs typeface="Times New Roman" panose="02020603050405020304" pitchFamily="18" charset="0"/>
              </a:rPr>
              <a:t>				foreach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i,j</a:t>
            </a:r>
            <a:r>
              <a:rPr lang="en-IN" sz="2000" dirty="0">
                <a:latin typeface="Times New Roman" panose="02020603050405020304" pitchFamily="18" charset="0"/>
                <a:cs typeface="Times New Roman" panose="02020603050405020304" pitchFamily="18" charset="0"/>
              </a:rPr>
              <a:t>]) begin</a:t>
            </a:r>
          </a:p>
          <a:p>
            <a:pPr marL="890588" indent="0">
              <a:buNone/>
            </a:pPr>
            <a:r>
              <a:rPr lang="en-IN" sz="2000" dirty="0">
                <a:latin typeface="Times New Roman" panose="02020603050405020304" pitchFamily="18" charset="0"/>
                <a:cs typeface="Times New Roman" panose="02020603050405020304" pitchFamily="18" charset="0"/>
              </a:rPr>
              <a:t>					$display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[%0d][%0d] = 0x%0h",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j, </a:t>
            </a:r>
            <a:r>
              <a:rPr lang="en-IN" sz="2000" dirty="0" err="1">
                <a:latin typeface="Times New Roman" panose="02020603050405020304" pitchFamily="18" charset="0"/>
                <a:cs typeface="Times New Roman" panose="02020603050405020304" pitchFamily="18" charset="0"/>
              </a:rPr>
              <a:t>m_data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][j]);</a:t>
            </a:r>
          </a:p>
          <a:p>
            <a:pPr marL="890588" indent="0">
              <a:buNone/>
            </a:pPr>
            <a:r>
              <a:rPr lang="en-IN" sz="2000" dirty="0">
                <a:latin typeface="Times New Roman" panose="02020603050405020304" pitchFamily="18" charset="0"/>
                <a:cs typeface="Times New Roman" panose="02020603050405020304" pitchFamily="18" charset="0"/>
              </a:rPr>
              <a:t>				end</a:t>
            </a:r>
          </a:p>
          <a:p>
            <a:pPr marL="890588" indent="0">
              <a:buNone/>
            </a:pPr>
            <a:r>
              <a:rPr lang="en-IN" sz="2000" dirty="0">
                <a:latin typeface="Times New Roman" panose="02020603050405020304" pitchFamily="18" charset="0"/>
                <a:cs typeface="Times New Roman" panose="02020603050405020304" pitchFamily="18" charset="0"/>
              </a:rPr>
              <a:t>			end</a:t>
            </a:r>
          </a:p>
          <a:p>
            <a:pPr marL="890588" indent="0">
              <a:buNone/>
            </a:pPr>
            <a:r>
              <a:rPr lang="en-IN" sz="2000" dirty="0">
                <a:latin typeface="Times New Roman" panose="02020603050405020304" pitchFamily="18" charset="0"/>
                <a:cs typeface="Times New Roman" panose="02020603050405020304" pitchFamily="18" charset="0"/>
              </a:rPr>
              <a:t>		end</a:t>
            </a:r>
          </a:p>
          <a:p>
            <a:pPr marL="890588"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pPr marL="890588"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E6D0AEC-3182-9849-CF53-370D0ACA9EF0}"/>
              </a:ext>
            </a:extLst>
          </p:cNvPr>
          <p:cNvSpPr>
            <a:spLocks noGrp="1"/>
          </p:cNvSpPr>
          <p:nvPr>
            <p:ph type="dt" sz="half" idx="10"/>
          </p:nvPr>
        </p:nvSpPr>
        <p:spPr/>
        <p:txBody>
          <a:bodyPr/>
          <a:lstStyle/>
          <a:p>
            <a:fld id="{A3BC5AF3-932B-4389-91BA-DDC4C0AA87F2}" type="datetime1">
              <a:rPr lang="en-IN" smtClean="0"/>
              <a:pPr/>
              <a:t>31-10-2025</a:t>
            </a:fld>
            <a:endParaRPr lang="en-IN"/>
          </a:p>
        </p:txBody>
      </p:sp>
      <p:sp>
        <p:nvSpPr>
          <p:cNvPr id="6" name="Footer Placeholder 5">
            <a:extLst>
              <a:ext uri="{FF2B5EF4-FFF2-40B4-BE49-F238E27FC236}">
                <a16:creationId xmlns:a16="http://schemas.microsoft.com/office/drawing/2014/main" id="{DA30DD1B-F393-39CD-F096-4F55D762F7B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6B7D0A0-7FA3-0242-3A85-F1894E8EF808}"/>
              </a:ext>
            </a:extLst>
          </p:cNvPr>
          <p:cNvSpPr>
            <a:spLocks noGrp="1"/>
          </p:cNvSpPr>
          <p:nvPr>
            <p:ph type="sldNum" sz="quarter" idx="12"/>
          </p:nvPr>
        </p:nvSpPr>
        <p:spPr/>
        <p:txBody>
          <a:bodyPr/>
          <a:lstStyle/>
          <a:p>
            <a:fld id="{56BB8B7D-B437-4E80-9B4F-EB7501C8BBDD}" type="slidenum">
              <a:rPr lang="en-IN" smtClean="0"/>
              <a:pPr/>
              <a:t>34</a:t>
            </a:fld>
            <a:endParaRPr lang="en-IN"/>
          </a:p>
        </p:txBody>
      </p:sp>
    </p:spTree>
    <p:extLst>
      <p:ext uri="{BB962C8B-B14F-4D97-AF65-F5344CB8AC3E}">
        <p14:creationId xmlns:p14="http://schemas.microsoft.com/office/powerpoint/2010/main" val="49775372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C566-7FF0-383C-3A58-5A10326A4558}"/>
              </a:ext>
            </a:extLst>
          </p:cNvPr>
          <p:cNvSpPr>
            <a:spLocks noGrp="1"/>
          </p:cNvSpPr>
          <p:nvPr>
            <p:ph type="title"/>
          </p:nvPr>
        </p:nvSpPr>
        <p:spPr>
          <a:xfrm>
            <a:off x="609600" y="0"/>
            <a:ext cx="10972800" cy="1143000"/>
          </a:xfrm>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9425E5B4-F569-3154-D78B-C36368A5185A}"/>
              </a:ext>
            </a:extLst>
          </p:cNvPr>
          <p:cNvSpPr>
            <a:spLocks noGrp="1"/>
          </p:cNvSpPr>
          <p:nvPr>
            <p:ph idx="1"/>
          </p:nvPr>
        </p:nvSpPr>
        <p:spPr>
          <a:xfrm>
            <a:off x="609600" y="1267855"/>
            <a:ext cx="10972800" cy="4525963"/>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Unpacked Array</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term unpacked array is used to refer to the </a:t>
            </a:r>
            <a:r>
              <a:rPr lang="en-US" sz="2400" dirty="0">
                <a:highlight>
                  <a:srgbClr val="FFFF00"/>
                </a:highlight>
                <a:latin typeface="Times New Roman" panose="02020603050405020304" pitchFamily="18" charset="0"/>
                <a:cs typeface="Times New Roman" panose="02020603050405020304" pitchFamily="18" charset="0"/>
              </a:rPr>
              <a:t>dimensions declared after </a:t>
            </a:r>
            <a:r>
              <a:rPr lang="en-US" sz="2400" dirty="0">
                <a:latin typeface="Times New Roman" panose="02020603050405020304" pitchFamily="18" charset="0"/>
                <a:cs typeface="Times New Roman" panose="02020603050405020304" pitchFamily="18" charset="0"/>
              </a:rPr>
              <a:t>the data </a:t>
            </a:r>
            <a:r>
              <a:rPr lang="en-US" sz="2400" dirty="0">
                <a:highlight>
                  <a:srgbClr val="FFFF00"/>
                </a:highlight>
                <a:latin typeface="Times New Roman" panose="02020603050405020304" pitchFamily="18" charset="0"/>
                <a:cs typeface="Times New Roman" panose="02020603050405020304" pitchFamily="18" charset="0"/>
              </a:rPr>
              <a:t>identifier name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An unpacked array may or may not be so represented as a contiguous set of bits.</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 (Single Dimensional )</a:t>
            </a:r>
            <a:endParaRPr lang="en-US" sz="20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r>
              <a:rPr lang="en-IN" dirty="0">
                <a:solidFill>
                  <a:srgbClr val="FF0000"/>
                </a:solidFill>
                <a:latin typeface="Times New Roman" panose="02020603050405020304" pitchFamily="18" charset="0"/>
                <a:cs typeface="Times New Roman" panose="02020603050405020304" pitchFamily="18" charset="0"/>
              </a:rPr>
              <a:t>Bit </a:t>
            </a:r>
            <a:r>
              <a:rPr lang="en-IN" dirty="0">
                <a:solidFill>
                  <a:schemeClr val="accent4">
                    <a:lumMod val="75000"/>
                  </a:schemeClr>
                </a:solidFill>
                <a:latin typeface="Times New Roman" panose="02020603050405020304" pitchFamily="18" charset="0"/>
                <a:cs typeface="Times New Roman" panose="02020603050405020304" pitchFamily="18" charset="0"/>
              </a:rPr>
              <a:t>[7:0]</a:t>
            </a:r>
            <a:r>
              <a:rPr lang="en-IN" dirty="0">
                <a:solidFill>
                  <a:schemeClr val="accent5">
                    <a:lumMod val="75000"/>
                  </a:schemeClr>
                </a:solidFill>
                <a:latin typeface="Times New Roman" panose="02020603050405020304" pitchFamily="18" charset="0"/>
                <a:cs typeface="Times New Roman" panose="02020603050405020304" pitchFamily="18" charset="0"/>
              </a:rPr>
              <a:t>array1</a:t>
            </a:r>
            <a:r>
              <a:rPr lang="en-IN" dirty="0">
                <a:solidFill>
                  <a:schemeClr val="accent4">
                    <a:lumMod val="75000"/>
                  </a:schemeClr>
                </a:solidFill>
                <a:latin typeface="Times New Roman" panose="02020603050405020304" pitchFamily="18" charset="0"/>
                <a:cs typeface="Times New Roman" panose="02020603050405020304" pitchFamily="18" charset="0"/>
              </a:rPr>
              <a:t>[2:0]</a:t>
            </a:r>
            <a:r>
              <a:rPr lang="en-IN" dirty="0">
                <a:solidFill>
                  <a:srgbClr val="FF0000"/>
                </a:solidFill>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C6C75C3A-AE1E-9412-C466-F32E072805F2}"/>
              </a:ext>
            </a:extLst>
          </p:cNvPr>
          <p:cNvSpPr>
            <a:spLocks noGrp="1"/>
          </p:cNvSpPr>
          <p:nvPr>
            <p:ph type="dt" sz="half" idx="10"/>
          </p:nvPr>
        </p:nvSpPr>
        <p:spPr/>
        <p:txBody>
          <a:bodyPr/>
          <a:lstStyle/>
          <a:p>
            <a:fld id="{937CE311-B549-4749-BB52-91B8A3CDD62B}" type="datetime1">
              <a:rPr lang="en-IN" smtClean="0"/>
              <a:pPr/>
              <a:t>31-10-2025</a:t>
            </a:fld>
            <a:endParaRPr lang="en-IN"/>
          </a:p>
        </p:txBody>
      </p:sp>
      <p:sp>
        <p:nvSpPr>
          <p:cNvPr id="6" name="Footer Placeholder 5">
            <a:extLst>
              <a:ext uri="{FF2B5EF4-FFF2-40B4-BE49-F238E27FC236}">
                <a16:creationId xmlns:a16="http://schemas.microsoft.com/office/drawing/2014/main" id="{55F9DAA3-9561-0E7D-89DE-5EFC8CB5742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7A099E1-8966-A7CD-F69D-1D5D3276E578}"/>
              </a:ext>
            </a:extLst>
          </p:cNvPr>
          <p:cNvSpPr>
            <a:spLocks noGrp="1"/>
          </p:cNvSpPr>
          <p:nvPr>
            <p:ph type="sldNum" sz="quarter" idx="12"/>
          </p:nvPr>
        </p:nvSpPr>
        <p:spPr/>
        <p:txBody>
          <a:bodyPr/>
          <a:lstStyle/>
          <a:p>
            <a:fld id="{56BB8B7D-B437-4E80-9B4F-EB7501C8BBDD}" type="slidenum">
              <a:rPr lang="en-IN" smtClean="0"/>
              <a:pPr/>
              <a:t>35</a:t>
            </a:fld>
            <a:endParaRPr lang="en-IN"/>
          </a:p>
        </p:txBody>
      </p:sp>
      <p:pic>
        <p:nvPicPr>
          <p:cNvPr id="5" name="Picture 4">
            <a:extLst>
              <a:ext uri="{FF2B5EF4-FFF2-40B4-BE49-F238E27FC236}">
                <a16:creationId xmlns:a16="http://schemas.microsoft.com/office/drawing/2014/main" id="{2464D2D4-EAE9-BD0C-6485-0F25B0278FE6}"/>
              </a:ext>
            </a:extLst>
          </p:cNvPr>
          <p:cNvPicPr>
            <a:picLocks noChangeAspect="1"/>
          </p:cNvPicPr>
          <p:nvPr/>
        </p:nvPicPr>
        <p:blipFill>
          <a:blip r:embed="rId2"/>
          <a:stretch>
            <a:fillRect/>
          </a:stretch>
        </p:blipFill>
        <p:spPr>
          <a:xfrm>
            <a:off x="1691562" y="3895962"/>
            <a:ext cx="8338809" cy="2460391"/>
          </a:xfrm>
          <a:prstGeom prst="rect">
            <a:avLst/>
          </a:prstGeom>
        </p:spPr>
      </p:pic>
    </p:spTree>
    <p:extLst>
      <p:ext uri="{BB962C8B-B14F-4D97-AF65-F5344CB8AC3E}">
        <p14:creationId xmlns:p14="http://schemas.microsoft.com/office/powerpoint/2010/main" val="945301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B52A7-D803-0F52-5D20-5FED9D2DDC92}"/>
              </a:ext>
            </a:extLst>
          </p:cNvPr>
          <p:cNvSpPr>
            <a:spLocks noGrp="1"/>
          </p:cNvSpPr>
          <p:nvPr>
            <p:ph type="title"/>
          </p:nvPr>
        </p:nvSpPr>
        <p:spPr>
          <a:xfrm>
            <a:off x="609600" y="45264"/>
            <a:ext cx="10972800" cy="1143000"/>
          </a:xfrm>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B0D5DD5F-A0B9-B603-2A49-1D6EFDAE3941}"/>
              </a:ext>
            </a:extLst>
          </p:cNvPr>
          <p:cNvSpPr>
            <a:spLocks noGrp="1"/>
          </p:cNvSpPr>
          <p:nvPr>
            <p:ph idx="1"/>
          </p:nvPr>
        </p:nvSpPr>
        <p:spPr>
          <a:xfrm>
            <a:off x="609600" y="1402306"/>
            <a:ext cx="10972800" cy="4525963"/>
          </a:xfrm>
        </p:spPr>
        <p:txBody>
          <a:bodyPr/>
          <a:lstStyle/>
          <a:p>
            <a:pPr>
              <a:buFont typeface="Wingdings" panose="05000000000000000000" pitchFamily="2" charset="2"/>
              <a:buChar char="v"/>
            </a:pPr>
            <a:r>
              <a:rPr lang="en-IN" sz="2400" dirty="0">
                <a:solidFill>
                  <a:srgbClr val="FF0000"/>
                </a:solidFill>
                <a:latin typeface="Times New Roman" panose="02020603050405020304" pitchFamily="18" charset="0"/>
                <a:cs typeface="Times New Roman" panose="02020603050405020304" pitchFamily="18" charset="0"/>
              </a:rPr>
              <a:t>Multidimensional Packed Arrays</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data in a two-dimensional array is stored in a tabular form.</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 </a:t>
            </a:r>
          </a:p>
          <a:p>
            <a:pPr lvl="2">
              <a:buFont typeface="Wingdings" panose="05000000000000000000" pitchFamily="2" charset="2"/>
              <a:buChar char="q"/>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AE976D1-3FB6-98D7-63D4-8FD5073EE3DB}"/>
              </a:ext>
            </a:extLst>
          </p:cNvPr>
          <p:cNvSpPr>
            <a:spLocks noGrp="1"/>
          </p:cNvSpPr>
          <p:nvPr>
            <p:ph type="dt" sz="half" idx="10"/>
          </p:nvPr>
        </p:nvSpPr>
        <p:spPr/>
        <p:txBody>
          <a:bodyPr/>
          <a:lstStyle/>
          <a:p>
            <a:fld id="{2C526D60-7DE0-4176-ACE9-77151AAB2B8D}" type="datetime1">
              <a:rPr lang="en-IN" smtClean="0"/>
              <a:pPr/>
              <a:t>31-10-2025</a:t>
            </a:fld>
            <a:endParaRPr lang="en-IN"/>
          </a:p>
        </p:txBody>
      </p:sp>
      <p:sp>
        <p:nvSpPr>
          <p:cNvPr id="6" name="Footer Placeholder 5">
            <a:extLst>
              <a:ext uri="{FF2B5EF4-FFF2-40B4-BE49-F238E27FC236}">
                <a16:creationId xmlns:a16="http://schemas.microsoft.com/office/drawing/2014/main" id="{148B303E-1750-6ECE-E83C-F180548B5DDC}"/>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33590E1-FF77-9811-0E51-BF1D7944527A}"/>
              </a:ext>
            </a:extLst>
          </p:cNvPr>
          <p:cNvSpPr>
            <a:spLocks noGrp="1"/>
          </p:cNvSpPr>
          <p:nvPr>
            <p:ph type="sldNum" sz="quarter" idx="12"/>
          </p:nvPr>
        </p:nvSpPr>
        <p:spPr/>
        <p:txBody>
          <a:bodyPr/>
          <a:lstStyle/>
          <a:p>
            <a:fld id="{56BB8B7D-B437-4E80-9B4F-EB7501C8BBDD}" type="slidenum">
              <a:rPr lang="en-IN" smtClean="0"/>
              <a:pPr/>
              <a:t>36</a:t>
            </a:fld>
            <a:endParaRPr lang="en-IN"/>
          </a:p>
        </p:txBody>
      </p:sp>
      <p:pic>
        <p:nvPicPr>
          <p:cNvPr id="5" name="Picture 4">
            <a:extLst>
              <a:ext uri="{FF2B5EF4-FFF2-40B4-BE49-F238E27FC236}">
                <a16:creationId xmlns:a16="http://schemas.microsoft.com/office/drawing/2014/main" id="{817BE687-5466-383E-273F-9BFEBF0ED437}"/>
              </a:ext>
            </a:extLst>
          </p:cNvPr>
          <p:cNvPicPr>
            <a:picLocks noChangeAspect="1"/>
          </p:cNvPicPr>
          <p:nvPr/>
        </p:nvPicPr>
        <p:blipFill>
          <a:blip r:embed="rId2"/>
          <a:stretch>
            <a:fillRect/>
          </a:stretch>
        </p:blipFill>
        <p:spPr>
          <a:xfrm>
            <a:off x="2840348" y="2273806"/>
            <a:ext cx="7034981" cy="4185596"/>
          </a:xfrm>
          <a:prstGeom prst="rect">
            <a:avLst/>
          </a:prstGeom>
        </p:spPr>
      </p:pic>
    </p:spTree>
    <p:extLst>
      <p:ext uri="{BB962C8B-B14F-4D97-AF65-F5344CB8AC3E}">
        <p14:creationId xmlns:p14="http://schemas.microsoft.com/office/powerpoint/2010/main" val="993253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B1D6-6B4F-4004-95BC-6397BD799CD0}"/>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DCB981A6-8042-2829-403F-FF4C21D3D642}"/>
              </a:ext>
            </a:extLst>
          </p:cNvPr>
          <p:cNvSpPr>
            <a:spLocks noGrp="1"/>
          </p:cNvSpPr>
          <p:nvPr>
            <p:ph idx="1"/>
          </p:nvPr>
        </p:nvSpPr>
        <p:spPr>
          <a:xfrm>
            <a:off x="609600" y="1125724"/>
            <a:ext cx="10972800" cy="5453528"/>
          </a:xfrm>
        </p:spPr>
        <p:txBody>
          <a:bodyPr/>
          <a:lstStyle/>
          <a:p>
            <a:pPr marL="809625" indent="0">
              <a:buNone/>
            </a:pPr>
            <a:endParaRPr lang="en-US" sz="2400" dirty="0">
              <a:latin typeface="Times New Roman" panose="02020603050405020304" pitchFamily="18" charset="0"/>
              <a:cs typeface="Times New Roman" panose="02020603050405020304" pitchFamily="18" charset="0"/>
            </a:endParaRPr>
          </a:p>
          <a:p>
            <a:pPr marL="809625" indent="0">
              <a:buNone/>
            </a:pPr>
            <a:r>
              <a:rPr lang="en-US" sz="2400" dirty="0">
                <a:latin typeface="Times New Roman" panose="02020603050405020304" pitchFamily="18" charset="0"/>
                <a:cs typeface="Times New Roman" panose="02020603050405020304" pitchFamily="18" charset="0"/>
              </a:rPr>
              <a:t>module t_unpacked_arry();</a:t>
            </a:r>
          </a:p>
          <a:p>
            <a:pPr marL="809625" indent="0">
              <a:buNone/>
            </a:pPr>
            <a:r>
              <a:rPr lang="en-US" sz="2400" dirty="0">
                <a:latin typeface="Times New Roman" panose="02020603050405020304" pitchFamily="18" charset="0"/>
                <a:cs typeface="Times New Roman" panose="02020603050405020304" pitchFamily="18" charset="0"/>
              </a:rPr>
              <a:t>byte  my_data [2:0] [3:0];</a:t>
            </a:r>
          </a:p>
          <a:p>
            <a:pPr marL="809625" indent="0">
              <a:buNone/>
            </a:pPr>
            <a:r>
              <a:rPr lang="en-US" sz="2400" dirty="0">
                <a:latin typeface="Times New Roman" panose="02020603050405020304" pitchFamily="18" charset="0"/>
                <a:cs typeface="Times New Roman" panose="02020603050405020304" pitchFamily="18" charset="0"/>
              </a:rPr>
              <a:t>initial </a:t>
            </a:r>
          </a:p>
          <a:p>
            <a:pPr marL="809625" indent="0">
              <a:buNone/>
            </a:pPr>
            <a:r>
              <a:rPr lang="en-US" sz="2400" dirty="0">
                <a:latin typeface="Times New Roman" panose="02020603050405020304" pitchFamily="18" charset="0"/>
                <a:cs typeface="Times New Roman" panose="02020603050405020304" pitchFamily="18" charset="0"/>
              </a:rPr>
              <a:t>begin</a:t>
            </a:r>
          </a:p>
          <a:p>
            <a:pPr marL="809625" indent="0">
              <a:buNone/>
            </a:pPr>
            <a:r>
              <a:rPr lang="en-US" sz="2400" dirty="0">
                <a:latin typeface="Times New Roman" panose="02020603050405020304" pitchFamily="18" charset="0"/>
                <a:cs typeface="Times New Roman" panose="02020603050405020304" pitchFamily="18" charset="0"/>
              </a:rPr>
              <a:t>foreach (my_data[</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j]) begin</a:t>
            </a:r>
          </a:p>
          <a:p>
            <a:pPr marL="809625" indent="0">
              <a:buNone/>
            </a:pPr>
            <a:r>
              <a:rPr lang="en-US" sz="2400" dirty="0">
                <a:latin typeface="Times New Roman" panose="02020603050405020304" pitchFamily="18" charset="0"/>
                <a:cs typeface="Times New Roman" panose="02020603050405020304" pitchFamily="18" charset="0"/>
              </a:rPr>
              <a:t>my_data[</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[j] = $random;</a:t>
            </a:r>
          </a:p>
          <a:p>
            <a:pPr marL="809625" indent="0">
              <a:buNone/>
            </a:pPr>
            <a:r>
              <a:rPr lang="en-US" sz="2400" dirty="0">
                <a:latin typeface="Times New Roman" panose="02020603050405020304" pitchFamily="18" charset="0"/>
                <a:cs typeface="Times New Roman" panose="02020603050405020304" pitchFamily="18" charset="0"/>
              </a:rPr>
              <a:t>$display ("my data at [%0h] [%0h] is",</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j, my_data[</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][j]);</a:t>
            </a:r>
          </a:p>
          <a:p>
            <a:pPr marL="809625" indent="0">
              <a:buNone/>
            </a:pPr>
            <a:r>
              <a:rPr lang="en-US" sz="2400" dirty="0">
                <a:latin typeface="Times New Roman" panose="02020603050405020304" pitchFamily="18" charset="0"/>
                <a:cs typeface="Times New Roman" panose="02020603050405020304" pitchFamily="18" charset="0"/>
              </a:rPr>
              <a:t>end</a:t>
            </a:r>
          </a:p>
          <a:p>
            <a:pPr marL="809625" indent="0">
              <a:buNone/>
            </a:pPr>
            <a:r>
              <a:rPr lang="en-US" sz="2400" dirty="0">
                <a:latin typeface="Times New Roman" panose="02020603050405020304" pitchFamily="18" charset="0"/>
                <a:cs typeface="Times New Roman" panose="02020603050405020304" pitchFamily="18" charset="0"/>
              </a:rPr>
              <a:t>$display ("my data is : %0p", my_data);</a:t>
            </a:r>
          </a:p>
          <a:p>
            <a:pPr marL="809625" indent="0">
              <a:buNone/>
            </a:pPr>
            <a:r>
              <a:rPr lang="en-US" sz="2400" dirty="0">
                <a:latin typeface="Times New Roman" panose="02020603050405020304" pitchFamily="18" charset="0"/>
                <a:cs typeface="Times New Roman" panose="02020603050405020304" pitchFamily="18" charset="0"/>
              </a:rPr>
              <a:t>end</a:t>
            </a:r>
          </a:p>
          <a:p>
            <a:pPr marL="809625" indent="0">
              <a:buNone/>
            </a:pPr>
            <a:r>
              <a:rPr lang="en-US" sz="2400" dirty="0">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9C02BE6-6A53-0744-6993-FA63D3FBB481}"/>
              </a:ext>
            </a:extLst>
          </p:cNvPr>
          <p:cNvSpPr>
            <a:spLocks noGrp="1"/>
          </p:cNvSpPr>
          <p:nvPr>
            <p:ph type="dt" sz="half" idx="10"/>
          </p:nvPr>
        </p:nvSpPr>
        <p:spPr/>
        <p:txBody>
          <a:bodyPr/>
          <a:lstStyle/>
          <a:p>
            <a:fld id="{1183ACDC-E422-4EE9-B4C1-DA3FDC992E06}" type="datetime1">
              <a:rPr lang="en-IN" smtClean="0"/>
              <a:pPr/>
              <a:t>31-10-2025</a:t>
            </a:fld>
            <a:endParaRPr lang="en-IN"/>
          </a:p>
        </p:txBody>
      </p:sp>
      <p:sp>
        <p:nvSpPr>
          <p:cNvPr id="5" name="Footer Placeholder 4">
            <a:extLst>
              <a:ext uri="{FF2B5EF4-FFF2-40B4-BE49-F238E27FC236}">
                <a16:creationId xmlns:a16="http://schemas.microsoft.com/office/drawing/2014/main" id="{5B83E4A3-0E1C-4E1D-8E27-5991985044A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1678ADF-AE22-1708-D8A8-E390CA459BC1}"/>
              </a:ext>
            </a:extLst>
          </p:cNvPr>
          <p:cNvSpPr>
            <a:spLocks noGrp="1"/>
          </p:cNvSpPr>
          <p:nvPr>
            <p:ph type="sldNum" sz="quarter" idx="12"/>
          </p:nvPr>
        </p:nvSpPr>
        <p:spPr/>
        <p:txBody>
          <a:bodyPr/>
          <a:lstStyle/>
          <a:p>
            <a:fld id="{56BB8B7D-B437-4E80-9B4F-EB7501C8BBDD}" type="slidenum">
              <a:rPr lang="en-IN" smtClean="0"/>
              <a:pPr/>
              <a:t>37</a:t>
            </a:fld>
            <a:endParaRPr lang="en-IN"/>
          </a:p>
        </p:txBody>
      </p:sp>
    </p:spTree>
    <p:extLst>
      <p:ext uri="{BB962C8B-B14F-4D97-AF65-F5344CB8AC3E}">
        <p14:creationId xmlns:p14="http://schemas.microsoft.com/office/powerpoint/2010/main" val="364851762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7D2A-4237-FFD3-F1A8-B1374AF6AEC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79C2DCD0-DDF2-AFBF-AB16-A8D0866A7D0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Dynamic Array</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 dynamic array is </a:t>
            </a:r>
            <a:r>
              <a:rPr lang="en-US" sz="2400" dirty="0">
                <a:highlight>
                  <a:srgbClr val="FFFF00"/>
                </a:highlight>
                <a:latin typeface="Times New Roman" panose="02020603050405020304" pitchFamily="18" charset="0"/>
                <a:cs typeface="Times New Roman" panose="02020603050405020304" pitchFamily="18" charset="0"/>
              </a:rPr>
              <a:t>one dimension of an unpacked array</a:t>
            </a:r>
            <a:r>
              <a:rPr lang="en-US" sz="2400" dirty="0">
                <a:latin typeface="Times New Roman" panose="02020603050405020304" pitchFamily="18" charset="0"/>
                <a:cs typeface="Times New Roman" panose="02020603050405020304" pitchFamily="18" charset="0"/>
              </a:rPr>
              <a:t> whose size can be set or changed at </a:t>
            </a:r>
            <a:r>
              <a:rPr lang="en-US" sz="2400" dirty="0">
                <a:solidFill>
                  <a:srgbClr val="FF0000"/>
                </a:solidFill>
                <a:latin typeface="Times New Roman" panose="02020603050405020304" pitchFamily="18" charset="0"/>
                <a:cs typeface="Times New Roman" panose="02020603050405020304" pitchFamily="18" charset="0"/>
              </a:rPr>
              <a:t>run-time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Dynamic array is Declared using an empty word </a:t>
            </a:r>
            <a:r>
              <a:rPr lang="en-US" sz="2400" dirty="0">
                <a:solidFill>
                  <a:srgbClr val="FF0000"/>
                </a:solidFill>
                <a:latin typeface="Times New Roman" panose="02020603050405020304" pitchFamily="18" charset="0"/>
                <a:cs typeface="Times New Roman" panose="02020603050405020304" pitchFamily="18" charset="0"/>
              </a:rPr>
              <a:t>subscript [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space for a dynamic array doesn’t exist until the array is explicitly created at run-time, space is allocated when </a:t>
            </a:r>
            <a:r>
              <a:rPr lang="en-US" sz="2400" dirty="0">
                <a:solidFill>
                  <a:srgbClr val="FF0000"/>
                </a:solidFill>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a:t>
            </a:r>
            <a:r>
              <a:rPr lang="en-US" sz="2400" dirty="0">
                <a:solidFill>
                  <a:schemeClr val="accent4">
                    <a:lumMod val="75000"/>
                  </a:schemeClr>
                </a:solidFill>
                <a:latin typeface="Times New Roman" panose="02020603050405020304" pitchFamily="18" charset="0"/>
                <a:cs typeface="Times New Roman" panose="02020603050405020304" pitchFamily="18" charset="0"/>
              </a:rPr>
              <a:t>number</a:t>
            </a:r>
            <a:r>
              <a:rPr lang="en-US" sz="2400" dirty="0">
                <a:latin typeface="Times New Roman" panose="02020603050405020304" pitchFamily="18" charset="0"/>
                <a:cs typeface="Times New Roman" panose="02020603050405020304" pitchFamily="18" charset="0"/>
              </a:rPr>
              <a:t>] is called.</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A88D29E-E5B0-42AF-72B8-A255A3E413A1}"/>
              </a:ext>
            </a:extLst>
          </p:cNvPr>
          <p:cNvSpPr>
            <a:spLocks noGrp="1"/>
          </p:cNvSpPr>
          <p:nvPr>
            <p:ph type="dt" sz="half" idx="10"/>
          </p:nvPr>
        </p:nvSpPr>
        <p:spPr/>
        <p:txBody>
          <a:bodyPr/>
          <a:lstStyle/>
          <a:p>
            <a:fld id="{ACAA5668-5665-41B0-8DC3-5C33DDB5A20E}" type="datetime1">
              <a:rPr lang="en-IN" smtClean="0"/>
              <a:pPr/>
              <a:t>31-10-2025</a:t>
            </a:fld>
            <a:endParaRPr lang="en-IN"/>
          </a:p>
        </p:txBody>
      </p:sp>
      <p:sp>
        <p:nvSpPr>
          <p:cNvPr id="6" name="Footer Placeholder 5">
            <a:extLst>
              <a:ext uri="{FF2B5EF4-FFF2-40B4-BE49-F238E27FC236}">
                <a16:creationId xmlns:a16="http://schemas.microsoft.com/office/drawing/2014/main" id="{FB3E2B4F-162D-71CA-C97B-E3EF0B14D88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F5F3E5E-85DB-C9EA-975F-23F7B379F620}"/>
              </a:ext>
            </a:extLst>
          </p:cNvPr>
          <p:cNvSpPr>
            <a:spLocks noGrp="1"/>
          </p:cNvSpPr>
          <p:nvPr>
            <p:ph type="sldNum" sz="quarter" idx="12"/>
          </p:nvPr>
        </p:nvSpPr>
        <p:spPr/>
        <p:txBody>
          <a:bodyPr/>
          <a:lstStyle/>
          <a:p>
            <a:fld id="{56BB8B7D-B437-4E80-9B4F-EB7501C8BBDD}" type="slidenum">
              <a:rPr lang="en-IN" smtClean="0"/>
              <a:pPr/>
              <a:t>38</a:t>
            </a:fld>
            <a:endParaRPr lang="en-IN"/>
          </a:p>
        </p:txBody>
      </p:sp>
      <p:graphicFrame>
        <p:nvGraphicFramePr>
          <p:cNvPr id="5" name="Table 4">
            <a:extLst>
              <a:ext uri="{FF2B5EF4-FFF2-40B4-BE49-F238E27FC236}">
                <a16:creationId xmlns:a16="http://schemas.microsoft.com/office/drawing/2014/main" id="{946A3343-487B-6ECC-6611-06DC62E1D5D3}"/>
              </a:ext>
            </a:extLst>
          </p:cNvPr>
          <p:cNvGraphicFramePr>
            <a:graphicFrameLocks noGrp="1"/>
          </p:cNvGraphicFramePr>
          <p:nvPr>
            <p:extLst>
              <p:ext uri="{D42A27DB-BD31-4B8C-83A1-F6EECF244321}">
                <p14:modId xmlns:p14="http://schemas.microsoft.com/office/powerpoint/2010/main" val="1954842324"/>
              </p:ext>
            </p:extLst>
          </p:nvPr>
        </p:nvGraphicFramePr>
        <p:xfrm>
          <a:off x="1804860" y="4260979"/>
          <a:ext cx="9158748" cy="1828800"/>
        </p:xfrm>
        <a:graphic>
          <a:graphicData uri="http://schemas.openxmlformats.org/drawingml/2006/table">
            <a:tbl>
              <a:tblPr firstRow="1" bandRow="1">
                <a:tableStyleId>{5C22544A-7EE6-4342-B048-85BDC9FD1C3A}</a:tableStyleId>
              </a:tblPr>
              <a:tblGrid>
                <a:gridCol w="1914541">
                  <a:extLst>
                    <a:ext uri="{9D8B030D-6E8A-4147-A177-3AD203B41FA5}">
                      <a16:colId xmlns:a16="http://schemas.microsoft.com/office/drawing/2014/main" val="1298139703"/>
                    </a:ext>
                  </a:extLst>
                </a:gridCol>
                <a:gridCol w="7244207">
                  <a:extLst>
                    <a:ext uri="{9D8B030D-6E8A-4147-A177-3AD203B41FA5}">
                      <a16:colId xmlns:a16="http://schemas.microsoft.com/office/drawing/2014/main" val="2610045253"/>
                    </a:ext>
                  </a:extLst>
                </a:gridCol>
              </a:tblGrid>
              <a:tr h="370840">
                <a:tc>
                  <a:txBody>
                    <a:bodyPr/>
                    <a:lstStyle/>
                    <a:p>
                      <a:r>
                        <a:rPr lang="en-US" sz="2400"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Description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9527014"/>
                  </a:ext>
                </a:extLst>
              </a:tr>
              <a:tr h="370840">
                <a:tc>
                  <a:txBody>
                    <a:bodyPr/>
                    <a:lstStyle/>
                    <a:p>
                      <a:r>
                        <a:rPr lang="en-US" sz="2400" dirty="0">
                          <a:latin typeface="Times New Roman" panose="02020603050405020304" pitchFamily="18" charset="0"/>
                          <a:cs typeface="Times New Roman" panose="02020603050405020304" pitchFamily="18" charset="0"/>
                        </a:rPr>
                        <a:t>.new[]</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allocates the storage</a:t>
                      </a:r>
                    </a:p>
                  </a:txBody>
                  <a:tcPr/>
                </a:tc>
                <a:extLst>
                  <a:ext uri="{0D108BD9-81ED-4DB2-BD59-A6C34878D82A}">
                    <a16:rowId xmlns:a16="http://schemas.microsoft.com/office/drawing/2014/main" val="1737182890"/>
                  </a:ext>
                </a:extLst>
              </a:tr>
              <a:tr h="370840">
                <a:tc>
                  <a:txBody>
                    <a:bodyPr/>
                    <a:lstStyle/>
                    <a:p>
                      <a:r>
                        <a:rPr lang="en-US" sz="2400" dirty="0">
                          <a:latin typeface="Times New Roman" panose="02020603050405020304" pitchFamily="18" charset="0"/>
                          <a:cs typeface="Times New Roman" panose="02020603050405020304" pitchFamily="18" charset="0"/>
                        </a:rPr>
                        <a:t>.size()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returns the current size of a dynamic array.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69344"/>
                  </a:ext>
                </a:extLst>
              </a:tr>
              <a:tr h="370840">
                <a:tc>
                  <a:txBody>
                    <a:bodyPr/>
                    <a:lstStyle/>
                    <a:p>
                      <a:r>
                        <a:rPr lang="en-US" sz="2400" dirty="0">
                          <a:latin typeface="Times New Roman" panose="02020603050405020304" pitchFamily="18" charset="0"/>
                          <a:cs typeface="Times New Roman" panose="02020603050405020304" pitchFamily="18" charset="0"/>
                        </a:rPr>
                        <a:t>.delete()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empties the array, resulting in a zero-sized array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3606330"/>
                  </a:ext>
                </a:extLst>
              </a:tr>
            </a:tbl>
          </a:graphicData>
        </a:graphic>
      </p:graphicFrame>
    </p:spTree>
    <p:extLst>
      <p:ext uri="{BB962C8B-B14F-4D97-AF65-F5344CB8AC3E}">
        <p14:creationId xmlns:p14="http://schemas.microsoft.com/office/powerpoint/2010/main" val="538740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9D44-D1AF-F056-30A8-606AEEAFBAEE}"/>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0E28FD12-1DCE-6F01-4BCB-2F4F255EA612}"/>
              </a:ext>
            </a:extLst>
          </p:cNvPr>
          <p:cNvSpPr>
            <a:spLocks noGrp="1"/>
          </p:cNvSpPr>
          <p:nvPr>
            <p:ph idx="1"/>
          </p:nvPr>
        </p:nvSpPr>
        <p:spPr/>
        <p:txBody>
          <a:bodyPr>
            <a:normAutofit fontScale="92500" lnSpcReduction="10000"/>
          </a:bodyPr>
          <a:lstStyle/>
          <a:p>
            <a:pPr marL="809625" indent="0">
              <a:buNone/>
            </a:pPr>
            <a:r>
              <a:rPr lang="en-IN" sz="2000" dirty="0"/>
              <a:t>module </a:t>
            </a:r>
            <a:r>
              <a:rPr lang="en-IN" sz="2000" dirty="0" err="1"/>
              <a:t>d_arry</a:t>
            </a:r>
            <a:r>
              <a:rPr lang="en-IN" sz="2000" dirty="0"/>
              <a:t>;</a:t>
            </a:r>
          </a:p>
          <a:p>
            <a:pPr marL="809625" indent="0">
              <a:buNone/>
            </a:pPr>
            <a:r>
              <a:rPr lang="en-IN" sz="2000" dirty="0"/>
              <a:t>int </a:t>
            </a:r>
            <a:r>
              <a:rPr lang="en-IN" sz="2000" dirty="0" err="1"/>
              <a:t>arry</a:t>
            </a:r>
            <a:r>
              <a:rPr lang="en-IN" sz="2000" dirty="0"/>
              <a:t> [];</a:t>
            </a:r>
          </a:p>
          <a:p>
            <a:pPr marL="809625" indent="0">
              <a:buNone/>
            </a:pPr>
            <a:r>
              <a:rPr lang="en-IN" sz="2000" dirty="0"/>
              <a:t>int </a:t>
            </a:r>
            <a:r>
              <a:rPr lang="en-IN" sz="2000" dirty="0" err="1"/>
              <a:t>idi</a:t>
            </a:r>
            <a:r>
              <a:rPr lang="en-IN" sz="2000" dirty="0"/>
              <a:t> [];</a:t>
            </a:r>
          </a:p>
          <a:p>
            <a:pPr marL="809625" indent="0">
              <a:buNone/>
            </a:pPr>
            <a:r>
              <a:rPr lang="en-IN" sz="2000" dirty="0"/>
              <a:t>initial begin</a:t>
            </a:r>
          </a:p>
          <a:p>
            <a:pPr marL="809625" indent="0">
              <a:buNone/>
            </a:pPr>
            <a:r>
              <a:rPr lang="en-IN" sz="2000" dirty="0" err="1"/>
              <a:t>arry</a:t>
            </a:r>
            <a:r>
              <a:rPr lang="en-IN" sz="2000" dirty="0"/>
              <a:t> = new [5];</a:t>
            </a:r>
          </a:p>
          <a:p>
            <a:pPr marL="809625" indent="0">
              <a:buNone/>
            </a:pPr>
            <a:r>
              <a:rPr lang="en-IN" sz="2000" dirty="0" err="1"/>
              <a:t>arry</a:t>
            </a:r>
            <a:r>
              <a:rPr lang="en-IN" sz="2000" dirty="0"/>
              <a:t> = '{1, 2, 3, 4, 5};</a:t>
            </a:r>
          </a:p>
          <a:p>
            <a:pPr marL="809625" indent="0">
              <a:buNone/>
            </a:pPr>
            <a:r>
              <a:rPr lang="en-IN" sz="2000" dirty="0" err="1"/>
              <a:t>idi</a:t>
            </a:r>
            <a:r>
              <a:rPr lang="en-IN" sz="2000" dirty="0"/>
              <a:t> = </a:t>
            </a:r>
            <a:r>
              <a:rPr lang="en-IN" sz="2000" dirty="0" err="1"/>
              <a:t>arry</a:t>
            </a:r>
            <a:r>
              <a:rPr lang="en-IN" sz="2000" dirty="0"/>
              <a:t>;</a:t>
            </a:r>
          </a:p>
          <a:p>
            <a:pPr marL="809625" indent="0">
              <a:buNone/>
            </a:pPr>
            <a:r>
              <a:rPr lang="en-IN" sz="2000" dirty="0"/>
              <a:t>$display ("id = %p", </a:t>
            </a:r>
            <a:r>
              <a:rPr lang="en-IN" sz="2000" dirty="0" err="1"/>
              <a:t>idi</a:t>
            </a:r>
            <a:r>
              <a:rPr lang="en-IN" sz="2000" dirty="0"/>
              <a:t>);</a:t>
            </a:r>
          </a:p>
          <a:p>
            <a:pPr marL="809625" indent="0">
              <a:buNone/>
            </a:pPr>
            <a:r>
              <a:rPr lang="en-IN" sz="2000" dirty="0" err="1"/>
              <a:t>idi</a:t>
            </a:r>
            <a:r>
              <a:rPr lang="en-IN" sz="2000" dirty="0"/>
              <a:t> = new [</a:t>
            </a:r>
            <a:r>
              <a:rPr lang="en-IN" sz="2000" dirty="0" err="1"/>
              <a:t>idi.size</a:t>
            </a:r>
            <a:r>
              <a:rPr lang="en-IN" sz="2000" dirty="0"/>
              <a:t>() + 1] (</a:t>
            </a:r>
            <a:r>
              <a:rPr lang="en-IN" sz="2000" dirty="0" err="1"/>
              <a:t>idi</a:t>
            </a:r>
            <a:r>
              <a:rPr lang="en-IN" sz="2000" dirty="0"/>
              <a:t>);</a:t>
            </a:r>
          </a:p>
          <a:p>
            <a:pPr marL="809625" indent="0">
              <a:buNone/>
            </a:pPr>
            <a:r>
              <a:rPr lang="en-IN" sz="2000" dirty="0" err="1"/>
              <a:t>idi</a:t>
            </a:r>
            <a:r>
              <a:rPr lang="en-IN" sz="2000" dirty="0"/>
              <a:t> [</a:t>
            </a:r>
            <a:r>
              <a:rPr lang="en-IN" sz="2000" dirty="0" err="1"/>
              <a:t>idi.size</a:t>
            </a:r>
            <a:r>
              <a:rPr lang="en-IN" sz="2000" dirty="0"/>
              <a:t>() - 1] = 6;</a:t>
            </a:r>
          </a:p>
          <a:p>
            <a:pPr marL="809625" indent="0">
              <a:buNone/>
            </a:pPr>
            <a:r>
              <a:rPr lang="en-IN" sz="2000" dirty="0"/>
              <a:t>$display ("New id = %p", </a:t>
            </a:r>
            <a:r>
              <a:rPr lang="en-IN" sz="2000" dirty="0" err="1"/>
              <a:t>idi</a:t>
            </a:r>
            <a:r>
              <a:rPr lang="en-IN" sz="2000" dirty="0"/>
              <a:t>);</a:t>
            </a:r>
          </a:p>
          <a:p>
            <a:pPr marL="809625" indent="0">
              <a:buNone/>
            </a:pPr>
            <a:r>
              <a:rPr lang="en-IN" sz="2000" dirty="0"/>
              <a:t>$display ("</a:t>
            </a:r>
            <a:r>
              <a:rPr lang="en-IN" sz="2000" dirty="0" err="1"/>
              <a:t>array.size</a:t>
            </a:r>
            <a:r>
              <a:rPr lang="en-IN" sz="2000" dirty="0"/>
              <a:t>() = %0d, </a:t>
            </a:r>
            <a:r>
              <a:rPr lang="en-IN" sz="2000" dirty="0" err="1"/>
              <a:t>id.size</a:t>
            </a:r>
            <a:r>
              <a:rPr lang="en-IN" sz="2000" dirty="0"/>
              <a:t>() = %0d", </a:t>
            </a:r>
            <a:r>
              <a:rPr lang="en-IN" sz="2000" dirty="0" err="1"/>
              <a:t>arry.size</a:t>
            </a:r>
            <a:r>
              <a:rPr lang="en-IN" sz="2000" dirty="0"/>
              <a:t>(), </a:t>
            </a:r>
            <a:r>
              <a:rPr lang="en-IN" sz="2000" dirty="0" err="1"/>
              <a:t>idi.size</a:t>
            </a:r>
            <a:r>
              <a:rPr lang="en-IN" sz="2000" dirty="0"/>
              <a:t>());</a:t>
            </a:r>
          </a:p>
          <a:p>
            <a:pPr marL="809625" indent="0">
              <a:buNone/>
            </a:pPr>
            <a:r>
              <a:rPr lang="en-IN" sz="2000" dirty="0"/>
              <a:t>end</a:t>
            </a:r>
          </a:p>
          <a:p>
            <a:pPr marL="809625" indent="0">
              <a:buNone/>
            </a:pPr>
            <a:r>
              <a:rPr lang="en-IN" sz="2000" dirty="0"/>
              <a:t>endmodule</a:t>
            </a:r>
          </a:p>
        </p:txBody>
      </p:sp>
      <p:sp>
        <p:nvSpPr>
          <p:cNvPr id="4" name="Date Placeholder 3">
            <a:extLst>
              <a:ext uri="{FF2B5EF4-FFF2-40B4-BE49-F238E27FC236}">
                <a16:creationId xmlns:a16="http://schemas.microsoft.com/office/drawing/2014/main" id="{393371C0-2C25-F26F-027D-24C286D9927F}"/>
              </a:ext>
            </a:extLst>
          </p:cNvPr>
          <p:cNvSpPr>
            <a:spLocks noGrp="1"/>
          </p:cNvSpPr>
          <p:nvPr>
            <p:ph type="dt" sz="half" idx="10"/>
          </p:nvPr>
        </p:nvSpPr>
        <p:spPr/>
        <p:txBody>
          <a:bodyPr/>
          <a:lstStyle/>
          <a:p>
            <a:fld id="{1A80BCB9-BB49-4F05-9350-7AFD1C66D127}" type="datetime1">
              <a:rPr lang="en-IN" smtClean="0"/>
              <a:pPr/>
              <a:t>31-10-2025</a:t>
            </a:fld>
            <a:endParaRPr lang="en-IN"/>
          </a:p>
        </p:txBody>
      </p:sp>
      <p:sp>
        <p:nvSpPr>
          <p:cNvPr id="5" name="Footer Placeholder 4">
            <a:extLst>
              <a:ext uri="{FF2B5EF4-FFF2-40B4-BE49-F238E27FC236}">
                <a16:creationId xmlns:a16="http://schemas.microsoft.com/office/drawing/2014/main" id="{1AAF9AFB-06AB-B6B8-8832-2B035CFBFE8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76C04CF-9F0D-0F82-64CC-28F5D553E1CE}"/>
              </a:ext>
            </a:extLst>
          </p:cNvPr>
          <p:cNvSpPr>
            <a:spLocks noGrp="1"/>
          </p:cNvSpPr>
          <p:nvPr>
            <p:ph type="sldNum" sz="quarter" idx="12"/>
          </p:nvPr>
        </p:nvSpPr>
        <p:spPr/>
        <p:txBody>
          <a:bodyPr/>
          <a:lstStyle/>
          <a:p>
            <a:fld id="{56BB8B7D-B437-4E80-9B4F-EB7501C8BBDD}" type="slidenum">
              <a:rPr lang="en-IN" smtClean="0"/>
              <a:pPr/>
              <a:t>39</a:t>
            </a:fld>
            <a:endParaRPr lang="en-IN"/>
          </a:p>
        </p:txBody>
      </p:sp>
    </p:spTree>
    <p:extLst>
      <p:ext uri="{BB962C8B-B14F-4D97-AF65-F5344CB8AC3E}">
        <p14:creationId xmlns:p14="http://schemas.microsoft.com/office/powerpoint/2010/main" val="175599419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EC1F-448F-CF3D-7DA3-5B922E8C6C02}"/>
              </a:ext>
            </a:extLst>
          </p:cNvPr>
          <p:cNvSpPr>
            <a:spLocks noGrp="1"/>
          </p:cNvSpPr>
          <p:nvPr>
            <p:ph type="title"/>
          </p:nvPr>
        </p:nvSpPr>
        <p:spPr>
          <a:xfrm>
            <a:off x="132522" y="36693"/>
            <a:ext cx="10972800" cy="1143000"/>
          </a:xfrm>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AA3FFDC-CDD5-D951-466C-6D5F08C024DA}"/>
              </a:ext>
            </a:extLst>
          </p:cNvPr>
          <p:cNvSpPr>
            <a:spLocks noGrp="1"/>
          </p:cNvSpPr>
          <p:nvPr>
            <p:ph idx="1"/>
          </p:nvPr>
        </p:nvSpPr>
        <p:spPr>
          <a:xfrm>
            <a:off x="311426" y="1179693"/>
            <a:ext cx="10972800" cy="4525963"/>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Associative Array</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Associative arrays </a:t>
            </a:r>
            <a:r>
              <a:rPr lang="en-US" sz="2400" dirty="0">
                <a:highlight>
                  <a:srgbClr val="FFFF00"/>
                </a:highlight>
                <a:latin typeface="Times New Roman" panose="02020603050405020304" pitchFamily="18" charset="0"/>
                <a:cs typeface="Times New Roman" panose="02020603050405020304" pitchFamily="18" charset="0"/>
              </a:rPr>
              <a:t>allocate the storage only when it is used</a:t>
            </a:r>
            <a:r>
              <a:rPr lang="en-US" sz="2400" dirty="0">
                <a:latin typeface="Times New Roman" panose="02020603050405020304" pitchFamily="18" charset="0"/>
                <a:cs typeface="Times New Roman" panose="02020603050405020304" pitchFamily="18" charset="0"/>
              </a:rPr>
              <a:t>, unless like in the dynamic array we need to </a:t>
            </a:r>
            <a:r>
              <a:rPr lang="en-US" sz="2400" dirty="0">
                <a:solidFill>
                  <a:srgbClr val="FF0000"/>
                </a:solidFill>
                <a:latin typeface="Times New Roman" panose="02020603050405020304" pitchFamily="18" charset="0"/>
                <a:cs typeface="Times New Roman" panose="02020603050405020304" pitchFamily="18" charset="0"/>
              </a:rPr>
              <a:t>allocate memory before using it</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When the size of the </a:t>
            </a:r>
            <a:r>
              <a:rPr lang="en-US" sz="2400" dirty="0">
                <a:solidFill>
                  <a:srgbClr val="FF0000"/>
                </a:solidFill>
                <a:latin typeface="Times New Roman" panose="02020603050405020304" pitchFamily="18" charset="0"/>
                <a:cs typeface="Times New Roman" panose="02020603050405020304" pitchFamily="18" charset="0"/>
              </a:rPr>
              <a:t>collection is unknown or the data space is sparse</a:t>
            </a:r>
            <a:r>
              <a:rPr lang="en-US" sz="2400" dirty="0">
                <a:latin typeface="Times New Roman" panose="02020603050405020304" pitchFamily="18" charset="0"/>
                <a:cs typeface="Times New Roman" panose="02020603050405020304" pitchFamily="18" charset="0"/>
              </a:rPr>
              <a:t>, an </a:t>
            </a:r>
            <a:r>
              <a:rPr lang="en-US" sz="2400" dirty="0">
                <a:solidFill>
                  <a:srgbClr val="FF0000"/>
                </a:solidFill>
                <a:latin typeface="Times New Roman" panose="02020603050405020304" pitchFamily="18" charset="0"/>
                <a:cs typeface="Times New Roman" panose="02020603050405020304" pitchFamily="18" charset="0"/>
              </a:rPr>
              <a:t>associative array </a:t>
            </a:r>
            <a:r>
              <a:rPr lang="en-US" sz="2400" dirty="0">
                <a:latin typeface="Times New Roman" panose="02020603050405020304" pitchFamily="18" charset="0"/>
                <a:cs typeface="Times New Roman" panose="02020603050405020304" pitchFamily="18" charset="0"/>
              </a:rPr>
              <a:t>is a </a:t>
            </a:r>
            <a:r>
              <a:rPr lang="en-US" sz="2400" dirty="0">
                <a:solidFill>
                  <a:srgbClr val="FF0000"/>
                </a:solidFill>
                <a:latin typeface="Times New Roman" panose="02020603050405020304" pitchFamily="18" charset="0"/>
                <a:cs typeface="Times New Roman" panose="02020603050405020304" pitchFamily="18" charset="0"/>
              </a:rPr>
              <a:t>better option</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a:solidFill>
                  <a:schemeClr val="accent5">
                    <a:lumMod val="75000"/>
                  </a:schemeClr>
                </a:solidFill>
                <a:latin typeface="Times New Roman" panose="02020603050405020304" pitchFamily="18" charset="0"/>
                <a:cs typeface="Times New Roman" panose="02020603050405020304" pitchFamily="18" charset="0"/>
              </a:rPr>
              <a:t>a_array1</a:t>
            </a:r>
            <a:r>
              <a:rPr lang="en-US" dirty="0">
                <a:latin typeface="Times New Roman" panose="02020603050405020304" pitchFamily="18" charset="0"/>
                <a:cs typeface="Times New Roman" panose="02020603050405020304" pitchFamily="18" charset="0"/>
              </a:rPr>
              <a:t>[</a:t>
            </a:r>
            <a:r>
              <a:rPr lang="en-US" dirty="0">
                <a:solidFill>
                  <a:schemeClr val="accent4">
                    <a:lumMod val="75000"/>
                  </a:schemeClr>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bit</a:t>
            </a:r>
            <a:r>
              <a:rPr lang="en-US" dirty="0">
                <a:latin typeface="Times New Roman" panose="02020603050405020304" pitchFamily="18" charset="0"/>
                <a:cs typeface="Times New Roman" panose="02020603050405020304" pitchFamily="18" charset="0"/>
              </a:rPr>
              <a:t>[</a:t>
            </a:r>
            <a:r>
              <a:rPr lang="en-US" dirty="0">
                <a:solidFill>
                  <a:schemeClr val="accent4">
                    <a:lumMod val="75000"/>
                  </a:schemeClr>
                </a:solidFill>
                <a:latin typeface="Times New Roman" panose="02020603050405020304" pitchFamily="18" charset="0"/>
                <a:cs typeface="Times New Roman" panose="02020603050405020304" pitchFamily="18" charset="0"/>
              </a:rPr>
              <a:t>31:0</a:t>
            </a:r>
            <a:r>
              <a:rPr lang="en-US" dirty="0">
                <a:latin typeface="Times New Roman" panose="02020603050405020304" pitchFamily="18" charset="0"/>
                <a:cs typeface="Times New Roman" panose="02020603050405020304" pitchFamily="18" charset="0"/>
              </a:rPr>
              <a:t>]</a:t>
            </a:r>
            <a:r>
              <a:rPr lang="en-US" dirty="0">
                <a:solidFill>
                  <a:schemeClr val="accent5">
                    <a:lumMod val="75000"/>
                  </a:schemeClr>
                </a:solidFill>
                <a:latin typeface="Times New Roman" panose="02020603050405020304" pitchFamily="18" charset="0"/>
                <a:cs typeface="Times New Roman" panose="02020603050405020304" pitchFamily="18" charset="0"/>
              </a:rPr>
              <a:t>a_array2</a:t>
            </a:r>
            <a:r>
              <a:rPr lang="en-US" dirty="0">
                <a:latin typeface="Times New Roman" panose="02020603050405020304" pitchFamily="18" charset="0"/>
                <a:cs typeface="Times New Roman" panose="02020603050405020304" pitchFamily="18" charset="0"/>
              </a:rPr>
              <a:t>[</a:t>
            </a:r>
            <a:r>
              <a:rPr lang="en-US" dirty="0">
                <a:solidFill>
                  <a:schemeClr val="accent4">
                    <a:lumMod val="75000"/>
                  </a:schemeClr>
                </a:solidFill>
                <a:latin typeface="Times New Roman" panose="02020603050405020304" pitchFamily="18" charset="0"/>
                <a:cs typeface="Times New Roman" panose="02020603050405020304" pitchFamily="18" charset="0"/>
              </a:rPr>
              <a:t>string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C5D067-8CCC-B94A-E297-B1256BA9EB74}"/>
              </a:ext>
            </a:extLst>
          </p:cNvPr>
          <p:cNvSpPr>
            <a:spLocks noGrp="1"/>
          </p:cNvSpPr>
          <p:nvPr>
            <p:ph type="dt" sz="half" idx="10"/>
          </p:nvPr>
        </p:nvSpPr>
        <p:spPr/>
        <p:txBody>
          <a:bodyPr/>
          <a:lstStyle/>
          <a:p>
            <a:fld id="{BADDBAA6-E600-42D4-8FB0-2B026C892800}" type="datetime1">
              <a:rPr lang="en-IN" smtClean="0"/>
              <a:pPr/>
              <a:t>31-10-2025</a:t>
            </a:fld>
            <a:endParaRPr lang="en-IN"/>
          </a:p>
        </p:txBody>
      </p:sp>
      <p:sp>
        <p:nvSpPr>
          <p:cNvPr id="5" name="Footer Placeholder 4">
            <a:extLst>
              <a:ext uri="{FF2B5EF4-FFF2-40B4-BE49-F238E27FC236}">
                <a16:creationId xmlns:a16="http://schemas.microsoft.com/office/drawing/2014/main" id="{B458F0B4-10C0-6732-72D9-C60110B2ACC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8855622-677F-A551-EB6D-E667B5D77A8C}"/>
              </a:ext>
            </a:extLst>
          </p:cNvPr>
          <p:cNvSpPr>
            <a:spLocks noGrp="1"/>
          </p:cNvSpPr>
          <p:nvPr>
            <p:ph type="sldNum" sz="quarter" idx="12"/>
          </p:nvPr>
        </p:nvSpPr>
        <p:spPr/>
        <p:txBody>
          <a:bodyPr/>
          <a:lstStyle/>
          <a:p>
            <a:fld id="{56BB8B7D-B437-4E80-9B4F-EB7501C8BBDD}" type="slidenum">
              <a:rPr lang="en-IN" smtClean="0"/>
              <a:pPr/>
              <a:t>40</a:t>
            </a:fld>
            <a:endParaRPr lang="en-IN"/>
          </a:p>
        </p:txBody>
      </p:sp>
      <p:pic>
        <p:nvPicPr>
          <p:cNvPr id="7" name="Picture 6">
            <a:extLst>
              <a:ext uri="{FF2B5EF4-FFF2-40B4-BE49-F238E27FC236}">
                <a16:creationId xmlns:a16="http://schemas.microsoft.com/office/drawing/2014/main" id="{B7C67D76-C4CD-7BA8-428B-F8080A71232A}"/>
              </a:ext>
            </a:extLst>
          </p:cNvPr>
          <p:cNvPicPr>
            <a:picLocks noChangeAspect="1"/>
          </p:cNvPicPr>
          <p:nvPr/>
        </p:nvPicPr>
        <p:blipFill>
          <a:blip r:embed="rId2"/>
          <a:stretch>
            <a:fillRect/>
          </a:stretch>
        </p:blipFill>
        <p:spPr>
          <a:xfrm>
            <a:off x="5509549" y="2905246"/>
            <a:ext cx="6072851" cy="3565002"/>
          </a:xfrm>
          <a:prstGeom prst="rect">
            <a:avLst/>
          </a:prstGeom>
        </p:spPr>
      </p:pic>
    </p:spTree>
    <p:extLst>
      <p:ext uri="{BB962C8B-B14F-4D97-AF65-F5344CB8AC3E}">
        <p14:creationId xmlns:p14="http://schemas.microsoft.com/office/powerpoint/2010/main" val="4032548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A3308-BD80-42DB-135B-DEB56CCD573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96282746-EA49-84F2-C9C6-711B1493E452}"/>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Associative Array Methods</a:t>
            </a:r>
          </a:p>
          <a:p>
            <a:pPr lvl="1">
              <a:buFont typeface="Wingdings" panose="05000000000000000000" pitchFamily="2" charset="2"/>
              <a:buChar char="v"/>
            </a:pPr>
            <a:endParaRPr lang="en-IN" sz="20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C01C973-F74C-AC10-691D-A171CD7F7A0E}"/>
              </a:ext>
            </a:extLst>
          </p:cNvPr>
          <p:cNvSpPr>
            <a:spLocks noGrp="1"/>
          </p:cNvSpPr>
          <p:nvPr>
            <p:ph type="dt" sz="half" idx="10"/>
          </p:nvPr>
        </p:nvSpPr>
        <p:spPr/>
        <p:txBody>
          <a:bodyPr/>
          <a:lstStyle/>
          <a:p>
            <a:fld id="{925DB90E-A220-4B0B-AE2A-31606EE5B875}" type="datetime1">
              <a:rPr lang="en-IN" smtClean="0"/>
              <a:pPr/>
              <a:t>31-10-2025</a:t>
            </a:fld>
            <a:endParaRPr lang="en-IN"/>
          </a:p>
        </p:txBody>
      </p:sp>
      <p:sp>
        <p:nvSpPr>
          <p:cNvPr id="6" name="Footer Placeholder 5">
            <a:extLst>
              <a:ext uri="{FF2B5EF4-FFF2-40B4-BE49-F238E27FC236}">
                <a16:creationId xmlns:a16="http://schemas.microsoft.com/office/drawing/2014/main" id="{D896914D-8584-E30C-1541-B077E82F2D7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71A639C-1525-806D-48E8-2E3C73CEBA4F}"/>
              </a:ext>
            </a:extLst>
          </p:cNvPr>
          <p:cNvSpPr>
            <a:spLocks noGrp="1"/>
          </p:cNvSpPr>
          <p:nvPr>
            <p:ph type="sldNum" sz="quarter" idx="12"/>
          </p:nvPr>
        </p:nvSpPr>
        <p:spPr/>
        <p:txBody>
          <a:bodyPr/>
          <a:lstStyle/>
          <a:p>
            <a:fld id="{56BB8B7D-B437-4E80-9B4F-EB7501C8BBDD}" type="slidenum">
              <a:rPr lang="en-IN" smtClean="0"/>
              <a:pPr/>
              <a:t>41</a:t>
            </a:fld>
            <a:endParaRPr lang="en-IN"/>
          </a:p>
        </p:txBody>
      </p:sp>
      <p:graphicFrame>
        <p:nvGraphicFramePr>
          <p:cNvPr id="4" name="Table 3">
            <a:extLst>
              <a:ext uri="{FF2B5EF4-FFF2-40B4-BE49-F238E27FC236}">
                <a16:creationId xmlns:a16="http://schemas.microsoft.com/office/drawing/2014/main" id="{3AA6A617-A45A-539A-9B60-F6A7EB4AF4B3}"/>
              </a:ext>
            </a:extLst>
          </p:cNvPr>
          <p:cNvGraphicFramePr>
            <a:graphicFrameLocks noGrp="1"/>
          </p:cNvGraphicFramePr>
          <p:nvPr>
            <p:extLst>
              <p:ext uri="{D42A27DB-BD31-4B8C-83A1-F6EECF244321}">
                <p14:modId xmlns:p14="http://schemas.microsoft.com/office/powerpoint/2010/main" val="996510872"/>
              </p:ext>
            </p:extLst>
          </p:nvPr>
        </p:nvGraphicFramePr>
        <p:xfrm>
          <a:off x="760361" y="2242204"/>
          <a:ext cx="10671278" cy="3657600"/>
        </p:xfrm>
        <a:graphic>
          <a:graphicData uri="http://schemas.openxmlformats.org/drawingml/2006/table">
            <a:tbl>
              <a:tblPr firstRow="1" bandRow="1">
                <a:tableStyleId>{5C22544A-7EE6-4342-B048-85BDC9FD1C3A}</a:tableStyleId>
              </a:tblPr>
              <a:tblGrid>
                <a:gridCol w="2310581">
                  <a:extLst>
                    <a:ext uri="{9D8B030D-6E8A-4147-A177-3AD203B41FA5}">
                      <a16:colId xmlns:a16="http://schemas.microsoft.com/office/drawing/2014/main" val="1712819985"/>
                    </a:ext>
                  </a:extLst>
                </a:gridCol>
                <a:gridCol w="8360697">
                  <a:extLst>
                    <a:ext uri="{9D8B030D-6E8A-4147-A177-3AD203B41FA5}">
                      <a16:colId xmlns:a16="http://schemas.microsoft.com/office/drawing/2014/main" val="1870500876"/>
                    </a:ext>
                  </a:extLst>
                </a:gridCol>
              </a:tblGrid>
              <a:tr h="370840">
                <a:tc>
                  <a:txBody>
                    <a:bodyPr/>
                    <a:lstStyle/>
                    <a:p>
                      <a:r>
                        <a:rPr lang="en-IN" sz="2400" dirty="0">
                          <a:latin typeface="Times New Roman" panose="02020603050405020304" pitchFamily="18" charset="0"/>
                          <a:cs typeface="Times New Roman" panose="02020603050405020304" pitchFamily="18" charset="0"/>
                        </a:rPr>
                        <a:t>Method</a:t>
                      </a:r>
                    </a:p>
                  </a:txBody>
                  <a:tcPr/>
                </a:tc>
                <a:tc>
                  <a:txBody>
                    <a:bodyPr/>
                    <a:lstStyle/>
                    <a:p>
                      <a:r>
                        <a:rPr lang="en-IN" sz="24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2299855386"/>
                  </a:ext>
                </a:extLst>
              </a:tr>
              <a:tr h="370840">
                <a:tc>
                  <a:txBody>
                    <a:bodyPr/>
                    <a:lstStyle/>
                    <a:p>
                      <a:r>
                        <a:rPr lang="en-IN" sz="2400" dirty="0" err="1">
                          <a:latin typeface="Times New Roman" panose="02020603050405020304" pitchFamily="18" charset="0"/>
                          <a:cs typeface="Times New Roman" panose="02020603050405020304" pitchFamily="18" charset="0"/>
                        </a:rPr>
                        <a:t>num</a:t>
                      </a:r>
                      <a:r>
                        <a:rPr lang="en-IN" sz="2400" dirty="0">
                          <a:latin typeface="Times New Roman" panose="02020603050405020304" pitchFamily="18" charset="0"/>
                          <a:cs typeface="Times New Roman" panose="02020603050405020304" pitchFamily="18" charset="0"/>
                        </a:rPr>
                        <a:t>() </a:t>
                      </a:r>
                    </a:p>
                  </a:txBody>
                  <a:tcPr/>
                </a:tc>
                <a:tc>
                  <a:txBody>
                    <a:bodyPr/>
                    <a:lstStyle/>
                    <a:p>
                      <a:r>
                        <a:rPr lang="en-US" sz="2400" dirty="0">
                          <a:latin typeface="Times New Roman" panose="02020603050405020304" pitchFamily="18" charset="0"/>
                          <a:cs typeface="Times New Roman" panose="02020603050405020304" pitchFamily="18" charset="0"/>
                        </a:rPr>
                        <a:t>returns the number of entries in the associative array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3206796"/>
                  </a:ext>
                </a:extLst>
              </a:tr>
              <a:tr h="370840">
                <a:tc>
                  <a:txBody>
                    <a:bodyPr/>
                    <a:lstStyle/>
                    <a:p>
                      <a:r>
                        <a:rPr lang="en-IN" sz="2400" dirty="0">
                          <a:latin typeface="Times New Roman" panose="02020603050405020304" pitchFamily="18" charset="0"/>
                          <a:cs typeface="Times New Roman" panose="02020603050405020304" pitchFamily="18" charset="0"/>
                        </a:rPr>
                        <a:t>delete(index)</a:t>
                      </a:r>
                    </a:p>
                  </a:txBody>
                  <a:tcPr/>
                </a:tc>
                <a:tc>
                  <a:txBody>
                    <a:bodyPr/>
                    <a:lstStyle/>
                    <a:p>
                      <a:r>
                        <a:rPr lang="en-US" sz="2400" dirty="0">
                          <a:latin typeface="Times New Roman" panose="02020603050405020304" pitchFamily="18" charset="0"/>
                          <a:cs typeface="Times New Roman" panose="02020603050405020304" pitchFamily="18" charset="0"/>
                        </a:rPr>
                        <a:t>removes the entry at the specified </a:t>
                      </a:r>
                      <a:r>
                        <a:rPr lang="en-US" sz="2400" dirty="0" err="1">
                          <a:latin typeface="Times New Roman" panose="02020603050405020304" pitchFamily="18" charset="0"/>
                          <a:cs typeface="Times New Roman" panose="02020603050405020304" pitchFamily="18" charset="0"/>
                        </a:rPr>
                        <a:t>index.exa_array.delete</a:t>
                      </a:r>
                      <a:r>
                        <a:rPr lang="en-US" sz="2400" dirty="0">
                          <a:latin typeface="Times New Roman" panose="02020603050405020304" pitchFamily="18" charset="0"/>
                          <a:cs typeface="Times New Roman" panose="02020603050405020304" pitchFamily="18" charset="0"/>
                        </a:rPr>
                        <a:t>(index)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0966410"/>
                  </a:ext>
                </a:extLst>
              </a:tr>
              <a:tr h="370840">
                <a:tc>
                  <a:txBody>
                    <a:bodyPr/>
                    <a:lstStyle/>
                    <a:p>
                      <a:r>
                        <a:rPr lang="en-IN" sz="2400" dirty="0">
                          <a:latin typeface="Times New Roman" panose="02020603050405020304" pitchFamily="18" charset="0"/>
                          <a:cs typeface="Times New Roman" panose="02020603050405020304" pitchFamily="18" charset="0"/>
                        </a:rPr>
                        <a:t>exists(index)</a:t>
                      </a:r>
                    </a:p>
                  </a:txBody>
                  <a:tcPr/>
                </a:tc>
                <a:tc>
                  <a:txBody>
                    <a:bodyPr/>
                    <a:lstStyle/>
                    <a:p>
                      <a:r>
                        <a:rPr lang="en-US" sz="2400" dirty="0">
                          <a:latin typeface="Times New Roman" panose="02020603050405020304" pitchFamily="18" charset="0"/>
                          <a:cs typeface="Times New Roman" panose="02020603050405020304" pitchFamily="18" charset="0"/>
                        </a:rPr>
                        <a:t>returns 1 if an element exists at the specified index else returns  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72277767"/>
                  </a:ext>
                </a:extLst>
              </a:tr>
              <a:tr h="370840">
                <a:tc>
                  <a:txBody>
                    <a:bodyPr/>
                    <a:lstStyle/>
                    <a:p>
                      <a:r>
                        <a:rPr lang="en-IN" sz="2400" dirty="0">
                          <a:latin typeface="Times New Roman" panose="02020603050405020304" pitchFamily="18" charset="0"/>
                          <a:cs typeface="Times New Roman" panose="02020603050405020304" pitchFamily="18" charset="0"/>
                        </a:rPr>
                        <a:t>first(var)</a:t>
                      </a:r>
                    </a:p>
                  </a:txBody>
                  <a:tcPr/>
                </a:tc>
                <a:tc>
                  <a:txBody>
                    <a:bodyPr/>
                    <a:lstStyle/>
                    <a:p>
                      <a:r>
                        <a:rPr lang="en-US" sz="2400" dirty="0">
                          <a:latin typeface="Times New Roman" panose="02020603050405020304" pitchFamily="18" charset="0"/>
                          <a:cs typeface="Times New Roman" panose="02020603050405020304" pitchFamily="18" charset="0"/>
                        </a:rPr>
                        <a:t>assigns the value of first index to the variable var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11195324"/>
                  </a:ext>
                </a:extLst>
              </a:tr>
              <a:tr h="370840">
                <a:tc>
                  <a:txBody>
                    <a:bodyPr/>
                    <a:lstStyle/>
                    <a:p>
                      <a:r>
                        <a:rPr lang="en-IN" sz="2400" dirty="0">
                          <a:latin typeface="Times New Roman" panose="02020603050405020304" pitchFamily="18" charset="0"/>
                          <a:cs typeface="Times New Roman" panose="02020603050405020304" pitchFamily="18" charset="0"/>
                        </a:rPr>
                        <a:t>last(var)</a:t>
                      </a:r>
                    </a:p>
                  </a:txBody>
                  <a:tcPr/>
                </a:tc>
                <a:tc>
                  <a:txBody>
                    <a:bodyPr/>
                    <a:lstStyle/>
                    <a:p>
                      <a:r>
                        <a:rPr lang="en-US" sz="2400" dirty="0">
                          <a:latin typeface="Times New Roman" panose="02020603050405020304" pitchFamily="18" charset="0"/>
                          <a:cs typeface="Times New Roman" panose="02020603050405020304" pitchFamily="18" charset="0"/>
                        </a:rPr>
                        <a:t>assigns the value of last index to the variable var</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6507483"/>
                  </a:ext>
                </a:extLst>
              </a:tr>
              <a:tr h="370840">
                <a:tc>
                  <a:txBody>
                    <a:bodyPr/>
                    <a:lstStyle/>
                    <a:p>
                      <a:r>
                        <a:rPr lang="en-IN" sz="2400" dirty="0">
                          <a:latin typeface="Times New Roman" panose="02020603050405020304" pitchFamily="18" charset="0"/>
                          <a:cs typeface="Times New Roman" panose="02020603050405020304" pitchFamily="18" charset="0"/>
                        </a:rPr>
                        <a:t>next(var) </a:t>
                      </a:r>
                    </a:p>
                  </a:txBody>
                  <a:tcPr/>
                </a:tc>
                <a:tc>
                  <a:txBody>
                    <a:bodyPr/>
                    <a:lstStyle/>
                    <a:p>
                      <a:r>
                        <a:rPr lang="en-US" sz="2400" dirty="0">
                          <a:latin typeface="Times New Roman" panose="02020603050405020304" pitchFamily="18" charset="0"/>
                          <a:cs typeface="Times New Roman" panose="02020603050405020304" pitchFamily="18" charset="0"/>
                        </a:rPr>
                        <a:t>assigns the value of next index to the variable var</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1248503"/>
                  </a:ext>
                </a:extLst>
              </a:tr>
              <a:tr h="370840">
                <a:tc>
                  <a:txBody>
                    <a:bodyPr/>
                    <a:lstStyle/>
                    <a:p>
                      <a:r>
                        <a:rPr lang="en-IN" sz="2400" dirty="0" err="1">
                          <a:latin typeface="Times New Roman" panose="02020603050405020304" pitchFamily="18" charset="0"/>
                          <a:cs typeface="Times New Roman" panose="02020603050405020304" pitchFamily="18" charset="0"/>
                        </a:rPr>
                        <a:t>prev</a:t>
                      </a:r>
                      <a:r>
                        <a:rPr lang="en-IN" sz="2400" dirty="0">
                          <a:latin typeface="Times New Roman" panose="02020603050405020304" pitchFamily="18" charset="0"/>
                          <a:cs typeface="Times New Roman" panose="02020603050405020304" pitchFamily="18" charset="0"/>
                        </a:rPr>
                        <a:t>(var) </a:t>
                      </a:r>
                    </a:p>
                  </a:txBody>
                  <a:tcPr/>
                </a:tc>
                <a:tc>
                  <a:txBody>
                    <a:bodyPr/>
                    <a:lstStyle/>
                    <a:p>
                      <a:r>
                        <a:rPr lang="en-US" sz="2400" dirty="0">
                          <a:latin typeface="Times New Roman" panose="02020603050405020304" pitchFamily="18" charset="0"/>
                          <a:cs typeface="Times New Roman" panose="02020603050405020304" pitchFamily="18" charset="0"/>
                        </a:rPr>
                        <a:t>assigns the value of previous index to the variable var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7004895"/>
                  </a:ext>
                </a:extLst>
              </a:tr>
            </a:tbl>
          </a:graphicData>
        </a:graphic>
      </p:graphicFrame>
    </p:spTree>
    <p:extLst>
      <p:ext uri="{BB962C8B-B14F-4D97-AF65-F5344CB8AC3E}">
        <p14:creationId xmlns:p14="http://schemas.microsoft.com/office/powerpoint/2010/main" val="4033074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5871-40A4-BEFE-2E59-1147358B6B2B}"/>
              </a:ext>
            </a:extLst>
          </p:cNvPr>
          <p:cNvSpPr>
            <a:spLocks noGrp="1"/>
          </p:cNvSpPr>
          <p:nvPr>
            <p:ph type="title"/>
          </p:nvPr>
        </p:nvSpPr>
        <p:spPr>
          <a:xfrm>
            <a:off x="609600" y="224943"/>
            <a:ext cx="10972800" cy="1143000"/>
          </a:xfrm>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63D74276-9AC1-2592-7DA4-F1E09EBE0C7F}"/>
              </a:ext>
            </a:extLst>
          </p:cNvPr>
          <p:cNvSpPr>
            <a:spLocks noGrp="1"/>
          </p:cNvSpPr>
          <p:nvPr>
            <p:ph idx="1"/>
          </p:nvPr>
        </p:nvSpPr>
        <p:spPr>
          <a:xfrm>
            <a:off x="524957" y="1417638"/>
            <a:ext cx="10972800" cy="4525963"/>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Array Built in Methods</a:t>
            </a:r>
          </a:p>
          <a:p>
            <a:pPr lvl="1">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There are many </a:t>
            </a:r>
            <a:r>
              <a:rPr lang="en-IN" sz="2400" dirty="0">
                <a:highlight>
                  <a:srgbClr val="FFFF00"/>
                </a:highlight>
                <a:latin typeface="Times New Roman" panose="02020603050405020304" pitchFamily="18" charset="0"/>
                <a:cs typeface="Times New Roman" panose="02020603050405020304" pitchFamily="18" charset="0"/>
              </a:rPr>
              <a:t>array built-in </a:t>
            </a:r>
            <a:r>
              <a:rPr lang="en-IN" sz="2400" dirty="0">
                <a:latin typeface="Times New Roman" panose="02020603050405020304" pitchFamily="18" charset="0"/>
                <a:cs typeface="Times New Roman" panose="02020603050405020304" pitchFamily="18" charset="0"/>
              </a:rPr>
              <a:t>methods in System Verilog to help in array </a:t>
            </a:r>
            <a:r>
              <a:rPr lang="en-IN" sz="2400" dirty="0">
                <a:solidFill>
                  <a:srgbClr val="FF0000"/>
                </a:solidFill>
                <a:latin typeface="Times New Roman" panose="02020603050405020304" pitchFamily="18" charset="0"/>
                <a:cs typeface="Times New Roman" panose="02020603050405020304" pitchFamily="18" charset="0"/>
              </a:rPr>
              <a:t>searching</a:t>
            </a:r>
            <a:r>
              <a:rPr lang="en-IN" sz="2400" dirty="0">
                <a:latin typeface="Times New Roman" panose="02020603050405020304" pitchFamily="18" charset="0"/>
                <a:cs typeface="Times New Roman" panose="02020603050405020304" pitchFamily="18" charset="0"/>
              </a:rPr>
              <a:t> , </a:t>
            </a:r>
            <a:r>
              <a:rPr lang="en-IN" sz="2400" dirty="0">
                <a:solidFill>
                  <a:srgbClr val="FF0000"/>
                </a:solidFill>
                <a:latin typeface="Times New Roman" panose="02020603050405020304" pitchFamily="18" charset="0"/>
                <a:cs typeface="Times New Roman" panose="02020603050405020304" pitchFamily="18" charset="0"/>
              </a:rPr>
              <a:t>ordering</a:t>
            </a:r>
            <a:r>
              <a:rPr lang="en-IN" sz="2400" dirty="0">
                <a:latin typeface="Times New Roman" panose="02020603050405020304" pitchFamily="18" charset="0"/>
                <a:cs typeface="Times New Roman" panose="02020603050405020304" pitchFamily="18" charset="0"/>
              </a:rPr>
              <a:t> and </a:t>
            </a:r>
            <a:r>
              <a:rPr lang="en-IN" sz="2400" dirty="0">
                <a:solidFill>
                  <a:srgbClr val="FF0000"/>
                </a:solidFill>
                <a:latin typeface="Times New Roman" panose="02020603050405020304" pitchFamily="18" charset="0"/>
                <a:cs typeface="Times New Roman" panose="02020603050405020304" pitchFamily="18" charset="0"/>
              </a:rPr>
              <a:t>manipulating</a:t>
            </a:r>
            <a:r>
              <a:rPr lang="en-IN"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Array Locator Methods</a:t>
            </a:r>
          </a:p>
          <a:p>
            <a:pPr lvl="2">
              <a:buFont typeface="Wingdings" panose="05000000000000000000" pitchFamily="2" charset="2"/>
              <a:buChar char="q"/>
            </a:pPr>
            <a:r>
              <a:rPr lang="en-IN" dirty="0">
                <a:highlight>
                  <a:srgbClr val="FFFF00"/>
                </a:highlight>
                <a:latin typeface="Times New Roman" panose="02020603050405020304" pitchFamily="18" charset="0"/>
                <a:cs typeface="Times New Roman" panose="02020603050405020304" pitchFamily="18" charset="0"/>
              </a:rPr>
              <a:t>Mandatory</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with</a:t>
            </a:r>
            <a:r>
              <a:rPr lang="en-IN" dirty="0">
                <a:latin typeface="Times New Roman" panose="02020603050405020304" pitchFamily="18" charset="0"/>
                <a:cs typeface="Times New Roman" panose="02020603050405020304" pitchFamily="18" charset="0"/>
              </a:rPr>
              <a:t> Clause</a:t>
            </a:r>
          </a:p>
          <a:p>
            <a:pPr lvl="1">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2AB0072-C862-379E-0BC9-5F6391917A8C}"/>
              </a:ext>
            </a:extLst>
          </p:cNvPr>
          <p:cNvSpPr>
            <a:spLocks noGrp="1"/>
          </p:cNvSpPr>
          <p:nvPr>
            <p:ph type="dt" sz="half" idx="10"/>
          </p:nvPr>
        </p:nvSpPr>
        <p:spPr/>
        <p:txBody>
          <a:bodyPr/>
          <a:lstStyle/>
          <a:p>
            <a:fld id="{6328F319-971F-4E8F-97B1-4890532757F4}" type="datetime1">
              <a:rPr lang="en-IN" smtClean="0"/>
              <a:pPr/>
              <a:t>31-10-2025</a:t>
            </a:fld>
            <a:endParaRPr lang="en-IN"/>
          </a:p>
        </p:txBody>
      </p:sp>
      <p:sp>
        <p:nvSpPr>
          <p:cNvPr id="6" name="Footer Placeholder 5">
            <a:extLst>
              <a:ext uri="{FF2B5EF4-FFF2-40B4-BE49-F238E27FC236}">
                <a16:creationId xmlns:a16="http://schemas.microsoft.com/office/drawing/2014/main" id="{011CD5A0-28F8-4C05-A66D-9A61373E449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E1BB768-2BAB-105E-DC5F-0EC7B0BF26B9}"/>
              </a:ext>
            </a:extLst>
          </p:cNvPr>
          <p:cNvSpPr>
            <a:spLocks noGrp="1"/>
          </p:cNvSpPr>
          <p:nvPr>
            <p:ph type="sldNum" sz="quarter" idx="12"/>
          </p:nvPr>
        </p:nvSpPr>
        <p:spPr/>
        <p:txBody>
          <a:bodyPr/>
          <a:lstStyle/>
          <a:p>
            <a:fld id="{56BB8B7D-B437-4E80-9B4F-EB7501C8BBDD}" type="slidenum">
              <a:rPr lang="en-IN" smtClean="0"/>
              <a:pPr/>
              <a:t>42</a:t>
            </a:fld>
            <a:endParaRPr lang="en-IN"/>
          </a:p>
        </p:txBody>
      </p:sp>
      <p:graphicFrame>
        <p:nvGraphicFramePr>
          <p:cNvPr id="4" name="Table 3">
            <a:extLst>
              <a:ext uri="{FF2B5EF4-FFF2-40B4-BE49-F238E27FC236}">
                <a16:creationId xmlns:a16="http://schemas.microsoft.com/office/drawing/2014/main" id="{AFE8ED26-560D-220F-AC63-08B1F084BC33}"/>
              </a:ext>
            </a:extLst>
          </p:cNvPr>
          <p:cNvGraphicFramePr>
            <a:graphicFrameLocks noGrp="1"/>
          </p:cNvGraphicFramePr>
          <p:nvPr>
            <p:extLst>
              <p:ext uri="{D42A27DB-BD31-4B8C-83A1-F6EECF244321}">
                <p14:modId xmlns:p14="http://schemas.microsoft.com/office/powerpoint/2010/main" val="3240842506"/>
              </p:ext>
            </p:extLst>
          </p:nvPr>
        </p:nvGraphicFramePr>
        <p:xfrm>
          <a:off x="1180940" y="3564232"/>
          <a:ext cx="10486103" cy="2773680"/>
        </p:xfrm>
        <a:graphic>
          <a:graphicData uri="http://schemas.openxmlformats.org/drawingml/2006/table">
            <a:tbl>
              <a:tblPr firstRow="1" bandRow="1">
                <a:tableStyleId>{5C22544A-7EE6-4342-B048-85BDC9FD1C3A}</a:tableStyleId>
              </a:tblPr>
              <a:tblGrid>
                <a:gridCol w="2972472">
                  <a:extLst>
                    <a:ext uri="{9D8B030D-6E8A-4147-A177-3AD203B41FA5}">
                      <a16:colId xmlns:a16="http://schemas.microsoft.com/office/drawing/2014/main" val="402346988"/>
                    </a:ext>
                  </a:extLst>
                </a:gridCol>
                <a:gridCol w="7513631">
                  <a:extLst>
                    <a:ext uri="{9D8B030D-6E8A-4147-A177-3AD203B41FA5}">
                      <a16:colId xmlns:a16="http://schemas.microsoft.com/office/drawing/2014/main" val="3303467943"/>
                    </a:ext>
                  </a:extLst>
                </a:gridCol>
              </a:tblGrid>
              <a:tr h="354504">
                <a:tc>
                  <a:txBody>
                    <a:bodyPr/>
                    <a:lstStyle/>
                    <a:p>
                      <a:r>
                        <a:rPr lang="en-US" sz="2000" dirty="0">
                          <a:latin typeface="Times New Roman" panose="02020603050405020304" pitchFamily="18" charset="0"/>
                          <a:cs typeface="Times New Roman" panose="02020603050405020304" pitchFamily="18" charset="0"/>
                        </a:rPr>
                        <a:t>Method  Name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67289759"/>
                  </a:ext>
                </a:extLst>
              </a:tr>
              <a:tr h="354504">
                <a:tc>
                  <a:txBody>
                    <a:bodyPr/>
                    <a:lstStyle/>
                    <a:p>
                      <a:r>
                        <a:rPr lang="en-US" sz="2000" dirty="0">
                          <a:latin typeface="Times New Roman" panose="02020603050405020304" pitchFamily="18" charset="0"/>
                          <a:cs typeface="Times New Roman" panose="02020603050405020304" pitchFamily="18" charset="0"/>
                        </a:rPr>
                        <a:t>find()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all elements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2782424"/>
                  </a:ext>
                </a:extLst>
              </a:tr>
              <a:tr h="354504">
                <a:tc>
                  <a:txBody>
                    <a:bodyPr/>
                    <a:lstStyle/>
                    <a:p>
                      <a:r>
                        <a:rPr lang="en-US" sz="2000" dirty="0" err="1">
                          <a:latin typeface="Times New Roman" panose="02020603050405020304" pitchFamily="18" charset="0"/>
                          <a:cs typeface="Times New Roman" panose="02020603050405020304" pitchFamily="18" charset="0"/>
                        </a:rPr>
                        <a:t>find_index</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the indices of all elements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8062877"/>
                  </a:ext>
                </a:extLst>
              </a:tr>
              <a:tr h="354504">
                <a:tc>
                  <a:txBody>
                    <a:bodyPr/>
                    <a:lstStyle/>
                    <a:p>
                      <a:r>
                        <a:rPr lang="en-US" sz="2000" dirty="0" err="1">
                          <a:latin typeface="Times New Roman" panose="02020603050405020304" pitchFamily="18" charset="0"/>
                          <a:cs typeface="Times New Roman" panose="02020603050405020304" pitchFamily="18" charset="0"/>
                        </a:rPr>
                        <a:t>find_first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the first element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76769162"/>
                  </a:ext>
                </a:extLst>
              </a:tr>
              <a:tr h="354504">
                <a:tc>
                  <a:txBody>
                    <a:bodyPr/>
                    <a:lstStyle/>
                    <a:p>
                      <a:r>
                        <a:rPr lang="en-US" sz="2000" dirty="0" err="1">
                          <a:latin typeface="Times New Roman" panose="02020603050405020304" pitchFamily="18" charset="0"/>
                          <a:cs typeface="Times New Roman" panose="02020603050405020304" pitchFamily="18" charset="0"/>
                        </a:rPr>
                        <a:t>find_first_index</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the index of the first element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7961773"/>
                  </a:ext>
                </a:extLst>
              </a:tr>
              <a:tr h="354504">
                <a:tc>
                  <a:txBody>
                    <a:bodyPr/>
                    <a:lstStyle/>
                    <a:p>
                      <a:r>
                        <a:rPr lang="en-US" sz="2000" dirty="0" err="1">
                          <a:latin typeface="Times New Roman" panose="02020603050405020304" pitchFamily="18" charset="0"/>
                          <a:cs typeface="Times New Roman" panose="02020603050405020304" pitchFamily="18" charset="0"/>
                        </a:rPr>
                        <a:t>find_last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the last element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2548556"/>
                  </a:ext>
                </a:extLst>
              </a:tr>
              <a:tr h="354504">
                <a:tc>
                  <a:txBody>
                    <a:bodyPr/>
                    <a:lstStyle/>
                    <a:p>
                      <a:r>
                        <a:rPr lang="en-US" sz="2000" dirty="0" err="1">
                          <a:latin typeface="Times New Roman" panose="02020603050405020304" pitchFamily="18" charset="0"/>
                          <a:cs typeface="Times New Roman" panose="02020603050405020304" pitchFamily="18" charset="0"/>
                        </a:rPr>
                        <a:t>find_last_index</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Returns the index of the last element satisfying the given expression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4796208"/>
                  </a:ext>
                </a:extLst>
              </a:tr>
            </a:tbl>
          </a:graphicData>
        </a:graphic>
      </p:graphicFrame>
    </p:spTree>
    <p:extLst>
      <p:ext uri="{BB962C8B-B14F-4D97-AF65-F5344CB8AC3E}">
        <p14:creationId xmlns:p14="http://schemas.microsoft.com/office/powerpoint/2010/main" val="1755721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1CC0-6134-A7B3-AADD-3A34FB992F7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D7622934-51B7-F2FD-BF39-0539FA2A12CC}"/>
              </a:ext>
            </a:extLst>
          </p:cNvPr>
          <p:cNvSpPr>
            <a:spLocks noGrp="1"/>
          </p:cNvSpPr>
          <p:nvPr>
            <p:ph idx="1"/>
          </p:nvPr>
        </p:nvSpPr>
        <p:spPr>
          <a:xfrm>
            <a:off x="609600" y="1166018"/>
            <a:ext cx="5982929" cy="452596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arry_built_in</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 [9] = '{4,8,9,3,2,1,5,6,3};</a:t>
            </a:r>
          </a:p>
          <a:p>
            <a:pPr marL="0" indent="0">
              <a:buNone/>
            </a:pPr>
            <a:r>
              <a:rPr lang="en-US" sz="2000" dirty="0">
                <a:latin typeface="Times New Roman" panose="02020603050405020304" pitchFamily="18" charset="0"/>
                <a:cs typeface="Times New Roman" panose="02020603050405020304" pitchFamily="18" charset="0"/>
              </a:rPr>
              <a:t>int next[$];</a:t>
            </a:r>
          </a:p>
          <a:p>
            <a:pPr marL="0" indent="0">
              <a:buNone/>
            </a:pPr>
            <a:r>
              <a:rPr lang="en-US" sz="2000" dirty="0">
                <a:latin typeface="Times New Roman" panose="02020603050405020304" pitchFamily="18" charset="0"/>
                <a:cs typeface="Times New Roman" panose="02020603050405020304" pitchFamily="18" charset="0"/>
              </a:rPr>
              <a:t>initial begin</a:t>
            </a:r>
          </a:p>
          <a:p>
            <a:pPr marL="0" indent="0">
              <a:buNone/>
            </a:pPr>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a:t>
            </a:r>
            <a:r>
              <a:rPr lang="en-US" sz="2000" dirty="0">
                <a:latin typeface="Times New Roman" panose="02020603050405020304" pitchFamily="18" charset="0"/>
                <a:cs typeface="Times New Roman" panose="02020603050405020304" pitchFamily="18" charset="0"/>
              </a:rPr>
              <a:t>(x) with (x&lt;3);</a:t>
            </a:r>
          </a:p>
          <a:p>
            <a:pPr marL="0" indent="0">
              <a:buNone/>
            </a:pPr>
            <a:r>
              <a:rPr lang="en-US" sz="2000" dirty="0">
                <a:latin typeface="Times New Roman" panose="02020603050405020304" pitchFamily="18" charset="0"/>
                <a:cs typeface="Times New Roman" panose="02020603050405020304" pitchFamily="18" charset="0"/>
              </a:rPr>
              <a:t>$display("</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 less than 3 is : %0p",next);</a:t>
            </a:r>
          </a:p>
          <a:p>
            <a:pPr marL="0" indent="0">
              <a:buNone/>
            </a:pPr>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arry.find_index</a:t>
            </a:r>
            <a:r>
              <a:rPr lang="en-US" sz="2000" dirty="0">
                <a:latin typeface="Times New Roman" panose="02020603050405020304" pitchFamily="18" charset="0"/>
                <a:cs typeface="Times New Roman" panose="02020603050405020304" pitchFamily="18" charset="0"/>
              </a:rPr>
              <a:t> with (item == 1);</a:t>
            </a:r>
          </a:p>
          <a:p>
            <a:pPr marL="0" indent="0">
              <a:buNone/>
            </a:pPr>
            <a:r>
              <a:rPr lang="en-US" sz="2000" dirty="0">
                <a:latin typeface="Times New Roman" panose="02020603050405020304" pitchFamily="18" charset="0"/>
                <a:cs typeface="Times New Roman" panose="02020603050405020304" pitchFamily="18" charset="0"/>
              </a:rPr>
              <a:t>$display("array equal to 1 is : n[%0d] = 1",next[0]);</a:t>
            </a:r>
          </a:p>
          <a:p>
            <a:pPr marL="0" indent="0">
              <a:buNone/>
            </a:pPr>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arry.find_first</a:t>
            </a:r>
            <a:r>
              <a:rPr lang="en-US" sz="2000" dirty="0">
                <a:latin typeface="Times New Roman" panose="02020603050405020304" pitchFamily="18" charset="0"/>
                <a:cs typeface="Times New Roman" panose="02020603050405020304" pitchFamily="18" charset="0"/>
              </a:rPr>
              <a:t>(x) with (x&lt;9 &amp; x&gt;4 );</a:t>
            </a:r>
          </a:p>
          <a:p>
            <a:pPr marL="0" indent="0">
              <a:buNone/>
            </a:pPr>
            <a:r>
              <a:rPr lang="en-US" sz="2000" dirty="0">
                <a:latin typeface="Times New Roman" panose="02020603050405020304" pitchFamily="18" charset="0"/>
                <a:cs typeface="Times New Roman" panose="02020603050405020304" pitchFamily="18" charset="0"/>
              </a:rPr>
              <a:t>$display ("array first find less than 9 and greater than 4 is : %0d",next[0]);</a:t>
            </a:r>
          </a:p>
          <a:p>
            <a:pPr marL="0" indent="0">
              <a:buNone/>
            </a:pPr>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arry.find_first_index</a:t>
            </a:r>
            <a:r>
              <a:rPr lang="en-US" sz="2000" dirty="0">
                <a:latin typeface="Times New Roman" panose="02020603050405020304" pitchFamily="18" charset="0"/>
                <a:cs typeface="Times New Roman" panose="02020603050405020304" pitchFamily="18" charset="0"/>
              </a:rPr>
              <a:t> with (item &lt;9 &amp; item &gt;4);</a:t>
            </a:r>
          </a:p>
          <a:p>
            <a:pPr marL="0" indent="0">
              <a:buNone/>
            </a:pPr>
            <a:r>
              <a:rPr lang="en-US" sz="2000" dirty="0">
                <a:latin typeface="Times New Roman" panose="02020603050405020304" pitchFamily="18" charset="0"/>
                <a:cs typeface="Times New Roman" panose="02020603050405020304" pitchFamily="18" charset="0"/>
              </a:rPr>
              <a:t>$display ("array find first index with </a:t>
            </a:r>
            <a:r>
              <a:rPr lang="en-US" sz="2000" dirty="0" err="1">
                <a:latin typeface="Times New Roman" panose="02020603050405020304" pitchFamily="18" charset="0"/>
                <a:cs typeface="Times New Roman" panose="02020603050405020304" pitchFamily="18" charset="0"/>
              </a:rPr>
              <a:t>leass</a:t>
            </a:r>
            <a:r>
              <a:rPr lang="en-US" sz="2000" dirty="0">
                <a:latin typeface="Times New Roman" panose="02020603050405020304" pitchFamily="18" charset="0"/>
                <a:cs typeface="Times New Roman" panose="02020603050405020304" pitchFamily="18" charset="0"/>
              </a:rPr>
              <a:t> than 9 and greater than 4 is : %0d", next[0]);</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A6621E9-CD01-6B3F-A6CD-DDFA24CFA954}"/>
              </a:ext>
            </a:extLst>
          </p:cNvPr>
          <p:cNvSpPr>
            <a:spLocks noGrp="1"/>
          </p:cNvSpPr>
          <p:nvPr>
            <p:ph type="dt" sz="half" idx="10"/>
          </p:nvPr>
        </p:nvSpPr>
        <p:spPr/>
        <p:txBody>
          <a:bodyPr/>
          <a:lstStyle/>
          <a:p>
            <a:fld id="{206D7B75-3528-479C-BB89-DADE6C8304D7}" type="datetime1">
              <a:rPr lang="en-IN" smtClean="0"/>
              <a:pPr/>
              <a:t>31-10-2025</a:t>
            </a:fld>
            <a:endParaRPr lang="en-IN"/>
          </a:p>
        </p:txBody>
      </p:sp>
      <p:sp>
        <p:nvSpPr>
          <p:cNvPr id="6" name="Footer Placeholder 5">
            <a:extLst>
              <a:ext uri="{FF2B5EF4-FFF2-40B4-BE49-F238E27FC236}">
                <a16:creationId xmlns:a16="http://schemas.microsoft.com/office/drawing/2014/main" id="{246F2921-9256-C3D6-2A4F-4A630F01E4C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51DE7E5-E56C-303C-D7F7-58CCEF3E6606}"/>
              </a:ext>
            </a:extLst>
          </p:cNvPr>
          <p:cNvSpPr>
            <a:spLocks noGrp="1"/>
          </p:cNvSpPr>
          <p:nvPr>
            <p:ph type="sldNum" sz="quarter" idx="12"/>
          </p:nvPr>
        </p:nvSpPr>
        <p:spPr/>
        <p:txBody>
          <a:bodyPr/>
          <a:lstStyle/>
          <a:p>
            <a:fld id="{56BB8B7D-B437-4E80-9B4F-EB7501C8BBDD}" type="slidenum">
              <a:rPr lang="en-IN" smtClean="0"/>
              <a:pPr/>
              <a:t>43</a:t>
            </a:fld>
            <a:endParaRPr lang="en-IN"/>
          </a:p>
        </p:txBody>
      </p:sp>
      <p:sp>
        <p:nvSpPr>
          <p:cNvPr id="4" name="TextBox 3">
            <a:extLst>
              <a:ext uri="{FF2B5EF4-FFF2-40B4-BE49-F238E27FC236}">
                <a16:creationId xmlns:a16="http://schemas.microsoft.com/office/drawing/2014/main" id="{8A301888-53D3-1FF3-1393-7323E4FE2149}"/>
              </a:ext>
            </a:extLst>
          </p:cNvPr>
          <p:cNvSpPr txBox="1"/>
          <p:nvPr/>
        </p:nvSpPr>
        <p:spPr>
          <a:xfrm>
            <a:off x="7087814" y="1166018"/>
            <a:ext cx="3937819"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arry.find_last</a:t>
            </a:r>
            <a:r>
              <a:rPr lang="en-US" sz="2000" dirty="0">
                <a:latin typeface="Times New Roman" panose="02020603050405020304" pitchFamily="18" charset="0"/>
                <a:cs typeface="Times New Roman" panose="02020603050405020304" pitchFamily="18" charset="0"/>
              </a:rPr>
              <a:t> (x)with (x&lt;9 &amp; x&gt;4);</a:t>
            </a:r>
          </a:p>
          <a:p>
            <a:r>
              <a:rPr lang="en-US" sz="2000" dirty="0">
                <a:latin typeface="Times New Roman" panose="02020603050405020304" pitchFamily="18" charset="0"/>
                <a:cs typeface="Times New Roman" panose="02020603050405020304" pitchFamily="18" charset="0"/>
              </a:rPr>
              <a:t>$display ("array last find less than 9 and greater than 4 is : %0d",next[0]);</a:t>
            </a:r>
          </a:p>
          <a:p>
            <a:r>
              <a:rPr lang="en-US" sz="2000" dirty="0">
                <a:latin typeface="Times New Roman" panose="02020603050405020304" pitchFamily="18" charset="0"/>
                <a:cs typeface="Times New Roman" panose="02020603050405020304" pitchFamily="18" charset="0"/>
              </a:rPr>
              <a:t>next = </a:t>
            </a:r>
            <a:r>
              <a:rPr lang="en-US" sz="2000" dirty="0" err="1">
                <a:latin typeface="Times New Roman" panose="02020603050405020304" pitchFamily="18" charset="0"/>
                <a:cs typeface="Times New Roman" panose="02020603050405020304" pitchFamily="18" charset="0"/>
              </a:rPr>
              <a:t>arry.find_last_index</a:t>
            </a:r>
            <a:r>
              <a:rPr lang="en-US" sz="2000" dirty="0">
                <a:latin typeface="Times New Roman" panose="02020603050405020304" pitchFamily="18" charset="0"/>
                <a:cs typeface="Times New Roman" panose="02020603050405020304" pitchFamily="18" charset="0"/>
              </a:rPr>
              <a:t> (x) with (x&lt;9 &amp; x&gt;4);</a:t>
            </a:r>
          </a:p>
          <a:p>
            <a:r>
              <a:rPr lang="en-US" sz="2000" dirty="0">
                <a:latin typeface="Times New Roman" panose="02020603050405020304" pitchFamily="18" charset="0"/>
                <a:cs typeface="Times New Roman" panose="02020603050405020304" pitchFamily="18" charset="0"/>
              </a:rPr>
              <a:t>$display ("array last index less than 9 and greater than 4 is : %0d",next[0]);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end</a:t>
            </a:r>
          </a:p>
          <a:p>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65571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EC08-12B0-F175-ED63-FC1C9385C1D6}"/>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D31DA5DA-280F-A19E-01BD-2EC28B2BC9B1}"/>
              </a:ext>
            </a:extLst>
          </p:cNvPr>
          <p:cNvSpPr>
            <a:spLocks noGrp="1"/>
          </p:cNvSpPr>
          <p:nvPr>
            <p:ph idx="1"/>
          </p:nvPr>
        </p:nvSpPr>
        <p:spPr/>
        <p:txBody>
          <a:bodyPr/>
          <a:lstStyle/>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Optional </a:t>
            </a:r>
            <a:r>
              <a:rPr lang="en-US" dirty="0">
                <a:solidFill>
                  <a:srgbClr val="FF0000"/>
                </a:solidFill>
                <a:latin typeface="Times New Roman" panose="02020603050405020304" pitchFamily="18" charset="0"/>
                <a:cs typeface="Times New Roman" panose="02020603050405020304" pitchFamily="18" charset="0"/>
              </a:rPr>
              <a:t>with</a:t>
            </a:r>
            <a:r>
              <a:rPr lang="en-US" dirty="0">
                <a:latin typeface="Times New Roman" panose="02020603050405020304" pitchFamily="18" charset="0"/>
                <a:cs typeface="Times New Roman" panose="02020603050405020304" pitchFamily="18" charset="0"/>
              </a:rPr>
              <a:t> Clause</a:t>
            </a:r>
          </a:p>
          <a:p>
            <a:pPr lvl="2">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BDE7DE0-FA83-C790-D251-28629C40D110}"/>
              </a:ext>
            </a:extLst>
          </p:cNvPr>
          <p:cNvSpPr>
            <a:spLocks noGrp="1"/>
          </p:cNvSpPr>
          <p:nvPr>
            <p:ph type="dt" sz="half" idx="10"/>
          </p:nvPr>
        </p:nvSpPr>
        <p:spPr/>
        <p:txBody>
          <a:bodyPr/>
          <a:lstStyle/>
          <a:p>
            <a:fld id="{09EA049E-EC08-484B-8EDC-37E9C2E87349}" type="datetime1">
              <a:rPr lang="en-IN" smtClean="0"/>
              <a:pPr/>
              <a:t>31-10-2025</a:t>
            </a:fld>
            <a:endParaRPr lang="en-IN"/>
          </a:p>
        </p:txBody>
      </p:sp>
      <p:sp>
        <p:nvSpPr>
          <p:cNvPr id="6" name="Footer Placeholder 5">
            <a:extLst>
              <a:ext uri="{FF2B5EF4-FFF2-40B4-BE49-F238E27FC236}">
                <a16:creationId xmlns:a16="http://schemas.microsoft.com/office/drawing/2014/main" id="{EDB122AB-839A-7674-363F-9BD24460F37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58DB6EF9-7204-8E78-DDB4-90240159580C}"/>
              </a:ext>
            </a:extLst>
          </p:cNvPr>
          <p:cNvSpPr>
            <a:spLocks noGrp="1"/>
          </p:cNvSpPr>
          <p:nvPr>
            <p:ph type="sldNum" sz="quarter" idx="12"/>
          </p:nvPr>
        </p:nvSpPr>
        <p:spPr/>
        <p:txBody>
          <a:bodyPr/>
          <a:lstStyle/>
          <a:p>
            <a:fld id="{56BB8B7D-B437-4E80-9B4F-EB7501C8BBDD}" type="slidenum">
              <a:rPr lang="en-IN" smtClean="0"/>
              <a:pPr/>
              <a:t>44</a:t>
            </a:fld>
            <a:endParaRPr lang="en-IN"/>
          </a:p>
        </p:txBody>
      </p:sp>
      <p:graphicFrame>
        <p:nvGraphicFramePr>
          <p:cNvPr id="4" name="Table 3">
            <a:extLst>
              <a:ext uri="{FF2B5EF4-FFF2-40B4-BE49-F238E27FC236}">
                <a16:creationId xmlns:a16="http://schemas.microsoft.com/office/drawing/2014/main" id="{23629B4A-259E-4385-7EA4-C215E3147846}"/>
              </a:ext>
            </a:extLst>
          </p:cNvPr>
          <p:cNvGraphicFramePr>
            <a:graphicFrameLocks noGrp="1"/>
          </p:cNvGraphicFramePr>
          <p:nvPr>
            <p:extLst>
              <p:ext uri="{D42A27DB-BD31-4B8C-83A1-F6EECF244321}">
                <p14:modId xmlns:p14="http://schemas.microsoft.com/office/powerpoint/2010/main" val="1431450108"/>
              </p:ext>
            </p:extLst>
          </p:nvPr>
        </p:nvGraphicFramePr>
        <p:xfrm>
          <a:off x="1524829" y="2444515"/>
          <a:ext cx="9618407" cy="3200400"/>
        </p:xfrm>
        <a:graphic>
          <a:graphicData uri="http://schemas.openxmlformats.org/drawingml/2006/table">
            <a:tbl>
              <a:tblPr firstRow="1" bandRow="1">
                <a:tableStyleId>{5C22544A-7EE6-4342-B048-85BDC9FD1C3A}</a:tableStyleId>
              </a:tblPr>
              <a:tblGrid>
                <a:gridCol w="2202926">
                  <a:extLst>
                    <a:ext uri="{9D8B030D-6E8A-4147-A177-3AD203B41FA5}">
                      <a16:colId xmlns:a16="http://schemas.microsoft.com/office/drawing/2014/main" val="2717928623"/>
                    </a:ext>
                  </a:extLst>
                </a:gridCol>
                <a:gridCol w="7415481">
                  <a:extLst>
                    <a:ext uri="{9D8B030D-6E8A-4147-A177-3AD203B41FA5}">
                      <a16:colId xmlns:a16="http://schemas.microsoft.com/office/drawing/2014/main" val="1617553836"/>
                    </a:ext>
                  </a:extLst>
                </a:gridCol>
              </a:tblGrid>
              <a:tr h="370840">
                <a:tc>
                  <a:txBody>
                    <a:bodyPr/>
                    <a:lstStyle/>
                    <a:p>
                      <a:r>
                        <a:rPr lang="en-IN" sz="2000" dirty="0">
                          <a:latin typeface="Times New Roman" panose="02020603050405020304" pitchFamily="18" charset="0"/>
                          <a:cs typeface="Times New Roman" panose="02020603050405020304" pitchFamily="18" charset="0"/>
                        </a:rPr>
                        <a:t>Methods</a:t>
                      </a:r>
                    </a:p>
                  </a:txBody>
                  <a:tcPr/>
                </a:tc>
                <a:tc>
                  <a:txBody>
                    <a:bodyPr/>
                    <a:lstStyle/>
                    <a:p>
                      <a:r>
                        <a:rPr lang="en-IN" sz="20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3326680239"/>
                  </a:ext>
                </a:extLst>
              </a:tr>
              <a:tr h="370840">
                <a:tc>
                  <a:txBody>
                    <a:bodyPr/>
                    <a:lstStyle/>
                    <a:p>
                      <a:r>
                        <a:rPr lang="en-IN" sz="2000" dirty="0">
                          <a:latin typeface="Times New Roman" panose="02020603050405020304" pitchFamily="18" charset="0"/>
                          <a:cs typeface="Times New Roman" panose="02020603050405020304" pitchFamily="18" charset="0"/>
                        </a:rPr>
                        <a:t>min()</a:t>
                      </a:r>
                    </a:p>
                  </a:txBody>
                  <a:tcPr/>
                </a:tc>
                <a:tc>
                  <a:txBody>
                    <a:bodyPr/>
                    <a:lstStyle/>
                    <a:p>
                      <a:r>
                        <a:rPr lang="en-US" sz="2000" dirty="0">
                          <a:latin typeface="Times New Roman" panose="02020603050405020304" pitchFamily="18" charset="0"/>
                          <a:cs typeface="Times New Roman" panose="02020603050405020304" pitchFamily="18" charset="0"/>
                        </a:rPr>
                        <a:t>Returns the element with minimum value or whose expression evaluates to a minimum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39902911"/>
                  </a:ext>
                </a:extLst>
              </a:tr>
              <a:tr h="370840">
                <a:tc>
                  <a:txBody>
                    <a:bodyPr/>
                    <a:lstStyle/>
                    <a:p>
                      <a:r>
                        <a:rPr lang="en-IN" sz="2000" dirty="0">
                          <a:latin typeface="Times New Roman" panose="02020603050405020304" pitchFamily="18" charset="0"/>
                          <a:cs typeface="Times New Roman" panose="02020603050405020304" pitchFamily="18" charset="0"/>
                        </a:rPr>
                        <a:t>max()</a:t>
                      </a:r>
                    </a:p>
                  </a:txBody>
                  <a:tcPr/>
                </a:tc>
                <a:tc>
                  <a:txBody>
                    <a:bodyPr/>
                    <a:lstStyle/>
                    <a:p>
                      <a:r>
                        <a:rPr lang="en-US" sz="2000" dirty="0">
                          <a:latin typeface="Times New Roman" panose="02020603050405020304" pitchFamily="18" charset="0"/>
                          <a:cs typeface="Times New Roman" panose="02020603050405020304" pitchFamily="18" charset="0"/>
                        </a:rPr>
                        <a:t>Returns the element with maximum value or whose expression evaluates to a maximum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6608445"/>
                  </a:ext>
                </a:extLst>
              </a:tr>
              <a:tr h="370840">
                <a:tc>
                  <a:txBody>
                    <a:bodyPr/>
                    <a:lstStyle/>
                    <a:p>
                      <a:r>
                        <a:rPr lang="en-IN" sz="2000" dirty="0">
                          <a:latin typeface="Times New Roman" panose="02020603050405020304" pitchFamily="18" charset="0"/>
                          <a:cs typeface="Times New Roman" panose="02020603050405020304" pitchFamily="18" charset="0"/>
                        </a:rPr>
                        <a:t>unique()</a:t>
                      </a:r>
                    </a:p>
                  </a:txBody>
                  <a:tcPr/>
                </a:tc>
                <a:tc>
                  <a:txBody>
                    <a:bodyPr/>
                    <a:lstStyle/>
                    <a:p>
                      <a:r>
                        <a:rPr lang="en-US" sz="2000" dirty="0">
                          <a:latin typeface="Times New Roman" panose="02020603050405020304" pitchFamily="18" charset="0"/>
                          <a:cs typeface="Times New Roman" panose="02020603050405020304" pitchFamily="18" charset="0"/>
                        </a:rPr>
                        <a:t>Returns all elements with unique values or whose expression evaluates to a unique 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385578"/>
                  </a:ext>
                </a:extLst>
              </a:tr>
              <a:tr h="370840">
                <a:tc>
                  <a:txBody>
                    <a:bodyPr/>
                    <a:lstStyle/>
                    <a:p>
                      <a:r>
                        <a:rPr lang="en-IN" sz="2000" dirty="0" err="1">
                          <a:latin typeface="Times New Roman" panose="02020603050405020304" pitchFamily="18" charset="0"/>
                          <a:cs typeface="Times New Roman" panose="02020603050405020304" pitchFamily="18" charset="0"/>
                        </a:rPr>
                        <a:t>unique_index</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Returns the indices of all elements with unique values or whose expression evaluates to a unique 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9635074"/>
                  </a:ext>
                </a:extLst>
              </a:tr>
            </a:tbl>
          </a:graphicData>
        </a:graphic>
      </p:graphicFrame>
    </p:spTree>
    <p:extLst>
      <p:ext uri="{BB962C8B-B14F-4D97-AF65-F5344CB8AC3E}">
        <p14:creationId xmlns:p14="http://schemas.microsoft.com/office/powerpoint/2010/main" val="2248232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F457-D15C-AE6B-CE24-CC303B68FDB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C3A5EDAE-E0C5-3681-DFAA-6D9EB54FBF09}"/>
              </a:ext>
            </a:extLst>
          </p:cNvPr>
          <p:cNvSpPr>
            <a:spLocks noGrp="1"/>
          </p:cNvSpPr>
          <p:nvPr>
            <p:ph idx="1"/>
          </p:nvPr>
        </p:nvSpPr>
        <p:spPr/>
        <p:txBody>
          <a:bodyPr>
            <a:normAutofit lnSpcReduction="10000"/>
          </a:bodyPr>
          <a:lstStyle/>
          <a:p>
            <a:pPr marL="809625"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arry_built_in</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[9] = '{4, 6, 9, 23, 48, 92, 74, 65, 78};</a:t>
            </a:r>
          </a:p>
          <a:p>
            <a:pPr marL="809625" indent="0">
              <a:buNone/>
            </a:pPr>
            <a:r>
              <a:rPr lang="en-US" sz="2000" dirty="0">
                <a:latin typeface="Times New Roman" panose="02020603050405020304" pitchFamily="18" charset="0"/>
                <a:cs typeface="Times New Roman" panose="02020603050405020304" pitchFamily="18" charset="0"/>
              </a:rPr>
              <a:t>int res[$] ;</a:t>
            </a:r>
          </a:p>
          <a:p>
            <a:pPr marL="809625" indent="0">
              <a:buNone/>
            </a:pPr>
            <a:r>
              <a:rPr lang="en-US" sz="2000" dirty="0">
                <a:latin typeface="Times New Roman" panose="02020603050405020304" pitchFamily="18" charset="0"/>
                <a:cs typeface="Times New Roman" panose="02020603050405020304" pitchFamily="18" charset="0"/>
              </a:rPr>
              <a:t>initial </a:t>
            </a:r>
          </a:p>
          <a:p>
            <a:pPr marL="809625" indent="0">
              <a:buNone/>
            </a:pPr>
            <a:r>
              <a:rPr lang="en-US" sz="2000" dirty="0">
                <a:latin typeface="Times New Roman" panose="02020603050405020304" pitchFamily="18" charset="0"/>
                <a:cs typeface="Times New Roman" panose="02020603050405020304" pitchFamily="18" charset="0"/>
              </a:rPr>
              <a:t>begin</a:t>
            </a:r>
          </a:p>
          <a:p>
            <a:pPr marL="809625" indent="0">
              <a:buNone/>
            </a:pPr>
            <a:r>
              <a:rPr lang="en-US" sz="2000" dirty="0">
                <a:latin typeface="Times New Roman" panose="02020603050405020304" pitchFamily="18" charset="0"/>
                <a:cs typeface="Times New Roman" panose="02020603050405020304" pitchFamily="18" charset="0"/>
              </a:rPr>
              <a:t>res = </a:t>
            </a:r>
            <a:r>
              <a:rPr lang="en-US" sz="2000" dirty="0" err="1">
                <a:latin typeface="Times New Roman" panose="02020603050405020304" pitchFamily="18" charset="0"/>
                <a:cs typeface="Times New Roman" panose="02020603050405020304" pitchFamily="18" charset="0"/>
              </a:rPr>
              <a:t>arry.max</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$display("the max value of the given array is : %0d", res[0]);</a:t>
            </a:r>
          </a:p>
          <a:p>
            <a:pPr marL="809625" indent="0">
              <a:buNone/>
            </a:pPr>
            <a:r>
              <a:rPr lang="en-US" sz="2000" dirty="0">
                <a:latin typeface="Times New Roman" panose="02020603050405020304" pitchFamily="18" charset="0"/>
                <a:cs typeface="Times New Roman" panose="02020603050405020304" pitchFamily="18" charset="0"/>
              </a:rPr>
              <a:t>res = </a:t>
            </a:r>
            <a:r>
              <a:rPr lang="en-US" sz="2000" dirty="0" err="1">
                <a:latin typeface="Times New Roman" panose="02020603050405020304" pitchFamily="18" charset="0"/>
                <a:cs typeface="Times New Roman" panose="02020603050405020304" pitchFamily="18" charset="0"/>
              </a:rPr>
              <a:t>arry.min</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$display("the </a:t>
            </a:r>
            <a:r>
              <a:rPr lang="en-US" sz="2000" dirty="0" err="1">
                <a:latin typeface="Times New Roman" panose="02020603050405020304" pitchFamily="18" charset="0"/>
                <a:cs typeface="Times New Roman" panose="02020603050405020304" pitchFamily="18" charset="0"/>
              </a:rPr>
              <a:t>minium</a:t>
            </a:r>
            <a:r>
              <a:rPr lang="en-US" sz="2000" dirty="0">
                <a:latin typeface="Times New Roman" panose="02020603050405020304" pitchFamily="18" charset="0"/>
                <a:cs typeface="Times New Roman" panose="02020603050405020304" pitchFamily="18" charset="0"/>
              </a:rPr>
              <a:t> value of the given array is : %0d", res[0]);</a:t>
            </a:r>
          </a:p>
          <a:p>
            <a:pPr marL="809625" indent="0">
              <a:buNone/>
            </a:pPr>
            <a:r>
              <a:rPr lang="en-US" sz="2000" dirty="0">
                <a:latin typeface="Times New Roman" panose="02020603050405020304" pitchFamily="18" charset="0"/>
                <a:cs typeface="Times New Roman" panose="02020603050405020304" pitchFamily="18" charset="0"/>
              </a:rPr>
              <a:t>res = </a:t>
            </a:r>
            <a:r>
              <a:rPr lang="en-US" sz="2000" dirty="0" err="1">
                <a:latin typeface="Times New Roman" panose="02020603050405020304" pitchFamily="18" charset="0"/>
                <a:cs typeface="Times New Roman" panose="02020603050405020304" pitchFamily="18" charset="0"/>
              </a:rPr>
              <a:t>arry.unique</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$display("the unique way is : %0p",res);</a:t>
            </a:r>
          </a:p>
          <a:p>
            <a:pPr marL="809625" indent="0">
              <a:buNone/>
            </a:pPr>
            <a:r>
              <a:rPr lang="en-US" sz="2000" dirty="0">
                <a:latin typeface="Times New Roman" panose="02020603050405020304" pitchFamily="18" charset="0"/>
                <a:cs typeface="Times New Roman" panose="02020603050405020304" pitchFamily="18" charset="0"/>
              </a:rPr>
              <a:t>end</a:t>
            </a:r>
          </a:p>
          <a:p>
            <a:pPr marL="809625" indent="0">
              <a:buNone/>
            </a:pPr>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95C9880-0427-BAE0-A4C8-48642DC17619}"/>
              </a:ext>
            </a:extLst>
          </p:cNvPr>
          <p:cNvSpPr>
            <a:spLocks noGrp="1"/>
          </p:cNvSpPr>
          <p:nvPr>
            <p:ph type="dt" sz="half" idx="10"/>
          </p:nvPr>
        </p:nvSpPr>
        <p:spPr/>
        <p:txBody>
          <a:bodyPr/>
          <a:lstStyle/>
          <a:p>
            <a:fld id="{135DAF40-8E17-4DA1-93BD-01F95E998F31}" type="datetime1">
              <a:rPr lang="en-IN" smtClean="0"/>
              <a:pPr/>
              <a:t>31-10-2025</a:t>
            </a:fld>
            <a:endParaRPr lang="en-IN"/>
          </a:p>
        </p:txBody>
      </p:sp>
      <p:sp>
        <p:nvSpPr>
          <p:cNvPr id="5" name="Footer Placeholder 4">
            <a:extLst>
              <a:ext uri="{FF2B5EF4-FFF2-40B4-BE49-F238E27FC236}">
                <a16:creationId xmlns:a16="http://schemas.microsoft.com/office/drawing/2014/main" id="{0AC936AE-5AEF-7639-98E5-1079428427C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DF8E1AD-256D-6868-0154-BE9869B5573C}"/>
              </a:ext>
            </a:extLst>
          </p:cNvPr>
          <p:cNvSpPr>
            <a:spLocks noGrp="1"/>
          </p:cNvSpPr>
          <p:nvPr>
            <p:ph type="sldNum" sz="quarter" idx="12"/>
          </p:nvPr>
        </p:nvSpPr>
        <p:spPr/>
        <p:txBody>
          <a:bodyPr/>
          <a:lstStyle/>
          <a:p>
            <a:fld id="{56BB8B7D-B437-4E80-9B4F-EB7501C8BBDD}" type="slidenum">
              <a:rPr lang="en-IN" smtClean="0"/>
              <a:pPr/>
              <a:t>45</a:t>
            </a:fld>
            <a:endParaRPr lang="en-IN"/>
          </a:p>
        </p:txBody>
      </p:sp>
    </p:spTree>
    <p:extLst>
      <p:ext uri="{BB962C8B-B14F-4D97-AF65-F5344CB8AC3E}">
        <p14:creationId xmlns:p14="http://schemas.microsoft.com/office/powerpoint/2010/main" val="287504257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D2A14-73E9-B546-CC72-09C4C57EFE90}"/>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08F0BBD5-9886-7EEF-83CB-7349E015A3FD}"/>
              </a:ext>
            </a:extLst>
          </p:cNvPr>
          <p:cNvSpPr>
            <a:spLocks noGrp="1"/>
          </p:cNvSpPr>
          <p:nvPr>
            <p:ph idx="1"/>
          </p:nvPr>
        </p:nvSpPr>
        <p:spPr/>
        <p:txBody>
          <a:bodyPr/>
          <a:lstStyle/>
          <a:p>
            <a:pPr marL="857250" lvl="1" indent="-342900">
              <a:buFont typeface="Wingdings" panose="05000000000000000000" pitchFamily="2" charset="2"/>
              <a:buChar char="v"/>
              <a:defRP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Array Ordering Methods</a:t>
            </a:r>
          </a:p>
          <a:p>
            <a:pPr lvl="2">
              <a:buFont typeface="Wingdings" panose="05000000000000000000" pitchFamily="2" charset="2"/>
              <a:buChar char="q"/>
              <a:defRPr/>
            </a:pPr>
            <a:endParaRPr kumimoji="0" lang="en-US" sz="20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mn-ea"/>
              <a:cs typeface="Times New Roman" panose="02020603050405020304" pitchFamily="18" charset="0"/>
            </a:endParaRPr>
          </a:p>
          <a:p>
            <a:endParaRPr lang="en-IN" dirty="0"/>
          </a:p>
        </p:txBody>
      </p:sp>
      <p:sp>
        <p:nvSpPr>
          <p:cNvPr id="5" name="Date Placeholder 4">
            <a:extLst>
              <a:ext uri="{FF2B5EF4-FFF2-40B4-BE49-F238E27FC236}">
                <a16:creationId xmlns:a16="http://schemas.microsoft.com/office/drawing/2014/main" id="{F5E8101C-F375-8FD0-C8FD-C0E6FE0C4759}"/>
              </a:ext>
            </a:extLst>
          </p:cNvPr>
          <p:cNvSpPr>
            <a:spLocks noGrp="1"/>
          </p:cNvSpPr>
          <p:nvPr>
            <p:ph type="dt" sz="half" idx="10"/>
          </p:nvPr>
        </p:nvSpPr>
        <p:spPr/>
        <p:txBody>
          <a:bodyPr/>
          <a:lstStyle/>
          <a:p>
            <a:fld id="{1813E659-1914-475E-BD45-A615A2D2F6D1}" type="datetime1">
              <a:rPr lang="en-IN" smtClean="0"/>
              <a:pPr/>
              <a:t>31-10-2025</a:t>
            </a:fld>
            <a:endParaRPr lang="en-IN"/>
          </a:p>
        </p:txBody>
      </p:sp>
      <p:sp>
        <p:nvSpPr>
          <p:cNvPr id="6" name="Footer Placeholder 5">
            <a:extLst>
              <a:ext uri="{FF2B5EF4-FFF2-40B4-BE49-F238E27FC236}">
                <a16:creationId xmlns:a16="http://schemas.microsoft.com/office/drawing/2014/main" id="{71C83E1F-7E4E-720E-E743-65D8AC13529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B3D4941-52AB-2D5D-11BA-4F58FC30EE26}"/>
              </a:ext>
            </a:extLst>
          </p:cNvPr>
          <p:cNvSpPr>
            <a:spLocks noGrp="1"/>
          </p:cNvSpPr>
          <p:nvPr>
            <p:ph type="sldNum" sz="quarter" idx="12"/>
          </p:nvPr>
        </p:nvSpPr>
        <p:spPr/>
        <p:txBody>
          <a:bodyPr/>
          <a:lstStyle/>
          <a:p>
            <a:fld id="{56BB8B7D-B437-4E80-9B4F-EB7501C8BBDD}" type="slidenum">
              <a:rPr lang="en-IN" smtClean="0"/>
              <a:pPr/>
              <a:t>46</a:t>
            </a:fld>
            <a:endParaRPr lang="en-IN"/>
          </a:p>
        </p:txBody>
      </p:sp>
      <p:graphicFrame>
        <p:nvGraphicFramePr>
          <p:cNvPr id="4" name="Table 3">
            <a:extLst>
              <a:ext uri="{FF2B5EF4-FFF2-40B4-BE49-F238E27FC236}">
                <a16:creationId xmlns:a16="http://schemas.microsoft.com/office/drawing/2014/main" id="{0461419E-903F-C40A-E11B-2B31D3FD7AE3}"/>
              </a:ext>
            </a:extLst>
          </p:cNvPr>
          <p:cNvGraphicFramePr>
            <a:graphicFrameLocks noGrp="1"/>
          </p:cNvGraphicFramePr>
          <p:nvPr>
            <p:extLst>
              <p:ext uri="{D42A27DB-BD31-4B8C-83A1-F6EECF244321}">
                <p14:modId xmlns:p14="http://schemas.microsoft.com/office/powerpoint/2010/main" val="2730458072"/>
              </p:ext>
            </p:extLst>
          </p:nvPr>
        </p:nvGraphicFramePr>
        <p:xfrm>
          <a:off x="1492865" y="2237655"/>
          <a:ext cx="9206270" cy="3468930"/>
        </p:xfrm>
        <a:graphic>
          <a:graphicData uri="http://schemas.openxmlformats.org/drawingml/2006/table">
            <a:tbl>
              <a:tblPr firstRow="1" bandRow="1">
                <a:tableStyleId>{5C22544A-7EE6-4342-B048-85BDC9FD1C3A}</a:tableStyleId>
              </a:tblPr>
              <a:tblGrid>
                <a:gridCol w="1908073">
                  <a:extLst>
                    <a:ext uri="{9D8B030D-6E8A-4147-A177-3AD203B41FA5}">
                      <a16:colId xmlns:a16="http://schemas.microsoft.com/office/drawing/2014/main" val="62274394"/>
                    </a:ext>
                  </a:extLst>
                </a:gridCol>
                <a:gridCol w="7298197">
                  <a:extLst>
                    <a:ext uri="{9D8B030D-6E8A-4147-A177-3AD203B41FA5}">
                      <a16:colId xmlns:a16="http://schemas.microsoft.com/office/drawing/2014/main" val="671243607"/>
                    </a:ext>
                  </a:extLst>
                </a:gridCol>
              </a:tblGrid>
              <a:tr h="500025">
                <a:tc>
                  <a:txBody>
                    <a:bodyPr/>
                    <a:lstStyle/>
                    <a:p>
                      <a:r>
                        <a:rPr lang="en-US" sz="2400" dirty="0">
                          <a:latin typeface="Times New Roman" panose="02020603050405020304" pitchFamily="18" charset="0"/>
                          <a:cs typeface="Times New Roman" panose="02020603050405020304" pitchFamily="18" charset="0"/>
                        </a:rPr>
                        <a:t>Methods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Description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37239316"/>
                  </a:ext>
                </a:extLst>
              </a:tr>
              <a:tr h="500025">
                <a:tc>
                  <a:txBody>
                    <a:bodyPr/>
                    <a:lstStyle/>
                    <a:p>
                      <a:r>
                        <a:rPr lang="en-IN" sz="2400" dirty="0">
                          <a:latin typeface="Times New Roman" panose="02020603050405020304" pitchFamily="18" charset="0"/>
                          <a:cs typeface="Times New Roman" panose="02020603050405020304" pitchFamily="18" charset="0"/>
                        </a:rPr>
                        <a:t>reverse()</a:t>
                      </a:r>
                    </a:p>
                  </a:txBody>
                  <a:tcPr/>
                </a:tc>
                <a:tc>
                  <a:txBody>
                    <a:bodyPr/>
                    <a:lstStyle/>
                    <a:p>
                      <a:r>
                        <a:rPr lang="en-US" sz="2400" dirty="0">
                          <a:latin typeface="Times New Roman" panose="02020603050405020304" pitchFamily="18" charset="0"/>
                          <a:cs typeface="Times New Roman" panose="02020603050405020304" pitchFamily="18" charset="0"/>
                        </a:rPr>
                        <a:t>Reverses the order of elements in the array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2180842"/>
                  </a:ext>
                </a:extLst>
              </a:tr>
              <a:tr h="500025">
                <a:tc>
                  <a:txBody>
                    <a:bodyPr/>
                    <a:lstStyle/>
                    <a:p>
                      <a:r>
                        <a:rPr lang="en-IN" sz="2400" dirty="0">
                          <a:latin typeface="Times New Roman" panose="02020603050405020304" pitchFamily="18" charset="0"/>
                          <a:cs typeface="Times New Roman" panose="02020603050405020304" pitchFamily="18" charset="0"/>
                        </a:rPr>
                        <a:t>sort()</a:t>
                      </a:r>
                    </a:p>
                  </a:txBody>
                  <a:tcPr/>
                </a:tc>
                <a:tc>
                  <a:txBody>
                    <a:bodyPr/>
                    <a:lstStyle/>
                    <a:p>
                      <a:r>
                        <a:rPr lang="en-US" sz="2400" dirty="0">
                          <a:latin typeface="Times New Roman" panose="02020603050405020304" pitchFamily="18" charset="0"/>
                          <a:cs typeface="Times New Roman" panose="02020603050405020304" pitchFamily="18" charset="0"/>
                        </a:rPr>
                        <a:t>Sorts the array in ascending order, optionally using with clause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00319502"/>
                  </a:ext>
                </a:extLst>
              </a:tr>
              <a:tr h="500025">
                <a:tc>
                  <a:txBody>
                    <a:bodyPr/>
                    <a:lstStyle/>
                    <a:p>
                      <a:r>
                        <a:rPr lang="en-IN" sz="2400" dirty="0" err="1">
                          <a:latin typeface="Times New Roman" panose="02020603050405020304" pitchFamily="18" charset="0"/>
                          <a:cs typeface="Times New Roman" panose="02020603050405020304" pitchFamily="18" charset="0"/>
                        </a:rPr>
                        <a:t>rsort</a:t>
                      </a:r>
                      <a:r>
                        <a:rPr lang="en-IN" sz="2400" dirty="0">
                          <a:latin typeface="Times New Roman" panose="02020603050405020304" pitchFamily="18" charset="0"/>
                          <a:cs typeface="Times New Roman" panose="02020603050405020304" pitchFamily="18" charset="0"/>
                        </a:rPr>
                        <a:t>()</a:t>
                      </a:r>
                    </a:p>
                  </a:txBody>
                  <a:tcPr/>
                </a:tc>
                <a:tc>
                  <a:txBody>
                    <a:bodyPr/>
                    <a:lstStyle/>
                    <a:p>
                      <a:r>
                        <a:rPr lang="en-US" sz="2400" dirty="0">
                          <a:latin typeface="Times New Roman" panose="02020603050405020304" pitchFamily="18" charset="0"/>
                          <a:cs typeface="Times New Roman" panose="02020603050405020304" pitchFamily="18" charset="0"/>
                        </a:rPr>
                        <a:t>Sorts the array in descending order, optionally using with clause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0068470"/>
                  </a:ext>
                </a:extLst>
              </a:tr>
              <a:tr h="500025">
                <a:tc>
                  <a:txBody>
                    <a:bodyPr/>
                    <a:lstStyle/>
                    <a:p>
                      <a:r>
                        <a:rPr lang="en-IN" sz="2400" dirty="0">
                          <a:latin typeface="Times New Roman" panose="02020603050405020304" pitchFamily="18" charset="0"/>
                          <a:cs typeface="Times New Roman" panose="02020603050405020304" pitchFamily="18" charset="0"/>
                        </a:rPr>
                        <a:t>shuffle()</a:t>
                      </a:r>
                    </a:p>
                  </a:txBody>
                  <a:tcPr/>
                </a:tc>
                <a:tc>
                  <a:txBody>
                    <a:bodyPr/>
                    <a:lstStyle/>
                    <a:p>
                      <a:r>
                        <a:rPr lang="en-US" sz="2400" dirty="0">
                          <a:latin typeface="Times New Roman" panose="02020603050405020304" pitchFamily="18" charset="0"/>
                          <a:cs typeface="Times New Roman" panose="02020603050405020304" pitchFamily="18" charset="0"/>
                        </a:rPr>
                        <a:t>Randomizes the order of the elements in the array. with clause is not allowed here.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6763150"/>
                  </a:ext>
                </a:extLst>
              </a:tr>
            </a:tbl>
          </a:graphicData>
        </a:graphic>
      </p:graphicFrame>
    </p:spTree>
    <p:extLst>
      <p:ext uri="{BB962C8B-B14F-4D97-AF65-F5344CB8AC3E}">
        <p14:creationId xmlns:p14="http://schemas.microsoft.com/office/powerpoint/2010/main" val="1719480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0D42-94A0-E5D0-87B6-6EDCF64D0B5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ED71C0F-75D7-6F3C-CB6C-849321418CAB}"/>
              </a:ext>
            </a:extLst>
          </p:cNvPr>
          <p:cNvSpPr>
            <a:spLocks noGrp="1"/>
          </p:cNvSpPr>
          <p:nvPr>
            <p:ph idx="1"/>
          </p:nvPr>
        </p:nvSpPr>
        <p:spPr/>
        <p:txBody>
          <a:bodyPr/>
          <a:lstStyle/>
          <a:p>
            <a:pPr marL="857250" marR="0" lvl="1"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ea typeface="+mn-ea"/>
                <a:cs typeface="Times New Roman" panose="02020603050405020304" pitchFamily="18" charset="0"/>
              </a:rPr>
              <a:t>Array Reduction Methods</a:t>
            </a:r>
          </a:p>
          <a:p>
            <a:pPr marL="1143000" marR="0" lvl="2" indent="-228600" algn="l" defTabSz="914400" rtl="0" eaLnBrk="1" fontAlgn="auto" latinLnBrk="0" hangingPunct="1">
              <a:lnSpc>
                <a:spcPct val="100000"/>
              </a:lnSpc>
              <a:spcBef>
                <a:spcPct val="20000"/>
              </a:spcBef>
              <a:spcAft>
                <a:spcPts val="0"/>
              </a:spcAft>
              <a:buClrTx/>
              <a:buSzTx/>
              <a:buFont typeface="Wingdings" panose="05000000000000000000" pitchFamily="2" charset="2"/>
              <a:buChar char="q"/>
              <a:tabLst/>
              <a:defRPr/>
            </a:pPr>
            <a:endParaRPr kumimoji="0" lang="en-US" sz="20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IN" sz="3200" b="0" i="0" u="none" strike="noStrike" kern="1200" cap="none" spc="0" normalizeH="0" baseline="0" noProof="0" dirty="0">
              <a:ln>
                <a:noFill/>
              </a:ln>
              <a:solidFill>
                <a:prstClr val="black"/>
              </a:solidFill>
              <a:effectLst/>
              <a:uLnTx/>
              <a:uFillTx/>
              <a:latin typeface="Calibri"/>
              <a:ea typeface="+mn-ea"/>
              <a:cs typeface="+mn-cs"/>
            </a:endParaRPr>
          </a:p>
          <a:p>
            <a:endParaRPr lang="en-IN" dirty="0"/>
          </a:p>
        </p:txBody>
      </p:sp>
      <p:sp>
        <p:nvSpPr>
          <p:cNvPr id="5" name="Date Placeholder 4">
            <a:extLst>
              <a:ext uri="{FF2B5EF4-FFF2-40B4-BE49-F238E27FC236}">
                <a16:creationId xmlns:a16="http://schemas.microsoft.com/office/drawing/2014/main" id="{222E1E47-CF4C-E535-6CB4-858BDD131019}"/>
              </a:ext>
            </a:extLst>
          </p:cNvPr>
          <p:cNvSpPr>
            <a:spLocks noGrp="1"/>
          </p:cNvSpPr>
          <p:nvPr>
            <p:ph type="dt" sz="half" idx="10"/>
          </p:nvPr>
        </p:nvSpPr>
        <p:spPr/>
        <p:txBody>
          <a:bodyPr/>
          <a:lstStyle/>
          <a:p>
            <a:fld id="{CB1460CE-B801-425E-9D45-31F870A38FAF}" type="datetime1">
              <a:rPr lang="en-IN" smtClean="0"/>
              <a:pPr/>
              <a:t>31-10-2025</a:t>
            </a:fld>
            <a:endParaRPr lang="en-IN"/>
          </a:p>
        </p:txBody>
      </p:sp>
      <p:sp>
        <p:nvSpPr>
          <p:cNvPr id="6" name="Footer Placeholder 5">
            <a:extLst>
              <a:ext uri="{FF2B5EF4-FFF2-40B4-BE49-F238E27FC236}">
                <a16:creationId xmlns:a16="http://schemas.microsoft.com/office/drawing/2014/main" id="{358DC9C3-DCA9-C0DE-C194-9ECAF7F58DE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A5B9D23-4F56-E9DD-5C54-EC7556DD8397}"/>
              </a:ext>
            </a:extLst>
          </p:cNvPr>
          <p:cNvSpPr>
            <a:spLocks noGrp="1"/>
          </p:cNvSpPr>
          <p:nvPr>
            <p:ph type="sldNum" sz="quarter" idx="12"/>
          </p:nvPr>
        </p:nvSpPr>
        <p:spPr/>
        <p:txBody>
          <a:bodyPr/>
          <a:lstStyle/>
          <a:p>
            <a:fld id="{56BB8B7D-B437-4E80-9B4F-EB7501C8BBDD}" type="slidenum">
              <a:rPr lang="en-IN" smtClean="0"/>
              <a:pPr/>
              <a:t>47</a:t>
            </a:fld>
            <a:endParaRPr lang="en-IN"/>
          </a:p>
        </p:txBody>
      </p:sp>
      <p:graphicFrame>
        <p:nvGraphicFramePr>
          <p:cNvPr id="4" name="Table 3">
            <a:extLst>
              <a:ext uri="{FF2B5EF4-FFF2-40B4-BE49-F238E27FC236}">
                <a16:creationId xmlns:a16="http://schemas.microsoft.com/office/drawing/2014/main" id="{F4C69FA5-BA5D-F0AA-4F51-7F36CBFFE41E}"/>
              </a:ext>
            </a:extLst>
          </p:cNvPr>
          <p:cNvGraphicFramePr>
            <a:graphicFrameLocks noGrp="1"/>
          </p:cNvGraphicFramePr>
          <p:nvPr>
            <p:extLst>
              <p:ext uri="{D42A27DB-BD31-4B8C-83A1-F6EECF244321}">
                <p14:modId xmlns:p14="http://schemas.microsoft.com/office/powerpoint/2010/main" val="1121663560"/>
              </p:ext>
            </p:extLst>
          </p:nvPr>
        </p:nvGraphicFramePr>
        <p:xfrm>
          <a:off x="1707340" y="2276609"/>
          <a:ext cx="8128000" cy="3490398"/>
        </p:xfrm>
        <a:graphic>
          <a:graphicData uri="http://schemas.openxmlformats.org/drawingml/2006/table">
            <a:tbl>
              <a:tblPr firstRow="1" bandRow="1">
                <a:tableStyleId>{5C22544A-7EE6-4342-B048-85BDC9FD1C3A}</a:tableStyleId>
              </a:tblPr>
              <a:tblGrid>
                <a:gridCol w="1861574">
                  <a:extLst>
                    <a:ext uri="{9D8B030D-6E8A-4147-A177-3AD203B41FA5}">
                      <a16:colId xmlns:a16="http://schemas.microsoft.com/office/drawing/2014/main" val="1995447342"/>
                    </a:ext>
                  </a:extLst>
                </a:gridCol>
                <a:gridCol w="6266426">
                  <a:extLst>
                    <a:ext uri="{9D8B030D-6E8A-4147-A177-3AD203B41FA5}">
                      <a16:colId xmlns:a16="http://schemas.microsoft.com/office/drawing/2014/main" val="1902257059"/>
                    </a:ext>
                  </a:extLst>
                </a:gridCol>
              </a:tblGrid>
              <a:tr h="581733">
                <a:tc>
                  <a:txBody>
                    <a:bodyPr/>
                    <a:lstStyle/>
                    <a:p>
                      <a:r>
                        <a:rPr lang="en-US" sz="2000" dirty="0">
                          <a:latin typeface="Times New Roman" panose="02020603050405020304" pitchFamily="18" charset="0"/>
                          <a:cs typeface="Times New Roman" panose="02020603050405020304" pitchFamily="18" charset="0"/>
                        </a:rPr>
                        <a:t>Method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09385593"/>
                  </a:ext>
                </a:extLst>
              </a:tr>
              <a:tr h="581733">
                <a:tc>
                  <a:txBody>
                    <a:bodyPr/>
                    <a:lstStyle/>
                    <a:p>
                      <a:r>
                        <a:rPr lang="en-US" sz="2000" dirty="0">
                          <a:latin typeface="Times New Roman" panose="02020603050405020304" pitchFamily="18" charset="0"/>
                          <a:cs typeface="Times New Roman" panose="02020603050405020304" pitchFamily="18" charset="0"/>
                        </a:rPr>
                        <a:t>Sum()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sum of all array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04896293"/>
                  </a:ext>
                </a:extLst>
              </a:tr>
              <a:tr h="581733">
                <a:tc>
                  <a:txBody>
                    <a:bodyPr/>
                    <a:lstStyle/>
                    <a:p>
                      <a:r>
                        <a:rPr lang="en-US" sz="2000" dirty="0">
                          <a:latin typeface="Times New Roman" panose="02020603050405020304" pitchFamily="18" charset="0"/>
                          <a:cs typeface="Times New Roman" panose="02020603050405020304" pitchFamily="18" charset="0"/>
                        </a:rPr>
                        <a:t>Product()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product of all array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7411019"/>
                  </a:ext>
                </a:extLst>
              </a:tr>
              <a:tr h="581733">
                <a:tc>
                  <a:txBody>
                    <a:bodyPr/>
                    <a:lstStyle/>
                    <a:p>
                      <a:r>
                        <a:rPr lang="en-US" sz="2000" dirty="0">
                          <a:latin typeface="Times New Roman" panose="02020603050405020304" pitchFamily="18" charset="0"/>
                          <a:cs typeface="Times New Roman" panose="02020603050405020304" pitchFamily="18" charset="0"/>
                        </a:rPr>
                        <a:t>And()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bitwise AND (&amp;) of all array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8244684"/>
                  </a:ext>
                </a:extLst>
              </a:tr>
              <a:tr h="581733">
                <a:tc>
                  <a:txBody>
                    <a:bodyPr/>
                    <a:lstStyle/>
                    <a:p>
                      <a:r>
                        <a:rPr lang="en-IN" sz="2000" dirty="0">
                          <a:latin typeface="Times New Roman" panose="02020603050405020304" pitchFamily="18" charset="0"/>
                          <a:cs typeface="Times New Roman" panose="02020603050405020304" pitchFamily="18" charset="0"/>
                        </a:rPr>
                        <a:t>Or()</a:t>
                      </a:r>
                    </a:p>
                  </a:txBody>
                  <a:tcPr/>
                </a:tc>
                <a:tc>
                  <a:txBody>
                    <a:bodyPr/>
                    <a:lstStyle/>
                    <a:p>
                      <a:r>
                        <a:rPr lang="en-US" sz="2000" dirty="0">
                          <a:latin typeface="Times New Roman" panose="02020603050405020304" pitchFamily="18" charset="0"/>
                          <a:cs typeface="Times New Roman" panose="02020603050405020304" pitchFamily="18" charset="0"/>
                        </a:rPr>
                        <a:t>bitwise OR (|) of all array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37050353"/>
                  </a:ext>
                </a:extLst>
              </a:tr>
              <a:tr h="581733">
                <a:tc>
                  <a:txBody>
                    <a:bodyPr/>
                    <a:lstStyle/>
                    <a:p>
                      <a:r>
                        <a:rPr lang="en-IN" sz="2000" dirty="0" err="1">
                          <a:latin typeface="Times New Roman" panose="02020603050405020304" pitchFamily="18" charset="0"/>
                          <a:cs typeface="Times New Roman" panose="02020603050405020304" pitchFamily="18" charset="0"/>
                        </a:rPr>
                        <a:t>Xor</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XOR (^) of all array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9387985"/>
                  </a:ext>
                </a:extLst>
              </a:tr>
            </a:tbl>
          </a:graphicData>
        </a:graphic>
      </p:graphicFrame>
    </p:spTree>
    <p:extLst>
      <p:ext uri="{BB962C8B-B14F-4D97-AF65-F5344CB8AC3E}">
        <p14:creationId xmlns:p14="http://schemas.microsoft.com/office/powerpoint/2010/main" val="31422359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FF99-88BE-2259-A963-060ED5A74766}"/>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C4FF11DE-03CB-BE7F-36AD-40E9ECA7D750}"/>
              </a:ext>
            </a:extLst>
          </p:cNvPr>
          <p:cNvSpPr>
            <a:spLocks noGrp="1"/>
          </p:cNvSpPr>
          <p:nvPr>
            <p:ph idx="1"/>
          </p:nvPr>
        </p:nvSpPr>
        <p:spPr>
          <a:xfrm>
            <a:off x="955330" y="1461799"/>
            <a:ext cx="5486400" cy="4525963"/>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arry_built_in</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[9] = '{23, 56, 87, 1, 30, 09, 14, 23, 47};</a:t>
            </a:r>
          </a:p>
          <a:p>
            <a:pPr marL="0" indent="0">
              <a:buNone/>
            </a:pPr>
            <a:r>
              <a:rPr lang="en-US" sz="2000" dirty="0">
                <a:latin typeface="Times New Roman" panose="02020603050405020304" pitchFamily="18" charset="0"/>
                <a:cs typeface="Times New Roman" panose="02020603050405020304" pitchFamily="18" charset="0"/>
              </a:rPr>
              <a:t>initial </a:t>
            </a:r>
          </a:p>
          <a:p>
            <a:pPr marL="0" indent="0">
              <a:buNone/>
            </a:pPr>
            <a:r>
              <a:rPr lang="en-US" sz="2000" dirty="0">
                <a:latin typeface="Times New Roman" panose="02020603050405020304" pitchFamily="18" charset="0"/>
                <a:cs typeface="Times New Roman" panose="02020603050405020304" pitchFamily="18" charset="0"/>
              </a:rPr>
              <a:t>begin</a:t>
            </a:r>
          </a:p>
          <a:p>
            <a:pPr marL="0" indent="0">
              <a:buNone/>
            </a:pPr>
            <a:r>
              <a:rPr lang="en-US" sz="2000" dirty="0" err="1">
                <a:latin typeface="Times New Roman" panose="02020603050405020304" pitchFamily="18" charset="0"/>
                <a:cs typeface="Times New Roman" panose="02020603050405020304" pitchFamily="18" charset="0"/>
              </a:rPr>
              <a:t>arry.reverse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$display("the revers order is the  :%0p",arry);</a:t>
            </a:r>
          </a:p>
          <a:p>
            <a:pPr marL="0" indent="0">
              <a:buNone/>
            </a:pPr>
            <a:r>
              <a:rPr lang="en-US" sz="2000" dirty="0" err="1">
                <a:latin typeface="Times New Roman" panose="02020603050405020304" pitchFamily="18" charset="0"/>
                <a:cs typeface="Times New Roman" panose="02020603050405020304" pitchFamily="18" charset="0"/>
              </a:rPr>
              <a:t>arry.sort</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$display("the </a:t>
            </a:r>
            <a:r>
              <a:rPr lang="en-US" sz="2000" dirty="0" err="1">
                <a:latin typeface="Times New Roman" panose="02020603050405020304" pitchFamily="18" charset="0"/>
                <a:cs typeface="Times New Roman" panose="02020603050405020304" pitchFamily="18" charset="0"/>
              </a:rPr>
              <a:t>assending</a:t>
            </a:r>
            <a:r>
              <a:rPr lang="en-US" sz="2000" dirty="0">
                <a:latin typeface="Times New Roman" panose="02020603050405020304" pitchFamily="18" charset="0"/>
                <a:cs typeface="Times New Roman" panose="02020603050405020304" pitchFamily="18" charset="0"/>
              </a:rPr>
              <a:t> order is : %p",</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arry.rsort</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$display ("the </a:t>
            </a:r>
            <a:r>
              <a:rPr lang="en-US" sz="2000" dirty="0" err="1">
                <a:latin typeface="Times New Roman" panose="02020603050405020304" pitchFamily="18" charset="0"/>
                <a:cs typeface="Times New Roman" panose="02020603050405020304" pitchFamily="18" charset="0"/>
              </a:rPr>
              <a:t>desending</a:t>
            </a:r>
            <a:r>
              <a:rPr lang="en-US" sz="2000" dirty="0">
                <a:latin typeface="Times New Roman" panose="02020603050405020304" pitchFamily="18" charset="0"/>
                <a:cs typeface="Times New Roman" panose="02020603050405020304" pitchFamily="18" charset="0"/>
              </a:rPr>
              <a:t> order is : %0p",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for(int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=0;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&lt;4;i=i+1) begin</a:t>
            </a:r>
          </a:p>
          <a:p>
            <a:pPr marL="0" indent="0">
              <a:buNone/>
            </a:pPr>
            <a:r>
              <a:rPr lang="en-US" sz="2000" dirty="0" err="1">
                <a:latin typeface="Times New Roman" panose="02020603050405020304" pitchFamily="18" charset="0"/>
                <a:cs typeface="Times New Roman" panose="02020603050405020304" pitchFamily="18" charset="0"/>
              </a:rPr>
              <a:t>arry.shuffle</a:t>
            </a:r>
            <a:r>
              <a:rPr lang="en-US" sz="2000"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6A750838-D6A4-0918-06F1-2709E56017D0}"/>
              </a:ext>
            </a:extLst>
          </p:cNvPr>
          <p:cNvSpPr>
            <a:spLocks noGrp="1"/>
          </p:cNvSpPr>
          <p:nvPr>
            <p:ph type="dt" sz="half" idx="10"/>
          </p:nvPr>
        </p:nvSpPr>
        <p:spPr/>
        <p:txBody>
          <a:bodyPr/>
          <a:lstStyle/>
          <a:p>
            <a:fld id="{49BC452A-0E0B-486A-A7DD-BD997B7EA4E8}" type="datetime1">
              <a:rPr lang="en-IN" smtClean="0"/>
              <a:pPr/>
              <a:t>31-10-2025</a:t>
            </a:fld>
            <a:endParaRPr lang="en-IN"/>
          </a:p>
        </p:txBody>
      </p:sp>
      <p:sp>
        <p:nvSpPr>
          <p:cNvPr id="6" name="Footer Placeholder 5">
            <a:extLst>
              <a:ext uri="{FF2B5EF4-FFF2-40B4-BE49-F238E27FC236}">
                <a16:creationId xmlns:a16="http://schemas.microsoft.com/office/drawing/2014/main" id="{8A582078-FE25-A9ED-BF73-A1FB98800E90}"/>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A522FCA-C026-A651-4548-01003113F924}"/>
              </a:ext>
            </a:extLst>
          </p:cNvPr>
          <p:cNvSpPr>
            <a:spLocks noGrp="1"/>
          </p:cNvSpPr>
          <p:nvPr>
            <p:ph type="sldNum" sz="quarter" idx="12"/>
          </p:nvPr>
        </p:nvSpPr>
        <p:spPr/>
        <p:txBody>
          <a:bodyPr/>
          <a:lstStyle/>
          <a:p>
            <a:fld id="{56BB8B7D-B437-4E80-9B4F-EB7501C8BBDD}" type="slidenum">
              <a:rPr lang="en-IN" smtClean="0"/>
              <a:pPr/>
              <a:t>48</a:t>
            </a:fld>
            <a:endParaRPr lang="en-IN"/>
          </a:p>
        </p:txBody>
      </p:sp>
      <p:sp>
        <p:nvSpPr>
          <p:cNvPr id="4" name="TextBox 3">
            <a:extLst>
              <a:ext uri="{FF2B5EF4-FFF2-40B4-BE49-F238E27FC236}">
                <a16:creationId xmlns:a16="http://schemas.microsoft.com/office/drawing/2014/main" id="{02AD0287-84DE-CFF7-29BD-23B36B29443B}"/>
              </a:ext>
            </a:extLst>
          </p:cNvPr>
          <p:cNvSpPr txBox="1"/>
          <p:nvPr/>
        </p:nvSpPr>
        <p:spPr>
          <a:xfrm>
            <a:off x="6617342" y="1544970"/>
            <a:ext cx="5279923" cy="2554545"/>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$display("shuffle generated at %0d is %0p", </a:t>
            </a:r>
            <a:r>
              <a:rPr lang="en-US" sz="2000" dirty="0" err="1">
                <a:latin typeface="Times New Roman" panose="02020603050405020304" pitchFamily="18" charset="0"/>
                <a:cs typeface="Times New Roman" panose="02020603050405020304" pitchFamily="18" charset="0"/>
              </a:rPr>
              <a:t>i,arry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end</a:t>
            </a:r>
          </a:p>
          <a:p>
            <a:pPr marL="0" indent="0">
              <a:buNone/>
            </a:pPr>
            <a:r>
              <a:rPr lang="en-US" sz="2000" dirty="0">
                <a:latin typeface="Times New Roman" panose="02020603050405020304" pitchFamily="18" charset="0"/>
                <a:cs typeface="Times New Roman" panose="02020603050405020304" pitchFamily="18" charset="0"/>
              </a:rPr>
              <a:t>$display ("and operation of the array %0d: ", </a:t>
            </a:r>
            <a:r>
              <a:rPr lang="en-US" sz="2000" dirty="0" err="1">
                <a:latin typeface="Times New Roman" panose="02020603050405020304" pitchFamily="18" charset="0"/>
                <a:cs typeface="Times New Roman" panose="02020603050405020304" pitchFamily="18" charset="0"/>
              </a:rPr>
              <a:t>arry.xor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end</a:t>
            </a:r>
          </a:p>
          <a:p>
            <a:pPr marL="0" indent="0">
              <a:buNone/>
            </a:pPr>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1929646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9D7E-AF81-CAAF-D937-56D4F83251F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951AB35E-F4FC-F446-6767-46FB539EA4E1}"/>
              </a:ext>
            </a:extLst>
          </p:cNvPr>
          <p:cNvSpPr>
            <a:spLocks noGrp="1"/>
          </p:cNvSpPr>
          <p:nvPr>
            <p:ph idx="1"/>
          </p:nvPr>
        </p:nvSpPr>
        <p:spPr>
          <a:xfrm>
            <a:off x="609600" y="1417639"/>
            <a:ext cx="10972800" cy="4708526"/>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Queue in SystemVerilog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queue is a </a:t>
            </a:r>
            <a:r>
              <a:rPr lang="en-US" sz="2400" dirty="0">
                <a:solidFill>
                  <a:srgbClr val="FF0000"/>
                </a:solidFill>
                <a:latin typeface="Times New Roman" panose="02020603050405020304" pitchFamily="18" charset="0"/>
                <a:cs typeface="Times New Roman" panose="02020603050405020304" pitchFamily="18" charset="0"/>
              </a:rPr>
              <a:t>variable-size</a:t>
            </a:r>
            <a:r>
              <a:rPr lang="en-US" sz="2400" dirty="0">
                <a:latin typeface="Times New Roman" panose="02020603050405020304" pitchFamily="18" charset="0"/>
                <a:cs typeface="Times New Roman" panose="02020603050405020304" pitchFamily="18" charset="0"/>
              </a:rPr>
              <a:t>, </a:t>
            </a:r>
            <a:r>
              <a:rPr lang="en-US" sz="2400" dirty="0">
                <a:highlight>
                  <a:srgbClr val="FFFF00"/>
                </a:highlight>
                <a:latin typeface="Times New Roman" panose="02020603050405020304" pitchFamily="18" charset="0"/>
                <a:cs typeface="Times New Roman" panose="02020603050405020304" pitchFamily="18" charset="0"/>
              </a:rPr>
              <a:t>ordered collection of homogeneous elements</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like a dynamic array, queues can </a:t>
            </a:r>
            <a:r>
              <a:rPr lang="en-US" dirty="0">
                <a:solidFill>
                  <a:srgbClr val="FF0000"/>
                </a:solidFill>
                <a:latin typeface="Times New Roman" panose="02020603050405020304" pitchFamily="18" charset="0"/>
                <a:cs typeface="Times New Roman" panose="02020603050405020304" pitchFamily="18" charset="0"/>
              </a:rPr>
              <a:t>grow and shrink.</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queue </a:t>
            </a:r>
            <a:r>
              <a:rPr lang="en-US" dirty="0">
                <a:solidFill>
                  <a:srgbClr val="FF0000"/>
                </a:solidFill>
                <a:latin typeface="Times New Roman" panose="02020603050405020304" pitchFamily="18" charset="0"/>
                <a:cs typeface="Times New Roman" panose="02020603050405020304" pitchFamily="18" charset="0"/>
              </a:rPr>
              <a:t>supports adding and removing elements</a:t>
            </a:r>
            <a:r>
              <a:rPr lang="en-US" dirty="0">
                <a:latin typeface="Times New Roman" panose="02020603050405020304" pitchFamily="18" charset="0"/>
                <a:cs typeface="Times New Roman" panose="02020603050405020304" pitchFamily="18" charset="0"/>
              </a:rPr>
              <a:t> anywhere.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Queues are </a:t>
            </a:r>
            <a:r>
              <a:rPr lang="en-US" sz="2400" dirty="0">
                <a:solidFill>
                  <a:srgbClr val="FF0000"/>
                </a:solidFill>
                <a:latin typeface="Times New Roman" panose="02020603050405020304" pitchFamily="18" charset="0"/>
                <a:cs typeface="Times New Roman" panose="02020603050405020304" pitchFamily="18" charset="0"/>
              </a:rPr>
              <a:t>declared</a:t>
            </a:r>
            <a:r>
              <a:rPr lang="en-US" sz="2400" dirty="0">
                <a:latin typeface="Times New Roman" panose="02020603050405020304" pitchFamily="18" charset="0"/>
                <a:cs typeface="Times New Roman" panose="02020603050405020304" pitchFamily="18" charset="0"/>
              </a:rPr>
              <a:t> using the </a:t>
            </a:r>
            <a:r>
              <a:rPr lang="en-US" sz="2400" dirty="0">
                <a:solidFill>
                  <a:srgbClr val="FF0000"/>
                </a:solidFill>
                <a:latin typeface="Times New Roman" panose="02020603050405020304" pitchFamily="18" charset="0"/>
                <a:cs typeface="Times New Roman" panose="02020603050405020304" pitchFamily="18" charset="0"/>
              </a:rPr>
              <a:t>same syntax as unpacked arrays</a:t>
            </a:r>
            <a:r>
              <a:rPr lang="en-US" sz="2400" dirty="0">
                <a:latin typeface="Times New Roman" panose="02020603050405020304" pitchFamily="18" charset="0"/>
                <a:cs typeface="Times New Roman" panose="02020603050405020304" pitchFamily="18" charset="0"/>
              </a:rPr>
              <a:t>, but </a:t>
            </a:r>
            <a:r>
              <a:rPr lang="en-US" sz="2400" dirty="0">
                <a:solidFill>
                  <a:srgbClr val="FF0000"/>
                </a:solidFill>
                <a:latin typeface="Times New Roman" panose="02020603050405020304" pitchFamily="18" charset="0"/>
                <a:cs typeface="Times New Roman" panose="02020603050405020304" pitchFamily="18" charset="0"/>
              </a:rPr>
              <a:t>specifying $ as the array size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In queue </a:t>
            </a:r>
            <a:r>
              <a:rPr lang="en-US" sz="2400" dirty="0">
                <a:solidFill>
                  <a:srgbClr val="FF0000"/>
                </a:solidFill>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represents the </a:t>
            </a:r>
            <a:r>
              <a:rPr lang="en-US" sz="2400" dirty="0">
                <a:solidFill>
                  <a:srgbClr val="FF0000"/>
                </a:solidFill>
                <a:latin typeface="Times New Roman" panose="02020603050405020304" pitchFamily="18" charset="0"/>
                <a:cs typeface="Times New Roman" panose="02020603050405020304" pitchFamily="18" charset="0"/>
              </a:rPr>
              <a:t>first</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representing the </a:t>
            </a:r>
            <a:r>
              <a:rPr lang="en-US" sz="2400" dirty="0">
                <a:solidFill>
                  <a:srgbClr val="FF0000"/>
                </a:solidFill>
                <a:latin typeface="Times New Roman" panose="02020603050405020304" pitchFamily="18" charset="0"/>
                <a:cs typeface="Times New Roman" panose="02020603050405020304" pitchFamily="18" charset="0"/>
              </a:rPr>
              <a:t>last entries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8A82553-13DF-542D-C229-760AC646B12C}"/>
              </a:ext>
            </a:extLst>
          </p:cNvPr>
          <p:cNvSpPr>
            <a:spLocks noGrp="1"/>
          </p:cNvSpPr>
          <p:nvPr>
            <p:ph type="dt" sz="half" idx="10"/>
          </p:nvPr>
        </p:nvSpPr>
        <p:spPr/>
        <p:txBody>
          <a:bodyPr/>
          <a:lstStyle/>
          <a:p>
            <a:fld id="{70A5C0DD-F9DC-4640-8D14-244150E9EFEA}" type="datetime1">
              <a:rPr lang="en-IN" smtClean="0"/>
              <a:pPr/>
              <a:t>31-10-2025</a:t>
            </a:fld>
            <a:endParaRPr lang="en-IN"/>
          </a:p>
        </p:txBody>
      </p:sp>
      <p:sp>
        <p:nvSpPr>
          <p:cNvPr id="5" name="Footer Placeholder 4">
            <a:extLst>
              <a:ext uri="{FF2B5EF4-FFF2-40B4-BE49-F238E27FC236}">
                <a16:creationId xmlns:a16="http://schemas.microsoft.com/office/drawing/2014/main" id="{716E7E13-69BD-29F4-4469-61781268616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1F6A66F-F1CC-3E43-1432-74CB16DA3F22}"/>
              </a:ext>
            </a:extLst>
          </p:cNvPr>
          <p:cNvSpPr>
            <a:spLocks noGrp="1"/>
          </p:cNvSpPr>
          <p:nvPr>
            <p:ph type="sldNum" sz="quarter" idx="12"/>
          </p:nvPr>
        </p:nvSpPr>
        <p:spPr/>
        <p:txBody>
          <a:bodyPr/>
          <a:lstStyle/>
          <a:p>
            <a:fld id="{56BB8B7D-B437-4E80-9B4F-EB7501C8BBDD}" type="slidenum">
              <a:rPr lang="en-IN" smtClean="0"/>
              <a:pPr/>
              <a:t>49</a:t>
            </a:fld>
            <a:endParaRPr lang="en-IN"/>
          </a:p>
        </p:txBody>
      </p:sp>
    </p:spTree>
    <p:extLst>
      <p:ext uri="{BB962C8B-B14F-4D97-AF65-F5344CB8AC3E}">
        <p14:creationId xmlns:p14="http://schemas.microsoft.com/office/powerpoint/2010/main" val="2024409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8B1A0-01E6-6BA1-BF7D-670C47754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163FA-3BD3-DF7B-37AC-7D9790C32674}"/>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3CF5C646-D847-1978-B44F-FA3FD8F27F1D}"/>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A queue can be bounded or unbounded.</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bounded queue </a:t>
            </a:r>
            <a:r>
              <a:rPr lang="en-US" sz="2400" dirty="0">
                <a:latin typeface="Times New Roman" panose="02020603050405020304" pitchFamily="18" charset="0"/>
                <a:cs typeface="Times New Roman" panose="02020603050405020304" pitchFamily="18" charset="0"/>
              </a:rPr>
              <a:t>– queue with the number of entries limited or queue size specified.</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byte</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queue_3</a:t>
            </a:r>
            <a:r>
              <a:rPr lang="en-US" sz="2400" dirty="0">
                <a:solidFill>
                  <a:schemeClr val="accent4">
                    <a:lumMod val="75000"/>
                  </a:schemeClr>
                </a:solidFill>
                <a:latin typeface="Times New Roman" panose="02020603050405020304" pitchFamily="18" charset="0"/>
                <a:cs typeface="Times New Roman" panose="02020603050405020304" pitchFamily="18" charset="0"/>
              </a:rPr>
              <a:t>[$:7]</a:t>
            </a:r>
            <a:r>
              <a:rPr lang="en-US" sz="2400" dirty="0">
                <a:latin typeface="Times New Roman" panose="02020603050405020304" pitchFamily="18" charset="0"/>
                <a:cs typeface="Times New Roman" panose="02020603050405020304" pitchFamily="18" charset="0"/>
              </a:rPr>
              <a:t>; </a:t>
            </a:r>
            <a:r>
              <a:rPr lang="en-US" sz="2400" dirty="0">
                <a:solidFill>
                  <a:schemeClr val="accent3">
                    <a:lumMod val="75000"/>
                  </a:schemeClr>
                </a:solidFill>
                <a:latin typeface="Times New Roman" panose="02020603050405020304" pitchFamily="18" charset="0"/>
                <a:cs typeface="Times New Roman" panose="02020603050405020304" pitchFamily="18" charset="0"/>
              </a:rPr>
              <a:t>// queue of byte (bounded queue with 7 entries)</a:t>
            </a:r>
          </a:p>
          <a:p>
            <a:pPr lvl="1">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IN" sz="24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62E36D6-93D9-4887-874A-AF8CF6ADF609}"/>
              </a:ext>
            </a:extLst>
          </p:cNvPr>
          <p:cNvSpPr>
            <a:spLocks noGrp="1"/>
          </p:cNvSpPr>
          <p:nvPr>
            <p:ph type="dt" sz="half" idx="10"/>
          </p:nvPr>
        </p:nvSpPr>
        <p:spPr/>
        <p:txBody>
          <a:bodyPr/>
          <a:lstStyle/>
          <a:p>
            <a:fld id="{BE06CC54-4DF1-4097-BDC2-B48513B6CFF9}" type="datetime1">
              <a:rPr lang="en-IN" smtClean="0"/>
              <a:pPr/>
              <a:t>31-10-2025</a:t>
            </a:fld>
            <a:endParaRPr lang="en-IN"/>
          </a:p>
        </p:txBody>
      </p:sp>
      <p:sp>
        <p:nvSpPr>
          <p:cNvPr id="6" name="Footer Placeholder 5">
            <a:extLst>
              <a:ext uri="{FF2B5EF4-FFF2-40B4-BE49-F238E27FC236}">
                <a16:creationId xmlns:a16="http://schemas.microsoft.com/office/drawing/2014/main" id="{DC615778-6D67-A297-ED6C-623AEAA59373}"/>
              </a:ext>
            </a:extLst>
          </p:cNvPr>
          <p:cNvSpPr>
            <a:spLocks noGrp="1"/>
          </p:cNvSpPr>
          <p:nvPr>
            <p:ph type="ftr" sz="quarter" idx="11"/>
          </p:nvPr>
        </p:nvSpPr>
        <p:spPr/>
        <p:txBody>
          <a:bodyPr/>
          <a:lstStyle/>
          <a:p>
            <a:r>
              <a:rPr lang="en-IN"/>
              <a:t>VLSI Design Verification using System Verilog</a:t>
            </a:r>
          </a:p>
        </p:txBody>
      </p:sp>
      <p:sp>
        <p:nvSpPr>
          <p:cNvPr id="8" name="Slide Number Placeholder 7">
            <a:extLst>
              <a:ext uri="{FF2B5EF4-FFF2-40B4-BE49-F238E27FC236}">
                <a16:creationId xmlns:a16="http://schemas.microsoft.com/office/drawing/2014/main" id="{05970B46-4B8B-E33A-0213-2C9EB49080AC}"/>
              </a:ext>
            </a:extLst>
          </p:cNvPr>
          <p:cNvSpPr>
            <a:spLocks noGrp="1"/>
          </p:cNvSpPr>
          <p:nvPr>
            <p:ph type="sldNum" sz="quarter" idx="12"/>
          </p:nvPr>
        </p:nvSpPr>
        <p:spPr/>
        <p:txBody>
          <a:bodyPr/>
          <a:lstStyle/>
          <a:p>
            <a:fld id="{56BB8B7D-B437-4E80-9B4F-EB7501C8BBDD}" type="slidenum">
              <a:rPr lang="en-IN" smtClean="0"/>
              <a:pPr/>
              <a:t>50</a:t>
            </a:fld>
            <a:endParaRPr lang="en-IN"/>
          </a:p>
        </p:txBody>
      </p:sp>
      <p:pic>
        <p:nvPicPr>
          <p:cNvPr id="5" name="Picture 4">
            <a:extLst>
              <a:ext uri="{FF2B5EF4-FFF2-40B4-BE49-F238E27FC236}">
                <a16:creationId xmlns:a16="http://schemas.microsoft.com/office/drawing/2014/main" id="{604326C1-613F-A410-16D2-4999B3E0273D}"/>
              </a:ext>
            </a:extLst>
          </p:cNvPr>
          <p:cNvPicPr>
            <a:picLocks noChangeAspect="1"/>
          </p:cNvPicPr>
          <p:nvPr/>
        </p:nvPicPr>
        <p:blipFill>
          <a:blip r:embed="rId2"/>
          <a:stretch>
            <a:fillRect/>
          </a:stretch>
        </p:blipFill>
        <p:spPr>
          <a:xfrm>
            <a:off x="920116" y="3124724"/>
            <a:ext cx="10662284" cy="3116535"/>
          </a:xfrm>
          <a:prstGeom prst="rect">
            <a:avLst/>
          </a:prstGeom>
        </p:spPr>
      </p:pic>
    </p:spTree>
    <p:extLst>
      <p:ext uri="{BB962C8B-B14F-4D97-AF65-F5344CB8AC3E}">
        <p14:creationId xmlns:p14="http://schemas.microsoft.com/office/powerpoint/2010/main" val="24087129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6E6C-A491-E6B8-2A8F-F3E67EE9615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4666DFC-C2CD-B1DA-CCF7-76E6225486AD}"/>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A queue can be bounded or unbounded.</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unbounded queue </a:t>
            </a:r>
            <a:r>
              <a:rPr lang="en-US" sz="2400" dirty="0">
                <a:latin typeface="Times New Roman" panose="02020603050405020304" pitchFamily="18" charset="0"/>
                <a:cs typeface="Times New Roman" panose="02020603050405020304" pitchFamily="18" charset="0"/>
              </a:rPr>
              <a:t>– queue with unlimited entries or queue size not specified.</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bit</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queue_1</a:t>
            </a:r>
            <a:r>
              <a:rPr lang="en-US" sz="2400" dirty="0">
                <a:solidFill>
                  <a:schemeClr val="accent4">
                    <a:lumMod val="75000"/>
                  </a:schemeClr>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dirty="0">
                <a:solidFill>
                  <a:schemeClr val="accent3">
                    <a:lumMod val="75000"/>
                  </a:schemeClr>
                </a:solidFill>
                <a:latin typeface="Times New Roman" panose="02020603050405020304" pitchFamily="18" charset="0"/>
                <a:cs typeface="Times New Roman" panose="02020603050405020304" pitchFamily="18" charset="0"/>
              </a:rPr>
              <a:t>// queue of bits (unbound queue)</a:t>
            </a:r>
          </a:p>
          <a:p>
            <a:pPr lvl="1">
              <a:buFont typeface="Wingdings" panose="05000000000000000000" pitchFamily="2" charset="2"/>
              <a:buChar char="Ø"/>
            </a:pPr>
            <a:endParaRPr lang="en-IN" sz="24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F7DBA2F-C77E-DE9D-741D-253F993BDB2A}"/>
              </a:ext>
            </a:extLst>
          </p:cNvPr>
          <p:cNvSpPr>
            <a:spLocks noGrp="1"/>
          </p:cNvSpPr>
          <p:nvPr>
            <p:ph type="dt" sz="half" idx="10"/>
          </p:nvPr>
        </p:nvSpPr>
        <p:spPr/>
        <p:txBody>
          <a:bodyPr/>
          <a:lstStyle/>
          <a:p>
            <a:fld id="{804550F2-A6DD-4669-957C-AB05519A7B3D}" type="datetime1">
              <a:rPr lang="en-IN" smtClean="0"/>
              <a:pPr/>
              <a:t>31-10-2025</a:t>
            </a:fld>
            <a:endParaRPr lang="en-IN"/>
          </a:p>
        </p:txBody>
      </p:sp>
      <p:sp>
        <p:nvSpPr>
          <p:cNvPr id="6" name="Footer Placeholder 5">
            <a:extLst>
              <a:ext uri="{FF2B5EF4-FFF2-40B4-BE49-F238E27FC236}">
                <a16:creationId xmlns:a16="http://schemas.microsoft.com/office/drawing/2014/main" id="{B443E6F8-3C80-9068-FD14-A0AB1649259E}"/>
              </a:ext>
            </a:extLst>
          </p:cNvPr>
          <p:cNvSpPr>
            <a:spLocks noGrp="1"/>
          </p:cNvSpPr>
          <p:nvPr>
            <p:ph type="ftr" sz="quarter" idx="11"/>
          </p:nvPr>
        </p:nvSpPr>
        <p:spPr/>
        <p:txBody>
          <a:bodyPr/>
          <a:lstStyle/>
          <a:p>
            <a:r>
              <a:rPr lang="en-IN"/>
              <a:t>VLSI Design Verification using System Verilog</a:t>
            </a:r>
          </a:p>
        </p:txBody>
      </p:sp>
      <p:sp>
        <p:nvSpPr>
          <p:cNvPr id="8" name="Slide Number Placeholder 7">
            <a:extLst>
              <a:ext uri="{FF2B5EF4-FFF2-40B4-BE49-F238E27FC236}">
                <a16:creationId xmlns:a16="http://schemas.microsoft.com/office/drawing/2014/main" id="{56D18299-F9B0-8208-D727-4CACF35B2480}"/>
              </a:ext>
            </a:extLst>
          </p:cNvPr>
          <p:cNvSpPr>
            <a:spLocks noGrp="1"/>
          </p:cNvSpPr>
          <p:nvPr>
            <p:ph type="sldNum" sz="quarter" idx="12"/>
          </p:nvPr>
        </p:nvSpPr>
        <p:spPr/>
        <p:txBody>
          <a:bodyPr/>
          <a:lstStyle/>
          <a:p>
            <a:fld id="{56BB8B7D-B437-4E80-9B4F-EB7501C8BBDD}" type="slidenum">
              <a:rPr lang="en-IN" smtClean="0"/>
              <a:pPr/>
              <a:t>51</a:t>
            </a:fld>
            <a:endParaRPr lang="en-IN"/>
          </a:p>
        </p:txBody>
      </p:sp>
      <p:pic>
        <p:nvPicPr>
          <p:cNvPr id="7" name="Picture 6">
            <a:extLst>
              <a:ext uri="{FF2B5EF4-FFF2-40B4-BE49-F238E27FC236}">
                <a16:creationId xmlns:a16="http://schemas.microsoft.com/office/drawing/2014/main" id="{4BB4A28D-F209-46C0-DC95-DA97FC3AFD2A}"/>
              </a:ext>
            </a:extLst>
          </p:cNvPr>
          <p:cNvPicPr>
            <a:picLocks noChangeAspect="1"/>
          </p:cNvPicPr>
          <p:nvPr/>
        </p:nvPicPr>
        <p:blipFill>
          <a:blip r:embed="rId2"/>
          <a:stretch>
            <a:fillRect/>
          </a:stretch>
        </p:blipFill>
        <p:spPr>
          <a:xfrm>
            <a:off x="1526178" y="3023426"/>
            <a:ext cx="8412953" cy="3332927"/>
          </a:xfrm>
          <a:prstGeom prst="rect">
            <a:avLst/>
          </a:prstGeom>
        </p:spPr>
      </p:pic>
    </p:spTree>
    <p:extLst>
      <p:ext uri="{BB962C8B-B14F-4D97-AF65-F5344CB8AC3E}">
        <p14:creationId xmlns:p14="http://schemas.microsoft.com/office/powerpoint/2010/main" val="42217579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8F47C-32D6-59A2-1F4F-5AD15094BA8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B4C961-3DBE-9A75-E34E-DC42E744736A}"/>
              </a:ext>
            </a:extLst>
          </p:cNvPr>
          <p:cNvSpPr>
            <a:spLocks noGrp="1"/>
          </p:cNvSpPr>
          <p:nvPr>
            <p:ph idx="1"/>
          </p:nvPr>
        </p:nvSpPr>
        <p:spPr>
          <a:xfrm>
            <a:off x="255950" y="1261164"/>
            <a:ext cx="7359445" cy="4525963"/>
          </a:xfrm>
        </p:spPr>
        <p:txBody>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queue_arry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string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 [$] = '{"pineapple", "</a:t>
            </a:r>
            <a:r>
              <a:rPr lang="en-US" sz="2000" dirty="0" err="1">
                <a:latin typeface="Times New Roman" panose="02020603050405020304" pitchFamily="18" charset="0"/>
                <a:cs typeface="Times New Roman" panose="02020603050405020304" pitchFamily="18" charset="0"/>
              </a:rPr>
              <a:t>bananna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avacado</a:t>
            </a:r>
            <a:r>
              <a:rPr lang="en-US" sz="2000" dirty="0">
                <a:latin typeface="Times New Roman" panose="02020603050405020304" pitchFamily="18" charset="0"/>
                <a:cs typeface="Times New Roman" panose="02020603050405020304" pitchFamily="18" charset="0"/>
              </a:rPr>
              <a:t>", "cheery"};</a:t>
            </a:r>
          </a:p>
          <a:p>
            <a:pPr marL="0" indent="0">
              <a:buNone/>
            </a:pPr>
            <a:r>
              <a:rPr lang="en-US" sz="2000" dirty="0">
                <a:latin typeface="Times New Roman" panose="02020603050405020304" pitchFamily="18" charset="0"/>
                <a:cs typeface="Times New Roman" panose="02020603050405020304" pitchFamily="18" charset="0"/>
              </a:rPr>
              <a:t>initial begin</a:t>
            </a:r>
          </a:p>
          <a:p>
            <a:pPr marL="0" indent="0">
              <a:buNone/>
            </a:pPr>
            <a:r>
              <a:rPr lang="en-US" sz="2000" dirty="0">
                <a:latin typeface="Times New Roman" panose="02020603050405020304" pitchFamily="18" charset="0"/>
                <a:cs typeface="Times New Roman" panose="02020603050405020304" pitchFamily="18" charset="0"/>
              </a:rPr>
              <a:t>foreach(</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begin</a:t>
            </a:r>
          </a:p>
          <a:p>
            <a:pPr marL="0" indent="0">
              <a:buNone/>
            </a:pPr>
            <a:r>
              <a:rPr lang="en-US" sz="2000" dirty="0">
                <a:latin typeface="Times New Roman" panose="02020603050405020304" pitchFamily="18" charset="0"/>
                <a:cs typeface="Times New Roman" panose="02020603050405020304" pitchFamily="18" charset="0"/>
              </a:rPr>
              <a:t>$display ("the fruits at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[%0d] is : %0s",i,my_arry[</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end</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 "oranges"};</a:t>
            </a:r>
          </a:p>
          <a:p>
            <a:pPr marL="0" indent="0">
              <a:buNone/>
            </a:pPr>
            <a:r>
              <a:rPr lang="en-US" sz="2000" dirty="0">
                <a:latin typeface="Times New Roman" panose="02020603050405020304" pitchFamily="18" charset="0"/>
                <a:cs typeface="Times New Roman" panose="02020603050405020304" pitchFamily="18" charset="0"/>
              </a:rPr>
              <a:t>$display ("now the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 is : %0p",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 = {"strawberry",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$display (" now the </a:t>
            </a:r>
            <a:r>
              <a:rPr lang="en-US" sz="2000" dirty="0" err="1">
                <a:latin typeface="Times New Roman" panose="02020603050405020304" pitchFamily="18" charset="0"/>
                <a:cs typeface="Times New Roman" panose="02020603050405020304" pitchFamily="18" charset="0"/>
              </a:rPr>
              <a:t>arry</a:t>
            </a:r>
            <a:r>
              <a:rPr lang="en-US" sz="2000" dirty="0">
                <a:latin typeface="Times New Roman" panose="02020603050405020304" pitchFamily="18" charset="0"/>
                <a:cs typeface="Times New Roman" panose="02020603050405020304" pitchFamily="18" charset="0"/>
              </a:rPr>
              <a:t> is : %0p",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87076A4-A5C3-6946-21D2-073742795A1C}"/>
              </a:ext>
            </a:extLst>
          </p:cNvPr>
          <p:cNvSpPr>
            <a:spLocks noGrp="1"/>
          </p:cNvSpPr>
          <p:nvPr>
            <p:ph type="dt" sz="half" idx="10"/>
          </p:nvPr>
        </p:nvSpPr>
        <p:spPr/>
        <p:txBody>
          <a:bodyPr/>
          <a:lstStyle/>
          <a:p>
            <a:fld id="{FE6568CB-F2E4-4FD7-998D-3D2AC682CEBC}" type="datetime1">
              <a:rPr lang="en-IN" smtClean="0"/>
              <a:pPr/>
              <a:t>31-10-2025</a:t>
            </a:fld>
            <a:endParaRPr lang="en-IN"/>
          </a:p>
        </p:txBody>
      </p:sp>
      <p:sp>
        <p:nvSpPr>
          <p:cNvPr id="6" name="Footer Placeholder 5">
            <a:extLst>
              <a:ext uri="{FF2B5EF4-FFF2-40B4-BE49-F238E27FC236}">
                <a16:creationId xmlns:a16="http://schemas.microsoft.com/office/drawing/2014/main" id="{55B84553-F829-4F5F-F137-6EA4E440804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EC6AD75-F157-1550-195D-4651E2E0DE85}"/>
              </a:ext>
            </a:extLst>
          </p:cNvPr>
          <p:cNvSpPr>
            <a:spLocks noGrp="1"/>
          </p:cNvSpPr>
          <p:nvPr>
            <p:ph type="sldNum" sz="quarter" idx="12"/>
          </p:nvPr>
        </p:nvSpPr>
        <p:spPr/>
        <p:txBody>
          <a:bodyPr/>
          <a:lstStyle/>
          <a:p>
            <a:fld id="{56BB8B7D-B437-4E80-9B4F-EB7501C8BBDD}" type="slidenum">
              <a:rPr lang="en-IN" smtClean="0"/>
              <a:pPr/>
              <a:t>52</a:t>
            </a:fld>
            <a:endParaRPr lang="en-IN"/>
          </a:p>
        </p:txBody>
      </p:sp>
      <p:sp>
        <p:nvSpPr>
          <p:cNvPr id="4" name="TextBox 3">
            <a:extLst>
              <a:ext uri="{FF2B5EF4-FFF2-40B4-BE49-F238E27FC236}">
                <a16:creationId xmlns:a16="http://schemas.microsoft.com/office/drawing/2014/main" id="{61572826-3E50-D37D-DE5B-86C215885689}"/>
              </a:ext>
            </a:extLst>
          </p:cNvPr>
          <p:cNvSpPr txBox="1"/>
          <p:nvPr/>
        </p:nvSpPr>
        <p:spPr>
          <a:xfrm>
            <a:off x="7728155" y="1417638"/>
            <a:ext cx="3854245" cy="2862322"/>
          </a:xfrm>
          <a:prstGeom prst="rect">
            <a:avLst/>
          </a:prstGeom>
          <a:noFill/>
        </p:spPr>
        <p:txBody>
          <a:bodyPr wrap="square" rtlCol="0">
            <a:spAutoFit/>
          </a:bodyPr>
          <a:lstStyle/>
          <a:p>
            <a:pPr marL="0" indent="0">
              <a:buNone/>
            </a:pP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[0] = "blueberry";</a:t>
            </a:r>
          </a:p>
          <a:p>
            <a:pPr marL="0" indent="0">
              <a:buNone/>
            </a:pPr>
            <a:r>
              <a:rPr lang="en-US" sz="2000" dirty="0">
                <a:latin typeface="Times New Roman" panose="02020603050405020304" pitchFamily="18" charset="0"/>
                <a:cs typeface="Times New Roman" panose="02020603050405020304" pitchFamily="18" charset="0"/>
              </a:rPr>
              <a:t>$display ("after replacing </a:t>
            </a:r>
            <a:r>
              <a:rPr lang="en-US" sz="2000" dirty="0" err="1">
                <a:latin typeface="Times New Roman" panose="02020603050405020304" pitchFamily="18" charset="0"/>
                <a:cs typeface="Times New Roman" panose="02020603050405020304" pitchFamily="18" charset="0"/>
              </a:rPr>
              <a:t>thge</a:t>
            </a:r>
            <a:r>
              <a:rPr lang="en-US" sz="2000" dirty="0">
                <a:latin typeface="Times New Roman" panose="02020603050405020304" pitchFamily="18" charset="0"/>
                <a:cs typeface="Times New Roman" panose="02020603050405020304" pitchFamily="18" charset="0"/>
              </a:rPr>
              <a:t> strawberry :%0p",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[1:$-1];</a:t>
            </a:r>
          </a:p>
          <a:p>
            <a:pPr marL="0" indent="0">
              <a:buNone/>
            </a:pPr>
            <a:r>
              <a:rPr lang="en-US" sz="2000" dirty="0">
                <a:latin typeface="Times New Roman" panose="02020603050405020304" pitchFamily="18" charset="0"/>
                <a:cs typeface="Times New Roman" panose="02020603050405020304" pitchFamily="18" charset="0"/>
              </a:rPr>
              <a:t>$display ("after removing array is : %0p", </a:t>
            </a:r>
            <a:r>
              <a:rPr lang="en-US" sz="2000" dirty="0" err="1">
                <a:latin typeface="Times New Roman" panose="02020603050405020304" pitchFamily="18" charset="0"/>
                <a:cs typeface="Times New Roman" panose="02020603050405020304" pitchFamily="18" charset="0"/>
              </a:rPr>
              <a:t>my_arry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end</a:t>
            </a:r>
          </a:p>
          <a:p>
            <a:pPr marL="0" indent="0">
              <a:buNone/>
            </a:pPr>
            <a:r>
              <a:rPr lang="en-US"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5548950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D197D-DE15-6ACB-6E1C-1EDF804BF17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1E6E581-8247-90FD-C40C-D56C2B5845A5}"/>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Queue Built-in Methods</a:t>
            </a:r>
          </a:p>
          <a:p>
            <a:pPr lvl="1">
              <a:buFont typeface="Wingdings" panose="05000000000000000000" pitchFamily="2" charset="2"/>
              <a:buChar char="§"/>
            </a:pPr>
            <a:endParaRPr lang="en-IN" sz="24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3FFCDE87-8838-E695-6924-480BE708546F}"/>
              </a:ext>
            </a:extLst>
          </p:cNvPr>
          <p:cNvSpPr>
            <a:spLocks noGrp="1"/>
          </p:cNvSpPr>
          <p:nvPr>
            <p:ph type="dt" sz="half" idx="10"/>
          </p:nvPr>
        </p:nvSpPr>
        <p:spPr/>
        <p:txBody>
          <a:bodyPr/>
          <a:lstStyle/>
          <a:p>
            <a:fld id="{95C976BC-D52D-420D-8A67-9D6F7765CD3F}" type="datetime1">
              <a:rPr lang="en-IN" smtClean="0"/>
              <a:pPr/>
              <a:t>31-10-2025</a:t>
            </a:fld>
            <a:endParaRPr lang="en-IN"/>
          </a:p>
        </p:txBody>
      </p:sp>
      <p:sp>
        <p:nvSpPr>
          <p:cNvPr id="6" name="Footer Placeholder 5">
            <a:extLst>
              <a:ext uri="{FF2B5EF4-FFF2-40B4-BE49-F238E27FC236}">
                <a16:creationId xmlns:a16="http://schemas.microsoft.com/office/drawing/2014/main" id="{B646606E-D6C9-64AE-D150-85AF15B3D2F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8DB8C0E-36C3-98D0-D03F-1B9477E48828}"/>
              </a:ext>
            </a:extLst>
          </p:cNvPr>
          <p:cNvSpPr>
            <a:spLocks noGrp="1"/>
          </p:cNvSpPr>
          <p:nvPr>
            <p:ph type="sldNum" sz="quarter" idx="12"/>
          </p:nvPr>
        </p:nvSpPr>
        <p:spPr/>
        <p:txBody>
          <a:bodyPr/>
          <a:lstStyle/>
          <a:p>
            <a:fld id="{56BB8B7D-B437-4E80-9B4F-EB7501C8BBDD}" type="slidenum">
              <a:rPr lang="en-IN" smtClean="0"/>
              <a:pPr/>
              <a:t>53</a:t>
            </a:fld>
            <a:endParaRPr lang="en-IN"/>
          </a:p>
        </p:txBody>
      </p:sp>
      <p:graphicFrame>
        <p:nvGraphicFramePr>
          <p:cNvPr id="4" name="Table 3">
            <a:extLst>
              <a:ext uri="{FF2B5EF4-FFF2-40B4-BE49-F238E27FC236}">
                <a16:creationId xmlns:a16="http://schemas.microsoft.com/office/drawing/2014/main" id="{C2C62E92-3F1F-8A46-0496-8730A452BA8D}"/>
              </a:ext>
            </a:extLst>
          </p:cNvPr>
          <p:cNvGraphicFramePr>
            <a:graphicFrameLocks noGrp="1"/>
          </p:cNvGraphicFramePr>
          <p:nvPr>
            <p:extLst>
              <p:ext uri="{D42A27DB-BD31-4B8C-83A1-F6EECF244321}">
                <p14:modId xmlns:p14="http://schemas.microsoft.com/office/powerpoint/2010/main" val="2553958014"/>
              </p:ext>
            </p:extLst>
          </p:nvPr>
        </p:nvGraphicFramePr>
        <p:xfrm>
          <a:off x="2032000" y="2278224"/>
          <a:ext cx="8128000" cy="3169920"/>
        </p:xfrm>
        <a:graphic>
          <a:graphicData uri="http://schemas.openxmlformats.org/drawingml/2006/table">
            <a:tbl>
              <a:tblPr firstRow="1" bandRow="1">
                <a:tableStyleId>{5C22544A-7EE6-4342-B048-85BDC9FD1C3A}</a:tableStyleId>
              </a:tblPr>
              <a:tblGrid>
                <a:gridCol w="2466258">
                  <a:extLst>
                    <a:ext uri="{9D8B030D-6E8A-4147-A177-3AD203B41FA5}">
                      <a16:colId xmlns:a16="http://schemas.microsoft.com/office/drawing/2014/main" val="2362850268"/>
                    </a:ext>
                  </a:extLst>
                </a:gridCol>
                <a:gridCol w="5661742">
                  <a:extLst>
                    <a:ext uri="{9D8B030D-6E8A-4147-A177-3AD203B41FA5}">
                      <a16:colId xmlns:a16="http://schemas.microsoft.com/office/drawing/2014/main" val="4293315551"/>
                    </a:ext>
                  </a:extLst>
                </a:gridCol>
              </a:tblGrid>
              <a:tr h="370840">
                <a:tc>
                  <a:txBody>
                    <a:bodyPr/>
                    <a:lstStyle/>
                    <a:p>
                      <a:r>
                        <a:rPr lang="en-IN" sz="2000" dirty="0">
                          <a:latin typeface="Times New Roman" panose="02020603050405020304" pitchFamily="18" charset="0"/>
                          <a:cs typeface="Times New Roman" panose="02020603050405020304" pitchFamily="18" charset="0"/>
                        </a:rPr>
                        <a:t>Method</a:t>
                      </a:r>
                    </a:p>
                  </a:txBody>
                  <a:tcPr/>
                </a:tc>
                <a:tc>
                  <a:txBody>
                    <a:bodyPr/>
                    <a:lstStyle/>
                    <a:p>
                      <a:r>
                        <a:rPr lang="en-IN" sz="20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262581779"/>
                  </a:ext>
                </a:extLst>
              </a:tr>
              <a:tr h="370840">
                <a:tc>
                  <a:txBody>
                    <a:bodyPr/>
                    <a:lstStyle/>
                    <a:p>
                      <a:r>
                        <a:rPr lang="en-IN" sz="2000" dirty="0">
                          <a:latin typeface="Times New Roman" panose="02020603050405020304" pitchFamily="18" charset="0"/>
                          <a:cs typeface="Times New Roman" panose="02020603050405020304" pitchFamily="18" charset="0"/>
                        </a:rPr>
                        <a:t>size()</a:t>
                      </a:r>
                    </a:p>
                  </a:txBody>
                  <a:tcPr/>
                </a:tc>
                <a:tc>
                  <a:txBody>
                    <a:bodyPr/>
                    <a:lstStyle/>
                    <a:p>
                      <a:r>
                        <a:rPr lang="en-US" sz="2000" dirty="0">
                          <a:latin typeface="Times New Roman" panose="02020603050405020304" pitchFamily="18" charset="0"/>
                          <a:cs typeface="Times New Roman" panose="02020603050405020304" pitchFamily="18" charset="0"/>
                        </a:rPr>
                        <a:t>returns the number of items in the queue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2910759"/>
                  </a:ext>
                </a:extLst>
              </a:tr>
              <a:tr h="370840">
                <a:tc>
                  <a:txBody>
                    <a:bodyPr/>
                    <a:lstStyle/>
                    <a:p>
                      <a:r>
                        <a:rPr lang="en-IN" sz="2000" dirty="0">
                          <a:latin typeface="Times New Roman" panose="02020603050405020304" pitchFamily="18" charset="0"/>
                          <a:cs typeface="Times New Roman" panose="02020603050405020304" pitchFamily="18" charset="0"/>
                        </a:rPr>
                        <a:t>insert(index, value)</a:t>
                      </a:r>
                    </a:p>
                  </a:txBody>
                  <a:tcPr/>
                </a:tc>
                <a:tc>
                  <a:txBody>
                    <a:bodyPr/>
                    <a:lstStyle/>
                    <a:p>
                      <a:r>
                        <a:rPr lang="en-US" sz="2000" dirty="0">
                          <a:latin typeface="Times New Roman" panose="02020603050405020304" pitchFamily="18" charset="0"/>
                          <a:cs typeface="Times New Roman" panose="02020603050405020304" pitchFamily="18" charset="0"/>
                        </a:rPr>
                        <a:t>inserts the given item at the specified index position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7611445"/>
                  </a:ext>
                </a:extLst>
              </a:tr>
              <a:tr h="370840">
                <a:tc>
                  <a:txBody>
                    <a:bodyPr/>
                    <a:lstStyle/>
                    <a:p>
                      <a:r>
                        <a:rPr lang="en-IN" sz="2000" dirty="0">
                          <a:latin typeface="Times New Roman" panose="02020603050405020304" pitchFamily="18" charset="0"/>
                          <a:cs typeface="Times New Roman" panose="02020603050405020304" pitchFamily="18" charset="0"/>
                        </a:rPr>
                        <a:t>delete(index)</a:t>
                      </a:r>
                    </a:p>
                  </a:txBody>
                  <a:tcPr/>
                </a:tc>
                <a:tc>
                  <a:txBody>
                    <a:bodyPr/>
                    <a:lstStyle/>
                    <a:p>
                      <a:r>
                        <a:rPr lang="en-US" sz="2000" dirty="0">
                          <a:latin typeface="Times New Roman" panose="02020603050405020304" pitchFamily="18" charset="0"/>
                          <a:cs typeface="Times New Roman" panose="02020603050405020304" pitchFamily="18" charset="0"/>
                        </a:rPr>
                        <a:t>deletes the item at the specified index position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5690220"/>
                  </a:ext>
                </a:extLst>
              </a:tr>
              <a:tr h="370840">
                <a:tc>
                  <a:txBody>
                    <a:bodyPr/>
                    <a:lstStyle/>
                    <a:p>
                      <a:r>
                        <a:rPr lang="en-IN" sz="2000" dirty="0" err="1">
                          <a:latin typeface="Times New Roman" panose="02020603050405020304" pitchFamily="18" charset="0"/>
                          <a:cs typeface="Times New Roman" panose="02020603050405020304" pitchFamily="18" charset="0"/>
                        </a:rPr>
                        <a:t>push_front</a:t>
                      </a:r>
                      <a:r>
                        <a:rPr lang="en-IN" sz="2000" dirty="0">
                          <a:latin typeface="Times New Roman" panose="02020603050405020304" pitchFamily="18" charset="0"/>
                          <a:cs typeface="Times New Roman" panose="02020603050405020304" pitchFamily="18" charset="0"/>
                        </a:rPr>
                        <a:t>(value) </a:t>
                      </a:r>
                    </a:p>
                  </a:txBody>
                  <a:tcPr/>
                </a:tc>
                <a:tc>
                  <a:txBody>
                    <a:bodyPr/>
                    <a:lstStyle/>
                    <a:p>
                      <a:r>
                        <a:rPr lang="en-US" sz="2000" dirty="0">
                          <a:latin typeface="Times New Roman" panose="02020603050405020304" pitchFamily="18" charset="0"/>
                          <a:cs typeface="Times New Roman" panose="02020603050405020304" pitchFamily="18" charset="0"/>
                        </a:rPr>
                        <a:t>inserts the given element at the front of the queue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472629"/>
                  </a:ext>
                </a:extLst>
              </a:tr>
              <a:tr h="370840">
                <a:tc>
                  <a:txBody>
                    <a:bodyPr/>
                    <a:lstStyle/>
                    <a:p>
                      <a:r>
                        <a:rPr lang="en-IN" sz="2000" dirty="0" err="1">
                          <a:latin typeface="Times New Roman" panose="02020603050405020304" pitchFamily="18" charset="0"/>
                          <a:cs typeface="Times New Roman" panose="02020603050405020304" pitchFamily="18" charset="0"/>
                        </a:rPr>
                        <a:t>push_back</a:t>
                      </a:r>
                      <a:r>
                        <a:rPr lang="en-IN" sz="2000" dirty="0">
                          <a:latin typeface="Times New Roman" panose="02020603050405020304" pitchFamily="18" charset="0"/>
                          <a:cs typeface="Times New Roman" panose="02020603050405020304" pitchFamily="18" charset="0"/>
                        </a:rPr>
                        <a:t>(value)</a:t>
                      </a:r>
                    </a:p>
                  </a:txBody>
                  <a:tcPr/>
                </a:tc>
                <a:tc>
                  <a:txBody>
                    <a:bodyPr/>
                    <a:lstStyle/>
                    <a:p>
                      <a:r>
                        <a:rPr lang="en-US" sz="2000" dirty="0">
                          <a:latin typeface="Times New Roman" panose="02020603050405020304" pitchFamily="18" charset="0"/>
                          <a:cs typeface="Times New Roman" panose="02020603050405020304" pitchFamily="18" charset="0"/>
                        </a:rPr>
                        <a:t>inserts the given element at the end of the queue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088198"/>
                  </a:ext>
                </a:extLst>
              </a:tr>
              <a:tr h="370840">
                <a:tc>
                  <a:txBody>
                    <a:bodyPr/>
                    <a:lstStyle/>
                    <a:p>
                      <a:r>
                        <a:rPr lang="en-IN" sz="2000" dirty="0" err="1">
                          <a:latin typeface="Times New Roman" panose="02020603050405020304" pitchFamily="18" charset="0"/>
                          <a:cs typeface="Times New Roman" panose="02020603050405020304" pitchFamily="18" charset="0"/>
                        </a:rPr>
                        <a:t>pop_front</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removes and returns the first element of the queue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8009598"/>
                  </a:ext>
                </a:extLst>
              </a:tr>
              <a:tr h="370840">
                <a:tc>
                  <a:txBody>
                    <a:bodyPr/>
                    <a:lstStyle/>
                    <a:p>
                      <a:r>
                        <a:rPr lang="en-IN" sz="2000" dirty="0" err="1">
                          <a:latin typeface="Times New Roman" panose="02020603050405020304" pitchFamily="18" charset="0"/>
                          <a:cs typeface="Times New Roman" panose="02020603050405020304" pitchFamily="18" charset="0"/>
                        </a:rPr>
                        <a:t>pop_back</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removes and returns the last element of the queue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388232"/>
                  </a:ext>
                </a:extLst>
              </a:tr>
            </a:tbl>
          </a:graphicData>
        </a:graphic>
      </p:graphicFrame>
    </p:spTree>
    <p:extLst>
      <p:ext uri="{BB962C8B-B14F-4D97-AF65-F5344CB8AC3E}">
        <p14:creationId xmlns:p14="http://schemas.microsoft.com/office/powerpoint/2010/main" val="6389962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ACD0-CA17-A0C5-1943-592E8AB4C21B}"/>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B44D6A4-822D-7591-3F25-75114695B667}"/>
              </a:ext>
            </a:extLst>
          </p:cNvPr>
          <p:cNvSpPr>
            <a:spLocks noGrp="1"/>
          </p:cNvSpPr>
          <p:nvPr>
            <p:ph idx="1"/>
          </p:nvPr>
        </p:nvSpPr>
        <p:spPr>
          <a:xfrm>
            <a:off x="609600" y="1600201"/>
            <a:ext cx="6130413" cy="4525963"/>
          </a:xfrm>
        </p:spPr>
        <p:txBody>
          <a:bodyPr>
            <a:normAutofit fontScale="92500"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queue_arry</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string bikes[$];</a:t>
            </a:r>
          </a:p>
          <a:p>
            <a:pPr marL="0" indent="0">
              <a:buNone/>
            </a:pPr>
            <a:r>
              <a:rPr lang="en-IN" sz="2000" dirty="0">
                <a:latin typeface="Times New Roman" panose="02020603050405020304" pitchFamily="18" charset="0"/>
                <a:cs typeface="Times New Roman" panose="02020603050405020304" pitchFamily="18" charset="0"/>
              </a:rPr>
              <a:t>initial begin</a:t>
            </a:r>
          </a:p>
          <a:p>
            <a:pPr marL="0" indent="0">
              <a:buNone/>
            </a:pPr>
            <a:r>
              <a:rPr lang="en-IN" sz="2000" dirty="0">
                <a:latin typeface="Times New Roman" panose="02020603050405020304" pitchFamily="18" charset="0"/>
                <a:cs typeface="Times New Roman" panose="02020603050405020304" pitchFamily="18" charset="0"/>
              </a:rPr>
              <a:t>bikes = '{"</a:t>
            </a:r>
            <a:r>
              <a:rPr lang="en-IN" sz="2000" dirty="0" err="1">
                <a:latin typeface="Times New Roman" panose="02020603050405020304" pitchFamily="18" charset="0"/>
                <a:cs typeface="Times New Roman" panose="02020603050405020304" pitchFamily="18" charset="0"/>
              </a:rPr>
              <a:t>honda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bajaj</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yamaha</a:t>
            </a:r>
            <a:r>
              <a:rPr lang="en-IN" sz="2000" dirty="0">
                <a:latin typeface="Times New Roman" panose="02020603050405020304" pitchFamily="18" charset="0"/>
                <a:cs typeface="Times New Roman" panose="02020603050405020304" pitchFamily="18" charset="0"/>
              </a:rPr>
              <a:t>","hero","</a:t>
            </a:r>
            <a:r>
              <a:rPr lang="en-IN" sz="2000" dirty="0" err="1">
                <a:latin typeface="Times New Roman" panose="02020603050405020304" pitchFamily="18" charset="0"/>
                <a:cs typeface="Times New Roman" panose="02020603050405020304" pitchFamily="18" charset="0"/>
              </a:rPr>
              <a:t>ktm</a:t>
            </a:r>
            <a:r>
              <a:rPr lang="en-IN" sz="2000" dirty="0">
                <a:latin typeface="Times New Roman" panose="02020603050405020304" pitchFamily="18" charset="0"/>
                <a:cs typeface="Times New Roman" panose="02020603050405020304" pitchFamily="18" charset="0"/>
              </a:rPr>
              <a:t>","royal_</a:t>
            </a:r>
            <a:r>
              <a:rPr lang="en-IN" sz="2000" dirty="0" err="1">
                <a:latin typeface="Times New Roman" panose="02020603050405020304" pitchFamily="18" charset="0"/>
                <a:cs typeface="Times New Roman" panose="02020603050405020304" pitchFamily="18" charset="0"/>
              </a:rPr>
              <a:t>enfield</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tvs</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$display("\n the total size of the given array is %0d",bikes.size());</a:t>
            </a:r>
          </a:p>
          <a:p>
            <a:pPr marL="0" indent="0">
              <a:buNone/>
            </a:pPr>
            <a:r>
              <a:rPr lang="en-IN" sz="2000" dirty="0" err="1">
                <a:latin typeface="Times New Roman" panose="02020603050405020304" pitchFamily="18" charset="0"/>
                <a:cs typeface="Times New Roman" panose="02020603050405020304" pitchFamily="18" charset="0"/>
              </a:rPr>
              <a:t>bikes.push_front</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harley</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$display("after adding the </a:t>
            </a:r>
            <a:r>
              <a:rPr lang="en-IN" sz="2000" dirty="0" err="1">
                <a:latin typeface="Times New Roman" panose="02020603050405020304" pitchFamily="18" charset="0"/>
                <a:cs typeface="Times New Roman" panose="02020603050405020304" pitchFamily="18" charset="0"/>
              </a:rPr>
              <a:t>harley</a:t>
            </a:r>
            <a:r>
              <a:rPr lang="en-IN" sz="2000" dirty="0">
                <a:latin typeface="Times New Roman" panose="02020603050405020304" pitchFamily="18" charset="0"/>
                <a:cs typeface="Times New Roman" panose="02020603050405020304" pitchFamily="18" charset="0"/>
              </a:rPr>
              <a:t>: %0p",bikes);</a:t>
            </a:r>
          </a:p>
          <a:p>
            <a:pPr marL="0" indent="0">
              <a:buNone/>
            </a:pPr>
            <a:r>
              <a:rPr lang="en-IN" sz="2000" dirty="0" err="1">
                <a:latin typeface="Times New Roman" panose="02020603050405020304" pitchFamily="18" charset="0"/>
                <a:cs typeface="Times New Roman" panose="02020603050405020304" pitchFamily="18" charset="0"/>
              </a:rPr>
              <a:t>bikes.push_back</a:t>
            </a:r>
            <a:r>
              <a:rPr lang="en-IN" sz="2000" dirty="0">
                <a:latin typeface="Times New Roman" panose="02020603050405020304" pitchFamily="18" charset="0"/>
                <a:cs typeface="Times New Roman" panose="02020603050405020304" pitchFamily="18" charset="0"/>
              </a:rPr>
              <a:t>("Triumph");</a:t>
            </a:r>
          </a:p>
          <a:p>
            <a:pPr marL="0" indent="0">
              <a:buNone/>
            </a:pPr>
            <a:r>
              <a:rPr lang="en-IN" sz="2000" dirty="0">
                <a:latin typeface="Times New Roman" panose="02020603050405020304" pitchFamily="18" charset="0"/>
                <a:cs typeface="Times New Roman" panose="02020603050405020304" pitchFamily="18" charset="0"/>
              </a:rPr>
              <a:t>$display("after adding triumph in the last : %0p",bikes);</a:t>
            </a:r>
          </a:p>
          <a:p>
            <a:pPr marL="0" indent="0">
              <a:buNone/>
            </a:pPr>
            <a:r>
              <a:rPr lang="en-IN" sz="2000" dirty="0" err="1">
                <a:latin typeface="Times New Roman" panose="02020603050405020304" pitchFamily="18" charset="0"/>
                <a:cs typeface="Times New Roman" panose="02020603050405020304" pitchFamily="18" charset="0"/>
              </a:rPr>
              <a:t>bikes.delete</a:t>
            </a:r>
            <a:r>
              <a:rPr lang="en-IN" sz="2000" dirty="0">
                <a:latin typeface="Times New Roman" panose="02020603050405020304" pitchFamily="18" charset="0"/>
                <a:cs typeface="Times New Roman" panose="02020603050405020304" pitchFamily="18" charset="0"/>
              </a:rPr>
              <a:t>(7);</a:t>
            </a:r>
          </a:p>
          <a:p>
            <a:pPr marL="0" indent="0">
              <a:buNone/>
            </a:pPr>
            <a:r>
              <a:rPr lang="en-IN" sz="2000" dirty="0">
                <a:latin typeface="Times New Roman" panose="02020603050405020304" pitchFamily="18" charset="0"/>
                <a:cs typeface="Times New Roman" panose="02020603050405020304" pitchFamily="18" charset="0"/>
              </a:rPr>
              <a:t>$display("after removing the </a:t>
            </a:r>
            <a:r>
              <a:rPr lang="en-IN" sz="2000" dirty="0" err="1">
                <a:latin typeface="Times New Roman" panose="02020603050405020304" pitchFamily="18" charset="0"/>
                <a:cs typeface="Times New Roman" panose="02020603050405020304" pitchFamily="18" charset="0"/>
              </a:rPr>
              <a:t>tvs</a:t>
            </a:r>
            <a:r>
              <a:rPr lang="en-IN" sz="2000" dirty="0">
                <a:latin typeface="Times New Roman" panose="02020603050405020304" pitchFamily="18" charset="0"/>
                <a:cs typeface="Times New Roman" panose="02020603050405020304" pitchFamily="18" charset="0"/>
              </a:rPr>
              <a:t> %0p", bikes);</a:t>
            </a:r>
          </a:p>
        </p:txBody>
      </p:sp>
      <p:sp>
        <p:nvSpPr>
          <p:cNvPr id="5" name="Date Placeholder 4">
            <a:extLst>
              <a:ext uri="{FF2B5EF4-FFF2-40B4-BE49-F238E27FC236}">
                <a16:creationId xmlns:a16="http://schemas.microsoft.com/office/drawing/2014/main" id="{1947E7BF-7015-8FBB-3B06-E0437E566C1E}"/>
              </a:ext>
            </a:extLst>
          </p:cNvPr>
          <p:cNvSpPr>
            <a:spLocks noGrp="1"/>
          </p:cNvSpPr>
          <p:nvPr>
            <p:ph type="dt" sz="half" idx="10"/>
          </p:nvPr>
        </p:nvSpPr>
        <p:spPr/>
        <p:txBody>
          <a:bodyPr/>
          <a:lstStyle/>
          <a:p>
            <a:fld id="{91B1E4BD-FEE6-4CBF-AE9D-FB0D35832614}" type="datetime1">
              <a:rPr lang="en-IN" smtClean="0"/>
              <a:pPr/>
              <a:t>31-10-2025</a:t>
            </a:fld>
            <a:endParaRPr lang="en-IN"/>
          </a:p>
        </p:txBody>
      </p:sp>
      <p:sp>
        <p:nvSpPr>
          <p:cNvPr id="6" name="Footer Placeholder 5">
            <a:extLst>
              <a:ext uri="{FF2B5EF4-FFF2-40B4-BE49-F238E27FC236}">
                <a16:creationId xmlns:a16="http://schemas.microsoft.com/office/drawing/2014/main" id="{A784CE69-F8D4-907B-8694-D93692DA0CB0}"/>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BEA38C9-DD70-4976-38CC-F6126DBD08C2}"/>
              </a:ext>
            </a:extLst>
          </p:cNvPr>
          <p:cNvSpPr>
            <a:spLocks noGrp="1"/>
          </p:cNvSpPr>
          <p:nvPr>
            <p:ph type="sldNum" sz="quarter" idx="12"/>
          </p:nvPr>
        </p:nvSpPr>
        <p:spPr/>
        <p:txBody>
          <a:bodyPr/>
          <a:lstStyle/>
          <a:p>
            <a:fld id="{56BB8B7D-B437-4E80-9B4F-EB7501C8BBDD}" type="slidenum">
              <a:rPr lang="en-IN" smtClean="0"/>
              <a:pPr/>
              <a:t>54</a:t>
            </a:fld>
            <a:endParaRPr lang="en-IN"/>
          </a:p>
        </p:txBody>
      </p:sp>
      <p:sp>
        <p:nvSpPr>
          <p:cNvPr id="4" name="TextBox 3">
            <a:extLst>
              <a:ext uri="{FF2B5EF4-FFF2-40B4-BE49-F238E27FC236}">
                <a16:creationId xmlns:a16="http://schemas.microsoft.com/office/drawing/2014/main" id="{5B4C9F87-522C-07DB-F96A-C277A876C918}"/>
              </a:ext>
            </a:extLst>
          </p:cNvPr>
          <p:cNvSpPr txBox="1"/>
          <p:nvPr/>
        </p:nvSpPr>
        <p:spPr>
          <a:xfrm>
            <a:off x="7359445" y="1548581"/>
            <a:ext cx="4222955" cy="3785652"/>
          </a:xfrm>
          <a:prstGeom prst="rect">
            <a:avLst/>
          </a:prstGeom>
          <a:noFill/>
        </p:spPr>
        <p:txBody>
          <a:bodyPr wrap="square" rtlCol="0">
            <a:spAutoFit/>
          </a:bodyPr>
          <a:lstStyle/>
          <a:p>
            <a:pPr marL="0" indent="0">
              <a:buNone/>
            </a:pPr>
            <a:r>
              <a:rPr lang="en-IN" sz="2000" dirty="0" err="1">
                <a:latin typeface="Times New Roman" panose="02020603050405020304" pitchFamily="18" charset="0"/>
                <a:cs typeface="Times New Roman" panose="02020603050405020304" pitchFamily="18" charset="0"/>
              </a:rPr>
              <a:t>bikes.insert</a:t>
            </a:r>
            <a:r>
              <a:rPr lang="en-IN" sz="2000" dirty="0">
                <a:latin typeface="Times New Roman" panose="02020603050405020304" pitchFamily="18" charset="0"/>
                <a:cs typeface="Times New Roman" panose="02020603050405020304" pitchFamily="18" charset="0"/>
              </a:rPr>
              <a:t>(7,"tata");</a:t>
            </a:r>
          </a:p>
          <a:p>
            <a:pPr marL="0" indent="0">
              <a:buNone/>
            </a:pPr>
            <a:r>
              <a:rPr lang="en-IN" sz="2000" dirty="0">
                <a:latin typeface="Times New Roman" panose="02020603050405020304" pitchFamily="18" charset="0"/>
                <a:cs typeface="Times New Roman" panose="02020603050405020304" pitchFamily="18" charset="0"/>
              </a:rPr>
              <a:t>$display("after adding the car: %0p", bikes);</a:t>
            </a:r>
          </a:p>
          <a:p>
            <a:pPr marL="0" indent="0">
              <a:buNone/>
            </a:pPr>
            <a:r>
              <a:rPr lang="en-IN" sz="2000" dirty="0">
                <a:latin typeface="Times New Roman" panose="02020603050405020304" pitchFamily="18" charset="0"/>
                <a:cs typeface="Times New Roman" panose="02020603050405020304" pitchFamily="18" charset="0"/>
              </a:rPr>
              <a:t>$display("the last bike </a:t>
            </a:r>
            <a:r>
              <a:rPr lang="en-IN" sz="2000" dirty="0" err="1">
                <a:latin typeface="Times New Roman" panose="02020603050405020304" pitchFamily="18" charset="0"/>
                <a:cs typeface="Times New Roman" panose="02020603050405020304" pitchFamily="18" charset="0"/>
              </a:rPr>
              <a:t>i.e</a:t>
            </a:r>
            <a:r>
              <a:rPr lang="en-IN" sz="2000" dirty="0">
                <a:latin typeface="Times New Roman" panose="02020603050405020304" pitchFamily="18" charset="0"/>
                <a:cs typeface="Times New Roman" panose="02020603050405020304" pitchFamily="18" charset="0"/>
              </a:rPr>
              <a:t> %0s is removed : %0p", </a:t>
            </a:r>
            <a:r>
              <a:rPr lang="en-IN" sz="2000" dirty="0" err="1">
                <a:latin typeface="Times New Roman" panose="02020603050405020304" pitchFamily="18" charset="0"/>
                <a:cs typeface="Times New Roman" panose="02020603050405020304" pitchFamily="18" charset="0"/>
              </a:rPr>
              <a:t>bikes.pop_back</a:t>
            </a:r>
            <a:r>
              <a:rPr lang="en-IN" sz="2000" dirty="0">
                <a:latin typeface="Times New Roman" panose="02020603050405020304" pitchFamily="18" charset="0"/>
                <a:cs typeface="Times New Roman" panose="02020603050405020304" pitchFamily="18" charset="0"/>
              </a:rPr>
              <a:t>(), bikes);</a:t>
            </a:r>
          </a:p>
          <a:p>
            <a:pPr marL="0" indent="0">
              <a:buNone/>
            </a:pPr>
            <a:r>
              <a:rPr lang="en-IN" sz="2000" dirty="0">
                <a:latin typeface="Times New Roman" panose="02020603050405020304" pitchFamily="18" charset="0"/>
                <a:cs typeface="Times New Roman" panose="02020603050405020304" pitchFamily="18" charset="0"/>
              </a:rPr>
              <a:t>$display("removing the front bike </a:t>
            </a:r>
            <a:r>
              <a:rPr lang="en-IN" sz="2000" dirty="0" err="1">
                <a:latin typeface="Times New Roman" panose="02020603050405020304" pitchFamily="18" charset="0"/>
                <a:cs typeface="Times New Roman" panose="02020603050405020304" pitchFamily="18" charset="0"/>
              </a:rPr>
              <a:t>i.e</a:t>
            </a:r>
            <a:r>
              <a:rPr lang="en-IN" sz="2000" dirty="0">
                <a:latin typeface="Times New Roman" panose="02020603050405020304" pitchFamily="18" charset="0"/>
                <a:cs typeface="Times New Roman" panose="02020603050405020304" pitchFamily="18" charset="0"/>
              </a:rPr>
              <a:t> %0s is removed: %0p", </a:t>
            </a:r>
            <a:r>
              <a:rPr lang="en-IN" sz="2000" dirty="0" err="1">
                <a:latin typeface="Times New Roman" panose="02020603050405020304" pitchFamily="18" charset="0"/>
                <a:cs typeface="Times New Roman" panose="02020603050405020304" pitchFamily="18" charset="0"/>
              </a:rPr>
              <a:t>bikes.pop_front</a:t>
            </a:r>
            <a:r>
              <a:rPr lang="en-IN" sz="2000" dirty="0">
                <a:latin typeface="Times New Roman" panose="02020603050405020304" pitchFamily="18" charset="0"/>
                <a:cs typeface="Times New Roman" panose="02020603050405020304" pitchFamily="18" charset="0"/>
              </a:rPr>
              <a:t>(), bikes);</a:t>
            </a:r>
          </a:p>
          <a:p>
            <a:pPr marL="0" indent="0">
              <a:buNone/>
            </a:pPr>
            <a:r>
              <a:rPr lang="en-IN" sz="2000" dirty="0">
                <a:latin typeface="Times New Roman" panose="02020603050405020304" pitchFamily="18" charset="0"/>
                <a:cs typeface="Times New Roman" panose="02020603050405020304" pitchFamily="18" charset="0"/>
              </a:rPr>
              <a:t>end</a:t>
            </a:r>
          </a:p>
          <a:p>
            <a:pPr marL="0" indent="0">
              <a:buNone/>
            </a:pPr>
            <a:r>
              <a:rPr lang="en-IN" sz="2000" dirty="0">
                <a:latin typeface="Times New Roman" panose="02020603050405020304" pitchFamily="18" charset="0"/>
                <a:cs typeface="Times New Roman" panose="02020603050405020304" pitchFamily="18" charset="0"/>
              </a:rPr>
              <a:t>endmodule</a:t>
            </a:r>
          </a:p>
          <a:p>
            <a:endParaRPr lang="en-IN" sz="2000" dirty="0"/>
          </a:p>
        </p:txBody>
      </p:sp>
    </p:spTree>
    <p:extLst>
      <p:ext uri="{BB962C8B-B14F-4D97-AF65-F5344CB8AC3E}">
        <p14:creationId xmlns:p14="http://schemas.microsoft.com/office/powerpoint/2010/main" val="1933660809"/>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07432-9828-0654-C40A-198696C6456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44C6083D-8DD8-84D0-C5B3-CD3BC4CD93B3}"/>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Struct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SystemVerilog struct </a:t>
            </a:r>
            <a:r>
              <a:rPr lang="en-US" sz="2400" dirty="0">
                <a:highlight>
                  <a:srgbClr val="FFFF00"/>
                </a:highlight>
                <a:latin typeface="Times New Roman" panose="02020603050405020304" pitchFamily="18" charset="0"/>
                <a:cs typeface="Times New Roman" panose="02020603050405020304" pitchFamily="18" charset="0"/>
              </a:rPr>
              <a:t>groups the data types of multiple types</a:t>
            </a:r>
            <a:r>
              <a:rPr lang="en-US" sz="2400" dirty="0">
                <a:latin typeface="Times New Roman" panose="02020603050405020304" pitchFamily="18" charset="0"/>
                <a:cs typeface="Times New Roman" panose="02020603050405020304" pitchFamily="18" charset="0"/>
              </a:rPr>
              <a:t>. The entire group can be referenced as a </a:t>
            </a:r>
            <a:r>
              <a:rPr lang="en-US" sz="2400" dirty="0">
                <a:solidFill>
                  <a:srgbClr val="FF0000"/>
                </a:solidFill>
                <a:latin typeface="Times New Roman" panose="02020603050405020304" pitchFamily="18" charset="0"/>
                <a:cs typeface="Times New Roman" panose="02020603050405020304" pitchFamily="18" charset="0"/>
              </a:rPr>
              <a:t>whole</a:t>
            </a:r>
            <a:r>
              <a:rPr lang="en-US" sz="2400" dirty="0">
                <a:latin typeface="Times New Roman" panose="02020603050405020304" pitchFamily="18" charset="0"/>
                <a:cs typeface="Times New Roman" panose="02020603050405020304" pitchFamily="18" charset="0"/>
              </a:rPr>
              <a:t>, or the </a:t>
            </a:r>
            <a:r>
              <a:rPr lang="en-US" sz="2400" dirty="0">
                <a:solidFill>
                  <a:srgbClr val="FF0000"/>
                </a:solidFill>
                <a:latin typeface="Times New Roman" panose="02020603050405020304" pitchFamily="18" charset="0"/>
                <a:cs typeface="Times New Roman" panose="02020603050405020304" pitchFamily="18" charset="0"/>
              </a:rPr>
              <a:t>individual data </a:t>
            </a:r>
            <a:r>
              <a:rPr lang="en-US" sz="2400" dirty="0">
                <a:latin typeface="Times New Roman" panose="02020603050405020304" pitchFamily="18" charset="0"/>
                <a:cs typeface="Times New Roman" panose="02020603050405020304" pitchFamily="18" charset="0"/>
              </a:rPr>
              <a:t>type can be </a:t>
            </a:r>
            <a:r>
              <a:rPr lang="en-US" sz="2400" dirty="0">
                <a:solidFill>
                  <a:srgbClr val="FF0000"/>
                </a:solidFill>
                <a:latin typeface="Times New Roman" panose="02020603050405020304" pitchFamily="18" charset="0"/>
                <a:cs typeface="Times New Roman" panose="02020603050405020304" pitchFamily="18" charset="0"/>
              </a:rPr>
              <a:t>referenced by name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Types of Struct</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Packed Struct </a:t>
            </a:r>
            <a:r>
              <a:rPr lang="en-US" dirty="0">
                <a:latin typeface="Times New Roman" panose="02020603050405020304" pitchFamily="18" charset="0"/>
                <a:cs typeface="Times New Roman" panose="02020603050405020304" pitchFamily="18" charset="0"/>
              </a:rPr>
              <a:t>: </a:t>
            </a:r>
          </a:p>
          <a:p>
            <a:pPr lvl="3">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SystemVerilog Packed Struct defined with the keyword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Packed</a:t>
            </a:r>
            <a:r>
              <a:rPr lang="en-US" sz="2400" dirty="0">
                <a:latin typeface="Times New Roman" panose="02020603050405020304" pitchFamily="18" charset="0"/>
                <a:cs typeface="Times New Roman" panose="02020603050405020304" pitchFamily="18" charset="0"/>
              </a:rPr>
              <a:t> is referred as packed struct .Only packed data types and integer data types are allowed with in the packed struct.</a:t>
            </a:r>
          </a:p>
          <a:p>
            <a:pPr lvl="3">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a:t>
            </a:r>
          </a:p>
          <a:p>
            <a:pPr lvl="3">
              <a:buFont typeface="Wingdings" panose="05000000000000000000" pitchFamily="2" charset="2"/>
              <a:buChar char="v"/>
            </a:pPr>
            <a:r>
              <a:rPr lang="en-US" sz="2400" dirty="0">
                <a:solidFill>
                  <a:srgbClr val="FF0000"/>
                </a:solidFill>
                <a:latin typeface="Times New Roman" panose="02020603050405020304" pitchFamily="18" charset="0"/>
                <a:cs typeface="Times New Roman" panose="02020603050405020304" pitchFamily="18" charset="0"/>
              </a:rPr>
              <a:t>struct</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packed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logic</a:t>
            </a:r>
            <a:r>
              <a:rPr lang="en-US" sz="2400" dirty="0">
                <a:latin typeface="Times New Roman" panose="02020603050405020304" pitchFamily="18" charset="0"/>
                <a:cs typeface="Times New Roman" panose="02020603050405020304" pitchFamily="18" charset="0"/>
              </a:rPr>
              <a:t> [</a:t>
            </a:r>
            <a:r>
              <a:rPr lang="en-US" sz="2400" dirty="0">
                <a:solidFill>
                  <a:schemeClr val="accent4">
                    <a:lumMod val="75000"/>
                  </a:schemeClr>
                </a:solidFill>
                <a:latin typeface="Times New Roman" panose="02020603050405020304" pitchFamily="18" charset="0"/>
                <a:cs typeface="Times New Roman" panose="02020603050405020304" pitchFamily="18" charset="0"/>
              </a:rPr>
              <a:t>3:0</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alpha</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logic</a:t>
            </a:r>
            <a:r>
              <a:rPr lang="en-US" sz="2400" dirty="0">
                <a:latin typeface="Times New Roman" panose="02020603050405020304" pitchFamily="18" charset="0"/>
                <a:cs typeface="Times New Roman" panose="02020603050405020304" pitchFamily="18" charset="0"/>
              </a:rPr>
              <a:t> [</a:t>
            </a:r>
            <a:r>
              <a:rPr lang="en-US" sz="2400" dirty="0">
                <a:solidFill>
                  <a:schemeClr val="accent4">
                    <a:lumMod val="75000"/>
                  </a:schemeClr>
                </a:solidFill>
                <a:latin typeface="Times New Roman" panose="02020603050405020304" pitchFamily="18" charset="0"/>
                <a:cs typeface="Times New Roman" panose="02020603050405020304" pitchFamily="18" charset="0"/>
              </a:rPr>
              <a:t>2:0</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beta</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logic</a:t>
            </a:r>
            <a:r>
              <a:rPr lang="en-US" sz="2400" dirty="0">
                <a:latin typeface="Times New Roman" panose="02020603050405020304" pitchFamily="18" charset="0"/>
                <a:cs typeface="Times New Roman" panose="02020603050405020304" pitchFamily="18" charset="0"/>
              </a:rPr>
              <a:t> </a:t>
            </a:r>
            <a:r>
              <a:rPr lang="en-US" sz="2400" dirty="0" err="1">
                <a:solidFill>
                  <a:schemeClr val="accent5">
                    <a:lumMod val="75000"/>
                  </a:schemeClr>
                </a:solidFill>
                <a:latin typeface="Times New Roman" panose="02020603050405020304" pitchFamily="18" charset="0"/>
                <a:cs typeface="Times New Roman" panose="02020603050405020304" pitchFamily="18" charset="0"/>
              </a:rPr>
              <a:t>gama</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data</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7757829-C1CD-AC2C-8D0F-23667BD75236}"/>
              </a:ext>
            </a:extLst>
          </p:cNvPr>
          <p:cNvSpPr>
            <a:spLocks noGrp="1"/>
          </p:cNvSpPr>
          <p:nvPr>
            <p:ph type="dt" sz="half" idx="10"/>
          </p:nvPr>
        </p:nvSpPr>
        <p:spPr/>
        <p:txBody>
          <a:bodyPr/>
          <a:lstStyle/>
          <a:p>
            <a:fld id="{A433AA60-D366-42F4-9EB3-225A4FAA9BDA}" type="datetime1">
              <a:rPr lang="en-IN" smtClean="0"/>
              <a:pPr/>
              <a:t>31-10-2025</a:t>
            </a:fld>
            <a:endParaRPr lang="en-IN"/>
          </a:p>
        </p:txBody>
      </p:sp>
      <p:sp>
        <p:nvSpPr>
          <p:cNvPr id="5" name="Footer Placeholder 4">
            <a:extLst>
              <a:ext uri="{FF2B5EF4-FFF2-40B4-BE49-F238E27FC236}">
                <a16:creationId xmlns:a16="http://schemas.microsoft.com/office/drawing/2014/main" id="{BC1C6D1B-CC32-3655-0CE5-1D7D15F2C3F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BEEAA86-2912-481A-8A13-0FCF0EDFEC98}"/>
              </a:ext>
            </a:extLst>
          </p:cNvPr>
          <p:cNvSpPr>
            <a:spLocks noGrp="1"/>
          </p:cNvSpPr>
          <p:nvPr>
            <p:ph type="sldNum" sz="quarter" idx="12"/>
          </p:nvPr>
        </p:nvSpPr>
        <p:spPr/>
        <p:txBody>
          <a:bodyPr/>
          <a:lstStyle/>
          <a:p>
            <a:fld id="{56BB8B7D-B437-4E80-9B4F-EB7501C8BBDD}" type="slidenum">
              <a:rPr lang="en-IN" smtClean="0"/>
              <a:pPr/>
              <a:t>55</a:t>
            </a:fld>
            <a:endParaRPr lang="en-IN"/>
          </a:p>
        </p:txBody>
      </p:sp>
    </p:spTree>
    <p:extLst>
      <p:ext uri="{BB962C8B-B14F-4D97-AF65-F5344CB8AC3E}">
        <p14:creationId xmlns:p14="http://schemas.microsoft.com/office/powerpoint/2010/main" val="3193708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7A00-4B7F-F19D-93D6-18FFB837BED8}"/>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A34065D9-8733-49A5-E862-29BDB7E6C835}"/>
              </a:ext>
            </a:extLst>
          </p:cNvPr>
          <p:cNvSpPr>
            <a:spLocks noGrp="1"/>
          </p:cNvSpPr>
          <p:nvPr>
            <p:ph idx="1"/>
          </p:nvPr>
        </p:nvSpPr>
        <p:spPr>
          <a:xfrm>
            <a:off x="609600" y="1600201"/>
            <a:ext cx="10731910"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structer_both</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struct packed{</a:t>
            </a:r>
          </a:p>
          <a:p>
            <a:pPr marL="0" indent="0">
              <a:buNone/>
            </a:pPr>
            <a:r>
              <a:rPr lang="en-IN" sz="2000" dirty="0">
                <a:latin typeface="Times New Roman" panose="02020603050405020304" pitchFamily="18" charset="0"/>
                <a:cs typeface="Times New Roman" panose="02020603050405020304" pitchFamily="18" charset="0"/>
              </a:rPr>
              <a:t>            logic [3:0] alpha;</a:t>
            </a:r>
          </a:p>
          <a:p>
            <a:pPr marL="0" indent="0">
              <a:buNone/>
            </a:pPr>
            <a:r>
              <a:rPr lang="en-IN" sz="2000" dirty="0">
                <a:latin typeface="Times New Roman" panose="02020603050405020304" pitchFamily="18" charset="0"/>
                <a:cs typeface="Times New Roman" panose="02020603050405020304" pitchFamily="18" charset="0"/>
              </a:rPr>
              <a:t>              logic [2:0] beta;</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gama</a:t>
            </a:r>
            <a:r>
              <a:rPr lang="en-IN" sz="2000" dirty="0">
                <a:latin typeface="Times New Roman" panose="02020603050405020304" pitchFamily="18" charset="0"/>
                <a:cs typeface="Times New Roman" panose="02020603050405020304" pitchFamily="18" charset="0"/>
              </a:rPr>
              <a:t>;} data;</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data = 8'hAb;</a:t>
            </a:r>
          </a:p>
          <a:p>
            <a:pPr marL="0" indent="0">
              <a:buNone/>
            </a:pPr>
            <a:r>
              <a:rPr lang="en-IN" sz="2000" dirty="0">
                <a:latin typeface="Times New Roman" panose="02020603050405020304" pitchFamily="18" charset="0"/>
                <a:cs typeface="Times New Roman" panose="02020603050405020304" pitchFamily="18" charset="0"/>
              </a:rPr>
              <a:t>$display("the data is given at a time to all </a:t>
            </a:r>
            <a:r>
              <a:rPr lang="en-IN" sz="2000" dirty="0" err="1">
                <a:latin typeface="Times New Roman" panose="02020603050405020304" pitchFamily="18" charset="0"/>
                <a:cs typeface="Times New Roman" panose="02020603050405020304" pitchFamily="18" charset="0"/>
              </a:rPr>
              <a:t>fileds</a:t>
            </a:r>
            <a:r>
              <a:rPr lang="en-IN" sz="2000" dirty="0">
                <a:latin typeface="Times New Roman" panose="02020603050405020304" pitchFamily="18" charset="0"/>
                <a:cs typeface="Times New Roman" panose="02020603050405020304" pitchFamily="18" charset="0"/>
              </a:rPr>
              <a:t> as the it is a packed structure : %0h and each file can be seen as a: %0h| b: %0b | g: %0b", data, </a:t>
            </a:r>
            <a:r>
              <a:rPr lang="en-IN" sz="2000" dirty="0" err="1">
                <a:latin typeface="Times New Roman" panose="02020603050405020304" pitchFamily="18" charset="0"/>
                <a:cs typeface="Times New Roman" panose="02020603050405020304" pitchFamily="18" charset="0"/>
              </a:rPr>
              <a:t>data.alpha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data.beta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data.gama</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end</a:t>
            </a:r>
          </a:p>
          <a:p>
            <a:pPr marL="0" indent="0">
              <a:buNone/>
            </a:pPr>
            <a:r>
              <a:rPr lang="en-IN" sz="2000" dirty="0">
                <a:latin typeface="Times New Roman" panose="02020603050405020304" pitchFamily="18" charset="0"/>
                <a:cs typeface="Times New Roman" panose="02020603050405020304" pitchFamily="18" charset="0"/>
              </a:rPr>
              <a:t>endmodule</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D839D4-4E9D-631A-9937-0AB6D0017A6B}"/>
              </a:ext>
            </a:extLst>
          </p:cNvPr>
          <p:cNvSpPr>
            <a:spLocks noGrp="1"/>
          </p:cNvSpPr>
          <p:nvPr>
            <p:ph type="dt" sz="half" idx="10"/>
          </p:nvPr>
        </p:nvSpPr>
        <p:spPr/>
        <p:txBody>
          <a:bodyPr/>
          <a:lstStyle/>
          <a:p>
            <a:fld id="{812B7851-18AD-4B26-BFCC-8BCA50181F28}" type="datetime1">
              <a:rPr lang="en-IN" smtClean="0"/>
              <a:pPr/>
              <a:t>31-10-2025</a:t>
            </a:fld>
            <a:endParaRPr lang="en-IN"/>
          </a:p>
        </p:txBody>
      </p:sp>
      <p:sp>
        <p:nvSpPr>
          <p:cNvPr id="5" name="Footer Placeholder 4">
            <a:extLst>
              <a:ext uri="{FF2B5EF4-FFF2-40B4-BE49-F238E27FC236}">
                <a16:creationId xmlns:a16="http://schemas.microsoft.com/office/drawing/2014/main" id="{35FCF2A9-6BE1-F537-7F41-1F3308B5884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FFC9ECC-9D8D-1BFC-5EAE-928359113C05}"/>
              </a:ext>
            </a:extLst>
          </p:cNvPr>
          <p:cNvSpPr>
            <a:spLocks noGrp="1"/>
          </p:cNvSpPr>
          <p:nvPr>
            <p:ph type="sldNum" sz="quarter" idx="12"/>
          </p:nvPr>
        </p:nvSpPr>
        <p:spPr/>
        <p:txBody>
          <a:bodyPr/>
          <a:lstStyle/>
          <a:p>
            <a:fld id="{56BB8B7D-B437-4E80-9B4F-EB7501C8BBDD}" type="slidenum">
              <a:rPr lang="en-IN" smtClean="0"/>
              <a:pPr/>
              <a:t>56</a:t>
            </a:fld>
            <a:endParaRPr lang="en-IN"/>
          </a:p>
        </p:txBody>
      </p:sp>
    </p:spTree>
    <p:extLst>
      <p:ext uri="{BB962C8B-B14F-4D97-AF65-F5344CB8AC3E}">
        <p14:creationId xmlns:p14="http://schemas.microsoft.com/office/powerpoint/2010/main" val="317990360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B9BD-AB9D-C2A5-A5E0-78F07E4EA4A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6493276-B21E-ECB9-2174-5F73C1C501FB}"/>
              </a:ext>
            </a:extLst>
          </p:cNvPr>
          <p:cNvSpPr>
            <a:spLocks noGrp="1"/>
          </p:cNvSpPr>
          <p:nvPr>
            <p:ph idx="1"/>
          </p:nvPr>
        </p:nvSpPr>
        <p:spPr/>
        <p:txBody>
          <a:bodyPr/>
          <a:lstStyle/>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Unpacked Struct :</a:t>
            </a:r>
          </a:p>
          <a:p>
            <a:pPr lvl="3">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SystemVerilog  </a:t>
            </a:r>
            <a:r>
              <a:rPr lang="en-US" sz="2400" dirty="0" err="1">
                <a:latin typeface="Times New Roman" panose="02020603050405020304" pitchFamily="18" charset="0"/>
                <a:cs typeface="Times New Roman" panose="02020603050405020304" pitchFamily="18" charset="0"/>
              </a:rPr>
              <a:t>UnPacked</a:t>
            </a:r>
            <a:r>
              <a:rPr lang="en-US" sz="2400" dirty="0">
                <a:latin typeface="Times New Roman" panose="02020603050405020304" pitchFamily="18" charset="0"/>
                <a:cs typeface="Times New Roman" panose="02020603050405020304" pitchFamily="18" charset="0"/>
              </a:rPr>
              <a:t> Struct </a:t>
            </a:r>
            <a:r>
              <a:rPr lang="en-US" sz="2400" dirty="0">
                <a:highlight>
                  <a:srgbClr val="FFFF00"/>
                </a:highlight>
                <a:latin typeface="Times New Roman" panose="02020603050405020304" pitchFamily="18" charset="0"/>
                <a:cs typeface="Times New Roman" panose="02020603050405020304" pitchFamily="18" charset="0"/>
              </a:rPr>
              <a:t>By default struct is of Unpacked type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struct without </a:t>
            </a:r>
            <a:r>
              <a:rPr lang="en-US" sz="2400" dirty="0">
                <a:solidFill>
                  <a:srgbClr val="FF0000"/>
                </a:solidFill>
                <a:latin typeface="Times New Roman" panose="02020603050405020304" pitchFamily="18" charset="0"/>
                <a:cs typeface="Times New Roman" panose="02020603050405020304" pitchFamily="18" charset="0"/>
              </a:rPr>
              <a:t>Packed</a:t>
            </a:r>
            <a:r>
              <a:rPr lang="en-US" sz="2400" dirty="0">
                <a:latin typeface="Times New Roman" panose="02020603050405020304" pitchFamily="18" charset="0"/>
                <a:cs typeface="Times New Roman" panose="02020603050405020304" pitchFamily="18" charset="0"/>
              </a:rPr>
              <a:t> keyword.</a:t>
            </a:r>
          </a:p>
          <a:p>
            <a:pPr lvl="3">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Example </a:t>
            </a:r>
          </a:p>
          <a:p>
            <a:pPr lvl="4">
              <a:buFont typeface="Wingdings" panose="05000000000000000000" pitchFamily="2" charset="2"/>
              <a:buChar char="v"/>
            </a:pPr>
            <a:r>
              <a:rPr lang="en-US" sz="2400" dirty="0">
                <a:solidFill>
                  <a:srgbClr val="FF0000"/>
                </a:solidFill>
                <a:latin typeface="Times New Roman" panose="02020603050405020304" pitchFamily="18" charset="0"/>
                <a:cs typeface="Times New Roman" panose="02020603050405020304" pitchFamily="18" charset="0"/>
              </a:rPr>
              <a:t>struct</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byte</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bit</a:t>
            </a:r>
            <a:r>
              <a:rPr lang="en-US" sz="2400" dirty="0">
                <a:latin typeface="Times New Roman" panose="02020603050405020304" pitchFamily="18" charset="0"/>
                <a:cs typeface="Times New Roman" panose="02020603050405020304" pitchFamily="18" charset="0"/>
              </a:rPr>
              <a:t>[7:0]</a:t>
            </a:r>
            <a:r>
              <a:rPr lang="en-US" sz="2400" dirty="0">
                <a:solidFill>
                  <a:schemeClr val="accent5">
                    <a:lumMod val="75000"/>
                  </a:schemeClr>
                </a:solidFill>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data</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639B7FD-F4E3-A8DF-20C1-F7395B7F9B78}"/>
              </a:ext>
            </a:extLst>
          </p:cNvPr>
          <p:cNvSpPr>
            <a:spLocks noGrp="1"/>
          </p:cNvSpPr>
          <p:nvPr>
            <p:ph type="dt" sz="half" idx="10"/>
          </p:nvPr>
        </p:nvSpPr>
        <p:spPr/>
        <p:txBody>
          <a:bodyPr/>
          <a:lstStyle/>
          <a:p>
            <a:fld id="{F2E314C0-FAD2-4928-A23D-F625C2C0D9FC}" type="datetime1">
              <a:rPr lang="en-IN" smtClean="0"/>
              <a:pPr/>
              <a:t>31-10-2025</a:t>
            </a:fld>
            <a:endParaRPr lang="en-IN"/>
          </a:p>
        </p:txBody>
      </p:sp>
      <p:sp>
        <p:nvSpPr>
          <p:cNvPr id="6" name="Footer Placeholder 5">
            <a:extLst>
              <a:ext uri="{FF2B5EF4-FFF2-40B4-BE49-F238E27FC236}">
                <a16:creationId xmlns:a16="http://schemas.microsoft.com/office/drawing/2014/main" id="{EFB85F7B-2E8B-EA0D-EF2D-4A6B0AA8F8A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B4950B1-0835-D06E-B0D4-96BE49C29C6A}"/>
              </a:ext>
            </a:extLst>
          </p:cNvPr>
          <p:cNvSpPr>
            <a:spLocks noGrp="1"/>
          </p:cNvSpPr>
          <p:nvPr>
            <p:ph type="sldNum" sz="quarter" idx="12"/>
          </p:nvPr>
        </p:nvSpPr>
        <p:spPr/>
        <p:txBody>
          <a:bodyPr/>
          <a:lstStyle/>
          <a:p>
            <a:fld id="{56BB8B7D-B437-4E80-9B4F-EB7501C8BBDD}" type="slidenum">
              <a:rPr lang="en-IN" smtClean="0"/>
              <a:pPr/>
              <a:t>57</a:t>
            </a:fld>
            <a:endParaRPr lang="en-IN"/>
          </a:p>
        </p:txBody>
      </p:sp>
      <p:pic>
        <p:nvPicPr>
          <p:cNvPr id="5" name="Picture 4">
            <a:extLst>
              <a:ext uri="{FF2B5EF4-FFF2-40B4-BE49-F238E27FC236}">
                <a16:creationId xmlns:a16="http://schemas.microsoft.com/office/drawing/2014/main" id="{823D2D2A-068A-F330-374E-518CF94424A7}"/>
              </a:ext>
            </a:extLst>
          </p:cNvPr>
          <p:cNvPicPr>
            <a:picLocks noChangeAspect="1"/>
          </p:cNvPicPr>
          <p:nvPr/>
        </p:nvPicPr>
        <p:blipFill>
          <a:blip r:embed="rId2"/>
          <a:stretch>
            <a:fillRect/>
          </a:stretch>
        </p:blipFill>
        <p:spPr>
          <a:xfrm>
            <a:off x="2669458" y="3967316"/>
            <a:ext cx="6002593" cy="1497026"/>
          </a:xfrm>
          <a:prstGeom prst="rect">
            <a:avLst/>
          </a:prstGeom>
        </p:spPr>
      </p:pic>
    </p:spTree>
    <p:extLst>
      <p:ext uri="{BB962C8B-B14F-4D97-AF65-F5344CB8AC3E}">
        <p14:creationId xmlns:p14="http://schemas.microsoft.com/office/powerpoint/2010/main" val="1619209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C72A2-AC6E-DB6B-364C-1F7A04A5E824}"/>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109B3D1B-36BB-7364-ECDD-BC0F1434AC3C}"/>
              </a:ext>
            </a:extLst>
          </p:cNvPr>
          <p:cNvSpPr>
            <a:spLocks noGrp="1"/>
          </p:cNvSpPr>
          <p:nvPr>
            <p:ph idx="1"/>
          </p:nvPr>
        </p:nvSpPr>
        <p:spPr>
          <a:xfrm>
            <a:off x="218768" y="1121439"/>
            <a:ext cx="11754464" cy="5234914"/>
          </a:xfrm>
        </p:spPr>
        <p:txBody>
          <a:bodyPr>
            <a:normAutofit/>
          </a:bodyPr>
          <a:lstStyle/>
          <a:p>
            <a:pPr marL="1076325"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structer_both</a:t>
            </a:r>
            <a:r>
              <a:rPr lang="en-IN" sz="2000" dirty="0">
                <a:latin typeface="Times New Roman" panose="02020603050405020304" pitchFamily="18" charset="0"/>
                <a:cs typeface="Times New Roman" panose="02020603050405020304" pitchFamily="18" charset="0"/>
              </a:rPr>
              <a:t>();</a:t>
            </a:r>
          </a:p>
          <a:p>
            <a:pPr marL="1076325" indent="0">
              <a:buNone/>
            </a:pPr>
            <a:r>
              <a:rPr lang="en-IN" sz="2000" dirty="0">
                <a:latin typeface="Times New Roman" panose="02020603050405020304" pitchFamily="18" charset="0"/>
                <a:cs typeface="Times New Roman" panose="02020603050405020304" pitchFamily="18" charset="0"/>
              </a:rPr>
              <a:t>struct {</a:t>
            </a:r>
          </a:p>
          <a:p>
            <a:pPr marL="1076325" indent="0">
              <a:buNone/>
            </a:pPr>
            <a:r>
              <a:rPr lang="en-IN" sz="2000" dirty="0">
                <a:latin typeface="Times New Roman" panose="02020603050405020304" pitchFamily="18" charset="0"/>
                <a:cs typeface="Times New Roman" panose="02020603050405020304" pitchFamily="18" charset="0"/>
              </a:rPr>
              <a:t>        logic [3:0] alpha;</a:t>
            </a:r>
          </a:p>
          <a:p>
            <a:pPr marL="1076325" indent="0">
              <a:buNone/>
            </a:pPr>
            <a:r>
              <a:rPr lang="en-IN" sz="2000" dirty="0">
                <a:latin typeface="Times New Roman" panose="02020603050405020304" pitchFamily="18" charset="0"/>
                <a:cs typeface="Times New Roman" panose="02020603050405020304" pitchFamily="18" charset="0"/>
              </a:rPr>
              <a:t>        logic [2:0] beta;</a:t>
            </a:r>
          </a:p>
          <a:p>
            <a:pPr marL="1076325"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gama</a:t>
            </a:r>
            <a:r>
              <a:rPr lang="en-IN" sz="2000" dirty="0">
                <a:latin typeface="Times New Roman" panose="02020603050405020304" pitchFamily="18" charset="0"/>
                <a:cs typeface="Times New Roman" panose="02020603050405020304" pitchFamily="18" charset="0"/>
              </a:rPr>
              <a:t>;</a:t>
            </a:r>
          </a:p>
          <a:p>
            <a:pPr marL="1076325" indent="0">
              <a:buNone/>
            </a:pPr>
            <a:r>
              <a:rPr lang="en-IN" sz="2000" dirty="0">
                <a:latin typeface="Times New Roman" panose="02020603050405020304" pitchFamily="18" charset="0"/>
                <a:cs typeface="Times New Roman" panose="02020603050405020304" pitchFamily="18" charset="0"/>
              </a:rPr>
              <a:t>        } data;</a:t>
            </a:r>
          </a:p>
          <a:p>
            <a:pPr marL="1076325" indent="0">
              <a:buNone/>
            </a:pPr>
            <a:r>
              <a:rPr lang="en-IN" sz="2000" dirty="0">
                <a:latin typeface="Times New Roman" panose="02020603050405020304" pitchFamily="18" charset="0"/>
                <a:cs typeface="Times New Roman" panose="02020603050405020304" pitchFamily="18" charset="0"/>
              </a:rPr>
              <a:t>initial begin    </a:t>
            </a:r>
          </a:p>
          <a:p>
            <a:pPr marL="1076325"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data.alpha</a:t>
            </a:r>
            <a:r>
              <a:rPr lang="en-IN" sz="2000" dirty="0">
                <a:latin typeface="Times New Roman" panose="02020603050405020304" pitchFamily="18" charset="0"/>
                <a:cs typeface="Times New Roman" panose="02020603050405020304" pitchFamily="18" charset="0"/>
              </a:rPr>
              <a:t> = 4'hA;</a:t>
            </a:r>
          </a:p>
          <a:p>
            <a:pPr marL="1076325"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data.beta</a:t>
            </a:r>
            <a:r>
              <a:rPr lang="en-IN" sz="2000" dirty="0">
                <a:latin typeface="Times New Roman" panose="02020603050405020304" pitchFamily="18" charset="0"/>
                <a:cs typeface="Times New Roman" panose="02020603050405020304" pitchFamily="18" charset="0"/>
              </a:rPr>
              <a:t> = 3'b101;</a:t>
            </a:r>
          </a:p>
          <a:p>
            <a:pPr marL="1076325"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data.gama</a:t>
            </a:r>
            <a:r>
              <a:rPr lang="en-IN" sz="2000" dirty="0">
                <a:latin typeface="Times New Roman" panose="02020603050405020304" pitchFamily="18" charset="0"/>
                <a:cs typeface="Times New Roman" panose="02020603050405020304" pitchFamily="18" charset="0"/>
              </a:rPr>
              <a:t> = 1'b1;</a:t>
            </a:r>
          </a:p>
          <a:p>
            <a:pPr marL="1076325" indent="0">
              <a:buNone/>
            </a:pPr>
            <a:r>
              <a:rPr lang="en-IN" sz="2000" dirty="0">
                <a:latin typeface="Times New Roman" panose="02020603050405020304" pitchFamily="18" charset="0"/>
                <a:cs typeface="Times New Roman" panose="02020603050405020304" pitchFamily="18" charset="0"/>
              </a:rPr>
              <a:t>   $display("In </a:t>
            </a:r>
            <a:r>
              <a:rPr lang="en-IN" sz="2000" dirty="0" err="1">
                <a:latin typeface="Times New Roman" panose="02020603050405020304" pitchFamily="18" charset="0"/>
                <a:cs typeface="Times New Roman" panose="02020603050405020304" pitchFamily="18" charset="0"/>
              </a:rPr>
              <a:t>unpaked</a:t>
            </a:r>
            <a:r>
              <a:rPr lang="en-IN" sz="2000" dirty="0">
                <a:latin typeface="Times New Roman" panose="02020603050405020304" pitchFamily="18" charset="0"/>
                <a:cs typeface="Times New Roman" panose="02020603050405020304" pitchFamily="18" charset="0"/>
              </a:rPr>
              <a:t> each data filed is given data </a:t>
            </a:r>
            <a:r>
              <a:rPr lang="en-IN" sz="2000" dirty="0" err="1">
                <a:latin typeface="Times New Roman" panose="02020603050405020304" pitchFamily="18" charset="0"/>
                <a:cs typeface="Times New Roman" panose="02020603050405020304" pitchFamily="18" charset="0"/>
              </a:rPr>
              <a:t>seprately</a:t>
            </a:r>
            <a:r>
              <a:rPr lang="en-IN" sz="2000" dirty="0">
                <a:latin typeface="Times New Roman" panose="02020603050405020304" pitchFamily="18" charset="0"/>
                <a:cs typeface="Times New Roman" panose="02020603050405020304" pitchFamily="18" charset="0"/>
              </a:rPr>
              <a:t> as it has </a:t>
            </a:r>
            <a:r>
              <a:rPr lang="en-IN" sz="2000" dirty="0" err="1">
                <a:latin typeface="Times New Roman" panose="02020603050405020304" pitchFamily="18" charset="0"/>
                <a:cs typeface="Times New Roman" panose="02020603050405020304" pitchFamily="18" charset="0"/>
              </a:rPr>
              <a:t>seprate</a:t>
            </a:r>
            <a:r>
              <a:rPr lang="en-IN" sz="2000" dirty="0">
                <a:latin typeface="Times New Roman" panose="02020603050405020304" pitchFamily="18" charset="0"/>
                <a:cs typeface="Times New Roman" panose="02020603050405020304" pitchFamily="18" charset="0"/>
              </a:rPr>
              <a:t> memory allocation \n %0b </a:t>
            </a:r>
            <a:r>
              <a:rPr lang="en-IN" sz="2000" dirty="0" err="1">
                <a:latin typeface="Times New Roman" panose="02020603050405020304" pitchFamily="18" charset="0"/>
                <a:cs typeface="Times New Roman" panose="02020603050405020304" pitchFamily="18" charset="0"/>
              </a:rPr>
              <a:t>data.a</a:t>
            </a:r>
            <a:r>
              <a:rPr lang="en-IN" sz="2000" dirty="0">
                <a:latin typeface="Times New Roman" panose="02020603050405020304" pitchFamily="18" charset="0"/>
                <a:cs typeface="Times New Roman" panose="02020603050405020304" pitchFamily="18" charset="0"/>
              </a:rPr>
              <a:t> %0h| </a:t>
            </a:r>
            <a:r>
              <a:rPr lang="en-IN" sz="2000" dirty="0" err="1">
                <a:latin typeface="Times New Roman" panose="02020603050405020304" pitchFamily="18" charset="0"/>
                <a:cs typeface="Times New Roman" panose="02020603050405020304" pitchFamily="18" charset="0"/>
              </a:rPr>
              <a:t>data.b</a:t>
            </a:r>
            <a:r>
              <a:rPr lang="en-IN" sz="2000" dirty="0">
                <a:latin typeface="Times New Roman" panose="02020603050405020304" pitchFamily="18" charset="0"/>
                <a:cs typeface="Times New Roman" panose="02020603050405020304" pitchFamily="18" charset="0"/>
              </a:rPr>
              <a:t>: %0b| </a:t>
            </a:r>
            <a:r>
              <a:rPr lang="en-IN" sz="2000" dirty="0" err="1">
                <a:latin typeface="Times New Roman" panose="02020603050405020304" pitchFamily="18" charset="0"/>
                <a:cs typeface="Times New Roman" panose="02020603050405020304" pitchFamily="18" charset="0"/>
              </a:rPr>
              <a:t>data.c</a:t>
            </a:r>
            <a:r>
              <a:rPr lang="en-IN" sz="2000" dirty="0">
                <a:latin typeface="Times New Roman" panose="02020603050405020304" pitchFamily="18" charset="0"/>
                <a:cs typeface="Times New Roman" panose="02020603050405020304" pitchFamily="18" charset="0"/>
              </a:rPr>
              <a:t>: %0b",data,data.alpha, </a:t>
            </a:r>
            <a:r>
              <a:rPr lang="en-IN" sz="2000" dirty="0" err="1">
                <a:latin typeface="Times New Roman" panose="02020603050405020304" pitchFamily="18" charset="0"/>
                <a:cs typeface="Times New Roman" panose="02020603050405020304" pitchFamily="18" charset="0"/>
              </a:rPr>
              <a:t>data.beta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data.gama</a:t>
            </a:r>
            <a:r>
              <a:rPr lang="en-IN" sz="2000" dirty="0">
                <a:latin typeface="Times New Roman" panose="02020603050405020304" pitchFamily="18" charset="0"/>
                <a:cs typeface="Times New Roman" panose="02020603050405020304" pitchFamily="18" charset="0"/>
              </a:rPr>
              <a:t>);      </a:t>
            </a:r>
          </a:p>
          <a:p>
            <a:pPr marL="1076325" indent="0">
              <a:buNone/>
            </a:pPr>
            <a:r>
              <a:rPr lang="en-IN" sz="2000" dirty="0">
                <a:latin typeface="Times New Roman" panose="02020603050405020304" pitchFamily="18" charset="0"/>
                <a:cs typeface="Times New Roman" panose="02020603050405020304" pitchFamily="18" charset="0"/>
              </a:rPr>
              <a:t>end        </a:t>
            </a:r>
          </a:p>
          <a:p>
            <a:pPr marL="1076325" indent="0">
              <a:buNone/>
            </a:pPr>
            <a:r>
              <a:rPr lang="en-IN" sz="2000" dirty="0">
                <a:latin typeface="Times New Roman" panose="02020603050405020304" pitchFamily="18" charset="0"/>
                <a:cs typeface="Times New Roman" panose="02020603050405020304" pitchFamily="18" charset="0"/>
              </a:rPr>
              <a:t>endmodule</a:t>
            </a:r>
          </a:p>
        </p:txBody>
      </p:sp>
      <p:sp>
        <p:nvSpPr>
          <p:cNvPr id="4" name="Date Placeholder 3">
            <a:extLst>
              <a:ext uri="{FF2B5EF4-FFF2-40B4-BE49-F238E27FC236}">
                <a16:creationId xmlns:a16="http://schemas.microsoft.com/office/drawing/2014/main" id="{CC569306-7E68-3BCF-D968-FED1D315F7F8}"/>
              </a:ext>
            </a:extLst>
          </p:cNvPr>
          <p:cNvSpPr>
            <a:spLocks noGrp="1"/>
          </p:cNvSpPr>
          <p:nvPr>
            <p:ph type="dt" sz="half" idx="10"/>
          </p:nvPr>
        </p:nvSpPr>
        <p:spPr/>
        <p:txBody>
          <a:bodyPr/>
          <a:lstStyle/>
          <a:p>
            <a:fld id="{FF1546AB-6E03-4393-9399-485D1B6E6ABC}" type="datetime1">
              <a:rPr lang="en-IN" smtClean="0"/>
              <a:pPr/>
              <a:t>31-10-2025</a:t>
            </a:fld>
            <a:endParaRPr lang="en-IN"/>
          </a:p>
        </p:txBody>
      </p:sp>
      <p:sp>
        <p:nvSpPr>
          <p:cNvPr id="5" name="Footer Placeholder 4">
            <a:extLst>
              <a:ext uri="{FF2B5EF4-FFF2-40B4-BE49-F238E27FC236}">
                <a16:creationId xmlns:a16="http://schemas.microsoft.com/office/drawing/2014/main" id="{C3716C3B-8105-43A8-5307-F52EE662C40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D900320-A82F-701E-086B-3E37E7BC23FB}"/>
              </a:ext>
            </a:extLst>
          </p:cNvPr>
          <p:cNvSpPr>
            <a:spLocks noGrp="1"/>
          </p:cNvSpPr>
          <p:nvPr>
            <p:ph type="sldNum" sz="quarter" idx="12"/>
          </p:nvPr>
        </p:nvSpPr>
        <p:spPr/>
        <p:txBody>
          <a:bodyPr/>
          <a:lstStyle/>
          <a:p>
            <a:fld id="{56BB8B7D-B437-4E80-9B4F-EB7501C8BBDD}" type="slidenum">
              <a:rPr lang="en-IN" smtClean="0"/>
              <a:pPr/>
              <a:t>58</a:t>
            </a:fld>
            <a:endParaRPr lang="en-IN"/>
          </a:p>
        </p:txBody>
      </p:sp>
    </p:spTree>
    <p:extLst>
      <p:ext uri="{BB962C8B-B14F-4D97-AF65-F5344CB8AC3E}">
        <p14:creationId xmlns:p14="http://schemas.microsoft.com/office/powerpoint/2010/main" val="345738781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27EE8-0093-9192-5A75-8A9CB997BFA3}"/>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9CD30912-56FA-9D49-D1D1-660396FFABA4}"/>
              </a:ext>
            </a:extLst>
          </p:cNvPr>
          <p:cNvSpPr>
            <a:spLocks noGrp="1"/>
          </p:cNvSpPr>
          <p:nvPr>
            <p:ph idx="1"/>
          </p:nvPr>
        </p:nvSpPr>
        <p:spPr/>
        <p:txBody>
          <a:bodyPr>
            <a:normAutofit fontScale="92500"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Union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union in SystemVerilog is a data structure that allows you to </a:t>
            </a:r>
            <a:r>
              <a:rPr lang="en-US" sz="2400" dirty="0">
                <a:highlight>
                  <a:srgbClr val="FFFF00"/>
                </a:highlight>
                <a:latin typeface="Times New Roman" panose="02020603050405020304" pitchFamily="18" charset="0"/>
                <a:cs typeface="Times New Roman" panose="02020603050405020304" pitchFamily="18" charset="0"/>
              </a:rPr>
              <a:t>store different data types in the same memory location</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Unlike a </a:t>
            </a:r>
            <a:r>
              <a:rPr lang="en-US" sz="2400" dirty="0">
                <a:solidFill>
                  <a:srgbClr val="FF0000"/>
                </a:solidFill>
                <a:latin typeface="Times New Roman" panose="02020603050405020304" pitchFamily="18" charset="0"/>
                <a:cs typeface="Times New Roman" panose="02020603050405020304" pitchFamily="18" charset="0"/>
              </a:rPr>
              <a:t>struct</a:t>
            </a:r>
            <a:r>
              <a:rPr lang="en-US" sz="2400" dirty="0">
                <a:latin typeface="Times New Roman" panose="02020603050405020304" pitchFamily="18" charset="0"/>
                <a:cs typeface="Times New Roman" panose="02020603050405020304" pitchFamily="18" charset="0"/>
              </a:rPr>
              <a:t>, where each member gets its </a:t>
            </a:r>
            <a:r>
              <a:rPr lang="en-US" sz="2400" dirty="0">
                <a:solidFill>
                  <a:srgbClr val="FF0000"/>
                </a:solidFill>
                <a:latin typeface="Times New Roman" panose="02020603050405020304" pitchFamily="18" charset="0"/>
                <a:cs typeface="Times New Roman" panose="02020603050405020304" pitchFamily="18" charset="0"/>
              </a:rPr>
              <a:t>own memory</a:t>
            </a:r>
            <a:r>
              <a:rPr lang="en-US" sz="2400" dirty="0">
                <a:latin typeface="Times New Roman" panose="02020603050405020304" pitchFamily="18" charset="0"/>
                <a:cs typeface="Times New Roman" panose="02020603050405020304" pitchFamily="18" charset="0"/>
              </a:rPr>
              <a:t>, a </a:t>
            </a:r>
            <a:r>
              <a:rPr lang="en-US" sz="2400" dirty="0">
                <a:solidFill>
                  <a:srgbClr val="FF0000"/>
                </a:solidFill>
                <a:latin typeface="Times New Roman" panose="02020603050405020304" pitchFamily="18" charset="0"/>
                <a:cs typeface="Times New Roman" panose="02020603050405020304" pitchFamily="18" charset="0"/>
              </a:rPr>
              <a:t>union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only allocates enough memory to store the largest member</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means that at any given time, a </a:t>
            </a:r>
            <a:r>
              <a:rPr lang="en-US" sz="2400" dirty="0">
                <a:solidFill>
                  <a:srgbClr val="FF0000"/>
                </a:solidFill>
                <a:latin typeface="Times New Roman" panose="02020603050405020304" pitchFamily="18" charset="0"/>
                <a:cs typeface="Times New Roman" panose="02020603050405020304" pitchFamily="18" charset="0"/>
              </a:rPr>
              <a:t>union can hold only one of its members</a:t>
            </a:r>
            <a:r>
              <a:rPr lang="en-US" sz="2400" dirty="0">
                <a:latin typeface="Times New Roman" panose="02020603050405020304" pitchFamily="18" charset="0"/>
                <a:cs typeface="Times New Roman" panose="02020603050405020304" pitchFamily="18" charset="0"/>
              </a:rPr>
              <a:t>, but it can be of </a:t>
            </a:r>
            <a:r>
              <a:rPr lang="en-US" sz="2400" dirty="0">
                <a:solidFill>
                  <a:srgbClr val="FF0000"/>
                </a:solidFill>
                <a:latin typeface="Times New Roman" panose="02020603050405020304" pitchFamily="18" charset="0"/>
                <a:cs typeface="Times New Roman" panose="02020603050405020304" pitchFamily="18" charset="0"/>
              </a:rPr>
              <a:t>different types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union {    </a:t>
            </a:r>
          </a:p>
          <a:p>
            <a:pPr marL="914400" lvl="2" indent="0">
              <a:buNone/>
            </a:pPr>
            <a:r>
              <a:rPr lang="en-US" dirty="0">
                <a:latin typeface="Times New Roman" panose="02020603050405020304" pitchFamily="18" charset="0"/>
                <a:cs typeface="Times New Roman" panose="02020603050405020304" pitchFamily="18" charset="0"/>
              </a:rPr>
              <a:t>	   logic [7:0] </a:t>
            </a:r>
            <a:r>
              <a:rPr lang="en-US" dirty="0" err="1">
                <a:latin typeface="Times New Roman" panose="02020603050405020304" pitchFamily="18" charset="0"/>
                <a:cs typeface="Times New Roman" panose="02020603050405020304" pitchFamily="18" charset="0"/>
              </a:rPr>
              <a:t>byte_data</a:t>
            </a:r>
            <a:r>
              <a:rPr lang="en-US" dirty="0">
                <a:latin typeface="Times New Roman" panose="02020603050405020304" pitchFamily="18" charset="0"/>
                <a:cs typeface="Times New Roman" panose="02020603050405020304" pitchFamily="18" charset="0"/>
              </a:rPr>
              <a:t>;   // 8-bit field   </a:t>
            </a:r>
          </a:p>
          <a:p>
            <a:pPr marL="914400" lvl="2" indent="0">
              <a:buNone/>
            </a:pPr>
            <a:r>
              <a:rPr lang="en-US" dirty="0">
                <a:latin typeface="Times New Roman" panose="02020603050405020304" pitchFamily="18" charset="0"/>
                <a:cs typeface="Times New Roman" panose="02020603050405020304" pitchFamily="18" charset="0"/>
              </a:rPr>
              <a:t>      	   int </a:t>
            </a:r>
            <a:r>
              <a:rPr lang="en-US" dirty="0" err="1">
                <a:latin typeface="Times New Roman" panose="02020603050405020304" pitchFamily="18" charset="0"/>
                <a:cs typeface="Times New Roman" panose="02020603050405020304" pitchFamily="18" charset="0"/>
              </a:rPr>
              <a:t>signed_data</a:t>
            </a:r>
            <a:r>
              <a:rPr lang="en-US" dirty="0">
                <a:latin typeface="Times New Roman" panose="02020603050405020304" pitchFamily="18" charset="0"/>
                <a:cs typeface="Times New Roman" panose="02020603050405020304" pitchFamily="18" charset="0"/>
              </a:rPr>
              <a:t>;         // 32-bit field   </a:t>
            </a:r>
          </a:p>
          <a:p>
            <a:pPr marL="914400" lvl="2" indent="0">
              <a:buNone/>
            </a:pPr>
            <a:r>
              <a:rPr lang="en-US" dirty="0">
                <a:latin typeface="Times New Roman" panose="02020603050405020304" pitchFamily="18" charset="0"/>
                <a:cs typeface="Times New Roman" panose="02020603050405020304" pitchFamily="18" charset="0"/>
              </a:rPr>
              <a:t>	   bit [15:0] </a:t>
            </a:r>
            <a:r>
              <a:rPr lang="en-US" dirty="0" err="1">
                <a:latin typeface="Times New Roman" panose="02020603050405020304" pitchFamily="18" charset="0"/>
                <a:cs typeface="Times New Roman" panose="02020603050405020304" pitchFamily="18" charset="0"/>
              </a:rPr>
              <a:t>short_data</a:t>
            </a:r>
            <a:r>
              <a:rPr lang="en-US" dirty="0">
                <a:latin typeface="Times New Roman" panose="02020603050405020304" pitchFamily="18" charset="0"/>
                <a:cs typeface="Times New Roman" panose="02020603050405020304" pitchFamily="18" charset="0"/>
              </a:rPr>
              <a:t>;   // 16-bit field} data;</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4841019-4CC6-C51D-7143-7453994E43FB}"/>
              </a:ext>
            </a:extLst>
          </p:cNvPr>
          <p:cNvSpPr>
            <a:spLocks noGrp="1"/>
          </p:cNvSpPr>
          <p:nvPr>
            <p:ph type="dt" sz="half" idx="10"/>
          </p:nvPr>
        </p:nvSpPr>
        <p:spPr/>
        <p:txBody>
          <a:bodyPr/>
          <a:lstStyle/>
          <a:p>
            <a:fld id="{B08F66E0-42DC-4F25-8958-88746B4E3C97}" type="datetime1">
              <a:rPr lang="en-IN" smtClean="0"/>
              <a:pPr/>
              <a:t>31-10-2025</a:t>
            </a:fld>
            <a:endParaRPr lang="en-IN"/>
          </a:p>
        </p:txBody>
      </p:sp>
      <p:sp>
        <p:nvSpPr>
          <p:cNvPr id="5" name="Footer Placeholder 4">
            <a:extLst>
              <a:ext uri="{FF2B5EF4-FFF2-40B4-BE49-F238E27FC236}">
                <a16:creationId xmlns:a16="http://schemas.microsoft.com/office/drawing/2014/main" id="{4CD580A1-1B11-95D7-BF2E-C6081E28D52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96BCE0F-C597-00C9-80BB-B4A50B0807E3}"/>
              </a:ext>
            </a:extLst>
          </p:cNvPr>
          <p:cNvSpPr>
            <a:spLocks noGrp="1"/>
          </p:cNvSpPr>
          <p:nvPr>
            <p:ph type="sldNum" sz="quarter" idx="12"/>
          </p:nvPr>
        </p:nvSpPr>
        <p:spPr/>
        <p:txBody>
          <a:bodyPr/>
          <a:lstStyle/>
          <a:p>
            <a:fld id="{56BB8B7D-B437-4E80-9B4F-EB7501C8BBDD}" type="slidenum">
              <a:rPr lang="en-IN" smtClean="0"/>
              <a:pPr/>
              <a:t>59</a:t>
            </a:fld>
            <a:endParaRPr lang="en-IN"/>
          </a:p>
        </p:txBody>
      </p:sp>
    </p:spTree>
    <p:extLst>
      <p:ext uri="{BB962C8B-B14F-4D97-AF65-F5344CB8AC3E}">
        <p14:creationId xmlns:p14="http://schemas.microsoft.com/office/powerpoint/2010/main" val="21188589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9E00D-DC11-2621-A227-324A52B6E273}"/>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7F5D07D2-46CA-E1D9-D1C4-A5432C282387}"/>
              </a:ext>
            </a:extLst>
          </p:cNvPr>
          <p:cNvSpPr>
            <a:spLocks noGrp="1"/>
          </p:cNvSpPr>
          <p:nvPr>
            <p:ph idx="1"/>
          </p:nvPr>
        </p:nvSpPr>
        <p:spPr/>
        <p:txBody>
          <a:bodyPr>
            <a:normAutofit lnSpcReduction="10000"/>
          </a:bodyPr>
          <a:lstStyle/>
          <a:p>
            <a:pPr marL="809625" indent="0">
              <a:buNone/>
            </a:pPr>
            <a:r>
              <a:rPr lang="en-IN" sz="2000" dirty="0">
                <a:latin typeface="Times New Roman" panose="02020603050405020304" pitchFamily="18" charset="0"/>
                <a:cs typeface="Times New Roman" panose="02020603050405020304" pitchFamily="18" charset="0"/>
              </a:rPr>
              <a:t>module Union();</a:t>
            </a:r>
          </a:p>
          <a:p>
            <a:pPr marL="809625" indent="0">
              <a:buNone/>
            </a:pPr>
            <a:r>
              <a:rPr lang="en-IN" sz="2000" dirty="0">
                <a:latin typeface="Times New Roman" panose="02020603050405020304" pitchFamily="18" charset="0"/>
                <a:cs typeface="Times New Roman" panose="02020603050405020304" pitchFamily="18" charset="0"/>
              </a:rPr>
              <a:t>union { logic [31:0] alpha;</a:t>
            </a:r>
          </a:p>
          <a:p>
            <a:pPr marL="809625" indent="0">
              <a:buNone/>
            </a:pPr>
            <a:r>
              <a:rPr lang="en-IN" sz="2000" dirty="0">
                <a:latin typeface="Times New Roman" panose="02020603050405020304" pitchFamily="18" charset="0"/>
                <a:cs typeface="Times New Roman" panose="02020603050405020304" pitchFamily="18" charset="0"/>
              </a:rPr>
              <a:t>        int beta;</a:t>
            </a:r>
          </a:p>
          <a:p>
            <a:pPr marL="809625"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shortint</a:t>
            </a:r>
            <a:r>
              <a:rPr lang="en-IN" sz="2000" dirty="0">
                <a:latin typeface="Times New Roman" panose="02020603050405020304" pitchFamily="18" charset="0"/>
                <a:cs typeface="Times New Roman" panose="02020603050405020304" pitchFamily="18" charset="0"/>
              </a:rPr>
              <a:t> gamma;} data;</a:t>
            </a:r>
          </a:p>
          <a:p>
            <a:pPr marL="809625" indent="0">
              <a:buNone/>
            </a:pPr>
            <a:r>
              <a:rPr lang="en-IN" sz="2000" dirty="0">
                <a:latin typeface="Times New Roman" panose="02020603050405020304" pitchFamily="18" charset="0"/>
                <a:cs typeface="Times New Roman" panose="02020603050405020304" pitchFamily="18" charset="0"/>
              </a:rPr>
              <a:t>initial begin</a:t>
            </a:r>
          </a:p>
          <a:p>
            <a:pPr marL="809625" indent="0">
              <a:buNone/>
            </a:pPr>
            <a:r>
              <a:rPr lang="en-IN" sz="2000" dirty="0" err="1">
                <a:latin typeface="Times New Roman" panose="02020603050405020304" pitchFamily="18" charset="0"/>
                <a:cs typeface="Times New Roman" panose="02020603050405020304" pitchFamily="18" charset="0"/>
              </a:rPr>
              <a:t>data.alpha</a:t>
            </a:r>
            <a:r>
              <a:rPr lang="en-IN" sz="2000" dirty="0">
                <a:latin typeface="Times New Roman" panose="02020603050405020304" pitchFamily="18" charset="0"/>
                <a:cs typeface="Times New Roman" panose="02020603050405020304" pitchFamily="18" charset="0"/>
              </a:rPr>
              <a:t> = 32'hABCDEF13;</a:t>
            </a:r>
          </a:p>
          <a:p>
            <a:pPr marL="809625" indent="0">
              <a:buNone/>
            </a:pPr>
            <a:r>
              <a:rPr lang="en-IN" sz="2000" dirty="0">
                <a:latin typeface="Times New Roman" panose="02020603050405020304" pitchFamily="18" charset="0"/>
                <a:cs typeface="Times New Roman" panose="02020603050405020304" pitchFamily="18" charset="0"/>
              </a:rPr>
              <a:t>$display("the stored data is: %0h and the alpha data is : %0h and the beta is %0h", </a:t>
            </a:r>
            <a:r>
              <a:rPr lang="en-IN" sz="2000" dirty="0" err="1">
                <a:latin typeface="Times New Roman" panose="02020603050405020304" pitchFamily="18" charset="0"/>
                <a:cs typeface="Times New Roman" panose="02020603050405020304" pitchFamily="18" charset="0"/>
              </a:rPr>
              <a:t>data,data.alpha,data.beta</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err="1">
                <a:latin typeface="Times New Roman" panose="02020603050405020304" pitchFamily="18" charset="0"/>
                <a:cs typeface="Times New Roman" panose="02020603050405020304" pitchFamily="18" charset="0"/>
              </a:rPr>
              <a:t>data.beta</a:t>
            </a:r>
            <a:r>
              <a:rPr lang="en-IN" sz="2000" dirty="0">
                <a:latin typeface="Times New Roman" panose="02020603050405020304" pitchFamily="18" charset="0"/>
                <a:cs typeface="Times New Roman" panose="02020603050405020304" pitchFamily="18" charset="0"/>
              </a:rPr>
              <a:t> = 32'h12CDEF13;</a:t>
            </a:r>
          </a:p>
          <a:p>
            <a:pPr marL="809625" indent="0">
              <a:buNone/>
            </a:pPr>
            <a:r>
              <a:rPr lang="en-IN" sz="2000" dirty="0">
                <a:latin typeface="Times New Roman" panose="02020603050405020304" pitchFamily="18" charset="0"/>
                <a:cs typeface="Times New Roman" panose="02020603050405020304" pitchFamily="18" charset="0"/>
              </a:rPr>
              <a:t>$display("the stored data is: %0h and the alpha data is : %0h and the beta is %0h", </a:t>
            </a:r>
            <a:r>
              <a:rPr lang="en-IN" sz="2000" dirty="0" err="1">
                <a:latin typeface="Times New Roman" panose="02020603050405020304" pitchFamily="18" charset="0"/>
                <a:cs typeface="Times New Roman" panose="02020603050405020304" pitchFamily="18" charset="0"/>
              </a:rPr>
              <a:t>data,data.alpha,data.beta</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a:latin typeface="Times New Roman" panose="02020603050405020304" pitchFamily="18" charset="0"/>
                <a:cs typeface="Times New Roman" panose="02020603050405020304" pitchFamily="18" charset="0"/>
              </a:rPr>
              <a:t>end</a:t>
            </a:r>
          </a:p>
          <a:p>
            <a:pPr marL="809625"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9A7105-F235-2253-6463-1E06F5027D7C}"/>
              </a:ext>
            </a:extLst>
          </p:cNvPr>
          <p:cNvSpPr>
            <a:spLocks noGrp="1"/>
          </p:cNvSpPr>
          <p:nvPr>
            <p:ph type="dt" sz="half" idx="10"/>
          </p:nvPr>
        </p:nvSpPr>
        <p:spPr/>
        <p:txBody>
          <a:bodyPr/>
          <a:lstStyle/>
          <a:p>
            <a:fld id="{9AF9EBB4-7D59-48D4-842E-BC65EDD550C6}" type="datetime1">
              <a:rPr lang="en-IN" smtClean="0"/>
              <a:pPr/>
              <a:t>31-10-2025</a:t>
            </a:fld>
            <a:endParaRPr lang="en-IN"/>
          </a:p>
        </p:txBody>
      </p:sp>
      <p:sp>
        <p:nvSpPr>
          <p:cNvPr id="5" name="Footer Placeholder 4">
            <a:extLst>
              <a:ext uri="{FF2B5EF4-FFF2-40B4-BE49-F238E27FC236}">
                <a16:creationId xmlns:a16="http://schemas.microsoft.com/office/drawing/2014/main" id="{9E70328C-A3C6-4B96-9C71-698F4C842FD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2E16020-6FE3-3930-0E14-B65A49A07248}"/>
              </a:ext>
            </a:extLst>
          </p:cNvPr>
          <p:cNvSpPr>
            <a:spLocks noGrp="1"/>
          </p:cNvSpPr>
          <p:nvPr>
            <p:ph type="sldNum" sz="quarter" idx="12"/>
          </p:nvPr>
        </p:nvSpPr>
        <p:spPr/>
        <p:txBody>
          <a:bodyPr/>
          <a:lstStyle/>
          <a:p>
            <a:fld id="{56BB8B7D-B437-4E80-9B4F-EB7501C8BBDD}" type="slidenum">
              <a:rPr lang="en-IN" smtClean="0"/>
              <a:pPr/>
              <a:t>60</a:t>
            </a:fld>
            <a:endParaRPr lang="en-IN"/>
          </a:p>
        </p:txBody>
      </p:sp>
    </p:spTree>
    <p:extLst>
      <p:ext uri="{BB962C8B-B14F-4D97-AF65-F5344CB8AC3E}">
        <p14:creationId xmlns:p14="http://schemas.microsoft.com/office/powerpoint/2010/main" val="158011598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A9221-595C-998B-8FA8-D823C1027CCD}"/>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647E168B-52A1-B6B1-2723-C3365F885D3B}"/>
              </a:ext>
            </a:extLst>
          </p:cNvPr>
          <p:cNvSpPr>
            <a:spLocks noGrp="1"/>
          </p:cNvSpPr>
          <p:nvPr>
            <p:ph idx="1"/>
          </p:nvPr>
        </p:nvSpPr>
        <p:spPr/>
        <p:txBody>
          <a:bodyPr/>
          <a:lstStyle/>
          <a:p>
            <a:pPr algn="just">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User Define Data Type</a:t>
            </a:r>
          </a:p>
          <a:p>
            <a:pPr lvl="1"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complex testbenches, some variable declarations may involve long or complex data-type specifications, or the </a:t>
            </a:r>
            <a:r>
              <a:rPr lang="en-US" sz="2400" dirty="0">
                <a:highlight>
                  <a:srgbClr val="FFFF00"/>
                </a:highlight>
                <a:latin typeface="Times New Roman" panose="02020603050405020304" pitchFamily="18" charset="0"/>
                <a:cs typeface="Times New Roman" panose="02020603050405020304" pitchFamily="18" charset="0"/>
              </a:rPr>
              <a:t>same data type might need to be used in multiple locations within the code</a:t>
            </a:r>
            <a:r>
              <a:rPr lang="en-US" sz="2400" dirty="0">
                <a:latin typeface="Times New Roman" panose="02020603050405020304" pitchFamily="18" charset="0"/>
                <a:cs typeface="Times New Roman" panose="02020603050405020304" pitchFamily="18" charset="0"/>
              </a:rPr>
              <a:t>. </a:t>
            </a:r>
          </a:p>
          <a:p>
            <a:pPr lvl="1"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simplify this, a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typedef</a:t>
            </a:r>
            <a:r>
              <a:rPr lang="en-US" sz="2400" dirty="0">
                <a:latin typeface="Times New Roman" panose="02020603050405020304" pitchFamily="18" charset="0"/>
                <a:cs typeface="Times New Roman" panose="02020603050405020304" pitchFamily="18" charset="0"/>
              </a:rPr>
              <a:t> can be used to create a user-defined name for an existing data type. This </a:t>
            </a:r>
            <a:r>
              <a:rPr lang="en-US" sz="2400" dirty="0">
                <a:solidFill>
                  <a:srgbClr val="FF0000"/>
                </a:solidFill>
                <a:latin typeface="Times New Roman" panose="02020603050405020304" pitchFamily="18" charset="0"/>
                <a:cs typeface="Times New Roman" panose="02020603050405020304" pitchFamily="18" charset="0"/>
              </a:rPr>
              <a:t>new name can then be used consistently throughout the code,</a:t>
            </a:r>
            <a:r>
              <a:rPr lang="en-US" sz="2400" dirty="0">
                <a:latin typeface="Times New Roman" panose="02020603050405020304" pitchFamily="18" charset="0"/>
                <a:cs typeface="Times New Roman" panose="02020603050405020304" pitchFamily="18" charset="0"/>
              </a:rPr>
              <a:t> making it easier to manage. </a:t>
            </a:r>
          </a:p>
          <a:p>
            <a:pPr lvl="1"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data type needs to be </a:t>
            </a:r>
            <a:r>
              <a:rPr lang="en-US" sz="2400" dirty="0">
                <a:solidFill>
                  <a:srgbClr val="FF0000"/>
                </a:solidFill>
                <a:latin typeface="Times New Roman" panose="02020603050405020304" pitchFamily="18" charset="0"/>
                <a:cs typeface="Times New Roman" panose="02020603050405020304" pitchFamily="18" charset="0"/>
              </a:rPr>
              <a:t>modified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only the typedef definition needs to be changed</a:t>
            </a:r>
            <a:r>
              <a:rPr lang="en-US" sz="2400" dirty="0">
                <a:latin typeface="Times New Roman" panose="02020603050405020304" pitchFamily="18" charset="0"/>
                <a:cs typeface="Times New Roman" panose="02020603050405020304" pitchFamily="18" charset="0"/>
              </a:rPr>
              <a:t>, rather than updating it in every place it is used, thus improving </a:t>
            </a:r>
            <a:r>
              <a:rPr lang="en-US" sz="2400" dirty="0">
                <a:solidFill>
                  <a:srgbClr val="FF0000"/>
                </a:solidFill>
                <a:latin typeface="Times New Roman" panose="02020603050405020304" pitchFamily="18" charset="0"/>
                <a:cs typeface="Times New Roman" panose="02020603050405020304" pitchFamily="18" charset="0"/>
              </a:rPr>
              <a:t>maintainability</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reducing errors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6F526BF-C0BD-0829-0A6C-A0CFEFF88F46}"/>
              </a:ext>
            </a:extLst>
          </p:cNvPr>
          <p:cNvSpPr>
            <a:spLocks noGrp="1"/>
          </p:cNvSpPr>
          <p:nvPr>
            <p:ph type="dt" sz="half" idx="10"/>
          </p:nvPr>
        </p:nvSpPr>
        <p:spPr/>
        <p:txBody>
          <a:bodyPr/>
          <a:lstStyle/>
          <a:p>
            <a:fld id="{ED8BA1C9-ACFE-443D-9830-373E211DF9FC}" type="datetime1">
              <a:rPr lang="en-IN" smtClean="0"/>
              <a:pPr/>
              <a:t>31-10-2025</a:t>
            </a:fld>
            <a:endParaRPr lang="en-IN"/>
          </a:p>
        </p:txBody>
      </p:sp>
      <p:sp>
        <p:nvSpPr>
          <p:cNvPr id="5" name="Footer Placeholder 4">
            <a:extLst>
              <a:ext uri="{FF2B5EF4-FFF2-40B4-BE49-F238E27FC236}">
                <a16:creationId xmlns:a16="http://schemas.microsoft.com/office/drawing/2014/main" id="{66BA63D5-DD46-51BE-8E86-252EB832182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F3F5155-7373-B32C-6E6C-8EB0CBCBA6C7}"/>
              </a:ext>
            </a:extLst>
          </p:cNvPr>
          <p:cNvSpPr>
            <a:spLocks noGrp="1"/>
          </p:cNvSpPr>
          <p:nvPr>
            <p:ph type="sldNum" sz="quarter" idx="12"/>
          </p:nvPr>
        </p:nvSpPr>
        <p:spPr/>
        <p:txBody>
          <a:bodyPr/>
          <a:lstStyle/>
          <a:p>
            <a:fld id="{56BB8B7D-B437-4E80-9B4F-EB7501C8BBDD}" type="slidenum">
              <a:rPr lang="en-IN" smtClean="0"/>
              <a:pPr/>
              <a:t>61</a:t>
            </a:fld>
            <a:endParaRPr lang="en-IN"/>
          </a:p>
        </p:txBody>
      </p:sp>
    </p:spTree>
    <p:extLst>
      <p:ext uri="{BB962C8B-B14F-4D97-AF65-F5344CB8AC3E}">
        <p14:creationId xmlns:p14="http://schemas.microsoft.com/office/powerpoint/2010/main" val="15672040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070D0-EB70-95FA-B857-3F640EF3DE9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225B425D-4356-1A76-CAD0-D6E03F9F0BF0}"/>
              </a:ext>
            </a:extLst>
          </p:cNvPr>
          <p:cNvSpPr>
            <a:spLocks noGrp="1"/>
          </p:cNvSpPr>
          <p:nvPr>
            <p:ph idx="1"/>
          </p:nvPr>
        </p:nvSpPr>
        <p:spPr/>
        <p:txBody>
          <a:bodyPr/>
          <a:lstStyle/>
          <a:p>
            <a:pPr lvl="1">
              <a:buFont typeface="Wingdings" panose="05000000000000000000" pitchFamily="2" charset="2"/>
              <a:buChar char="Ø"/>
            </a:pPr>
            <a:r>
              <a:rPr lang="en-US" dirty="0"/>
              <a:t>Example</a:t>
            </a:r>
          </a:p>
          <a:p>
            <a:pPr lvl="2">
              <a:buFont typeface="Wingdings" panose="05000000000000000000" pitchFamily="2" charset="2"/>
              <a:buChar char="Ø"/>
            </a:pPr>
            <a:r>
              <a:rPr lang="en-IN" dirty="0">
                <a:solidFill>
                  <a:srgbClr val="FF0000"/>
                </a:solidFill>
              </a:rPr>
              <a:t>typedef</a:t>
            </a:r>
            <a:r>
              <a:rPr lang="en-IN" dirty="0"/>
              <a:t> </a:t>
            </a:r>
            <a:r>
              <a:rPr lang="en-IN" dirty="0" err="1">
                <a:solidFill>
                  <a:srgbClr val="FF0000"/>
                </a:solidFill>
              </a:rPr>
              <a:t>enum</a:t>
            </a:r>
            <a:r>
              <a:rPr lang="en-IN" dirty="0"/>
              <a:t> {</a:t>
            </a:r>
            <a:r>
              <a:rPr lang="en-IN" dirty="0">
                <a:solidFill>
                  <a:schemeClr val="accent4">
                    <a:lumMod val="75000"/>
                  </a:schemeClr>
                </a:solidFill>
              </a:rPr>
              <a:t>RED, YELLOW, GREEN</a:t>
            </a:r>
            <a:r>
              <a:rPr lang="en-IN" dirty="0"/>
              <a:t>} </a:t>
            </a:r>
            <a:r>
              <a:rPr lang="en-IN" dirty="0" err="1">
                <a:solidFill>
                  <a:schemeClr val="accent5">
                    <a:lumMod val="75000"/>
                  </a:schemeClr>
                </a:solidFill>
              </a:rPr>
              <a:t>e</a:t>
            </a:r>
            <a:r>
              <a:rPr lang="en-IN" dirty="0" err="1"/>
              <a:t>_</a:t>
            </a:r>
            <a:r>
              <a:rPr lang="en-IN" dirty="0" err="1">
                <a:solidFill>
                  <a:schemeClr val="accent5">
                    <a:lumMod val="75000"/>
                  </a:schemeClr>
                </a:solidFill>
              </a:rPr>
              <a:t>light</a:t>
            </a:r>
            <a:r>
              <a:rPr lang="en-IN" dirty="0"/>
              <a:t>;</a:t>
            </a:r>
          </a:p>
          <a:p>
            <a:pPr lvl="2">
              <a:buFont typeface="Wingdings" panose="05000000000000000000" pitchFamily="2" charset="2"/>
              <a:buChar char="Ø"/>
            </a:pPr>
            <a:r>
              <a:rPr lang="en-IN" dirty="0">
                <a:solidFill>
                  <a:srgbClr val="FF0000"/>
                </a:solidFill>
              </a:rPr>
              <a:t>typedef</a:t>
            </a:r>
            <a:r>
              <a:rPr lang="en-IN" dirty="0"/>
              <a:t> </a:t>
            </a:r>
            <a:r>
              <a:rPr lang="en-IN" dirty="0">
                <a:solidFill>
                  <a:srgbClr val="FF0000"/>
                </a:solidFill>
              </a:rPr>
              <a:t>bit</a:t>
            </a:r>
            <a:r>
              <a:rPr lang="en-IN" dirty="0"/>
              <a:t> [</a:t>
            </a:r>
            <a:r>
              <a:rPr lang="en-IN" dirty="0">
                <a:solidFill>
                  <a:schemeClr val="accent4">
                    <a:lumMod val="75000"/>
                  </a:schemeClr>
                </a:solidFill>
              </a:rPr>
              <a:t>7:0</a:t>
            </a:r>
            <a:r>
              <a:rPr lang="en-IN" dirty="0"/>
              <a:t>] </a:t>
            </a:r>
            <a:r>
              <a:rPr lang="en-IN" dirty="0" err="1">
                <a:solidFill>
                  <a:schemeClr val="accent5">
                    <a:lumMod val="75000"/>
                  </a:schemeClr>
                </a:solidFill>
              </a:rPr>
              <a:t>ubyte</a:t>
            </a:r>
            <a:r>
              <a:rPr lang="en-IN" dirty="0"/>
              <a:t>;</a:t>
            </a:r>
          </a:p>
          <a:p>
            <a:pPr lvl="2">
              <a:buFont typeface="Wingdings" panose="05000000000000000000" pitchFamily="2" charset="2"/>
              <a:buChar char="Ø"/>
            </a:pPr>
            <a:endParaRPr lang="en-IN" dirty="0"/>
          </a:p>
        </p:txBody>
      </p:sp>
      <p:sp>
        <p:nvSpPr>
          <p:cNvPr id="4" name="Date Placeholder 3">
            <a:extLst>
              <a:ext uri="{FF2B5EF4-FFF2-40B4-BE49-F238E27FC236}">
                <a16:creationId xmlns:a16="http://schemas.microsoft.com/office/drawing/2014/main" id="{BD9E8D6E-EBEE-0C1D-5E3F-121226BC6818}"/>
              </a:ext>
            </a:extLst>
          </p:cNvPr>
          <p:cNvSpPr>
            <a:spLocks noGrp="1"/>
          </p:cNvSpPr>
          <p:nvPr>
            <p:ph type="dt" sz="half" idx="10"/>
          </p:nvPr>
        </p:nvSpPr>
        <p:spPr/>
        <p:txBody>
          <a:bodyPr/>
          <a:lstStyle/>
          <a:p>
            <a:fld id="{886A81D2-EE05-46AB-A253-2B97F4A2FD5F}" type="datetime1">
              <a:rPr lang="en-IN" smtClean="0"/>
              <a:pPr/>
              <a:t>31-10-2025</a:t>
            </a:fld>
            <a:endParaRPr lang="en-IN"/>
          </a:p>
        </p:txBody>
      </p:sp>
      <p:sp>
        <p:nvSpPr>
          <p:cNvPr id="5" name="Footer Placeholder 4">
            <a:extLst>
              <a:ext uri="{FF2B5EF4-FFF2-40B4-BE49-F238E27FC236}">
                <a16:creationId xmlns:a16="http://schemas.microsoft.com/office/drawing/2014/main" id="{DED56A28-EBEE-C38D-5F28-CB1A7E28B39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4BC18EE-8F1B-07F4-4700-1838935CDC0A}"/>
              </a:ext>
            </a:extLst>
          </p:cNvPr>
          <p:cNvSpPr>
            <a:spLocks noGrp="1"/>
          </p:cNvSpPr>
          <p:nvPr>
            <p:ph type="sldNum" sz="quarter" idx="12"/>
          </p:nvPr>
        </p:nvSpPr>
        <p:spPr/>
        <p:txBody>
          <a:bodyPr/>
          <a:lstStyle/>
          <a:p>
            <a:fld id="{56BB8B7D-B437-4E80-9B4F-EB7501C8BBDD}" type="slidenum">
              <a:rPr lang="en-IN" smtClean="0"/>
              <a:pPr/>
              <a:t>62</a:t>
            </a:fld>
            <a:endParaRPr lang="en-IN"/>
          </a:p>
        </p:txBody>
      </p:sp>
    </p:spTree>
    <p:extLst>
      <p:ext uri="{BB962C8B-B14F-4D97-AF65-F5344CB8AC3E}">
        <p14:creationId xmlns:p14="http://schemas.microsoft.com/office/powerpoint/2010/main" val="489229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7ACF-6DC9-1279-768A-82A25AE5CB5D}"/>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Data Types</a:t>
            </a:r>
            <a:endParaRPr lang="en-IN" sz="3600" dirty="0"/>
          </a:p>
        </p:txBody>
      </p:sp>
      <p:sp>
        <p:nvSpPr>
          <p:cNvPr id="3" name="Content Placeholder 2">
            <a:extLst>
              <a:ext uri="{FF2B5EF4-FFF2-40B4-BE49-F238E27FC236}">
                <a16:creationId xmlns:a16="http://schemas.microsoft.com/office/drawing/2014/main" id="{EA9B7D22-4205-28A6-2EE3-DAD3A17CFB49}"/>
              </a:ext>
            </a:extLst>
          </p:cNvPr>
          <p:cNvSpPr>
            <a:spLocks noGrp="1"/>
          </p:cNvSpPr>
          <p:nvPr>
            <p:ph idx="1"/>
          </p:nvPr>
        </p:nvSpPr>
        <p:spPr>
          <a:xfrm>
            <a:off x="565426" y="1417638"/>
            <a:ext cx="10972800" cy="5281213"/>
          </a:xfrm>
        </p:spPr>
        <p:txBody>
          <a:bodyPr/>
          <a:lstStyle/>
          <a:p>
            <a:pPr marL="809625"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enu</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typedef </a:t>
            </a:r>
            <a:r>
              <a:rPr lang="en-IN" sz="2000" dirty="0" err="1">
                <a:latin typeface="Times New Roman" panose="02020603050405020304" pitchFamily="18" charset="0"/>
                <a:cs typeface="Times New Roman" panose="02020603050405020304" pitchFamily="18" charset="0"/>
              </a:rPr>
              <a:t>enum</a:t>
            </a:r>
            <a:r>
              <a:rPr lang="en-IN" sz="2000" dirty="0">
                <a:latin typeface="Times New Roman" panose="02020603050405020304" pitchFamily="18" charset="0"/>
                <a:cs typeface="Times New Roman" panose="02020603050405020304" pitchFamily="18" charset="0"/>
              </a:rPr>
              <a:t> {red=0, green=1, yellow=2, blue=3} </a:t>
            </a:r>
            <a:r>
              <a:rPr lang="en-IN" sz="2000" dirty="0" err="1">
                <a:latin typeface="Times New Roman" panose="02020603050405020304" pitchFamily="18" charset="0"/>
                <a:cs typeface="Times New Roman" panose="02020603050405020304" pitchFamily="18" charset="0"/>
              </a:rPr>
              <a:t>color_t</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err="1">
                <a:latin typeface="Times New Roman" panose="02020603050405020304" pitchFamily="18" charset="0"/>
                <a:cs typeface="Times New Roman" panose="02020603050405020304" pitchFamily="18" charset="0"/>
              </a:rPr>
              <a:t>color_t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initial </a:t>
            </a:r>
          </a:p>
          <a:p>
            <a:pPr marL="809625" indent="0">
              <a:buNone/>
            </a:pPr>
            <a:r>
              <a:rPr lang="en-IN" sz="2000" dirty="0">
                <a:latin typeface="Times New Roman" panose="02020603050405020304" pitchFamily="18" charset="0"/>
                <a:cs typeface="Times New Roman" panose="02020603050405020304" pitchFamily="18" charset="0"/>
              </a:rPr>
              <a:t>begin</a:t>
            </a:r>
          </a:p>
          <a:p>
            <a:pPr marL="809625" indent="0">
              <a:buNone/>
            </a:pP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 yellow;</a:t>
            </a:r>
          </a:p>
          <a:p>
            <a:pPr marL="809625"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Color.first</a:t>
            </a:r>
            <a:r>
              <a:rPr lang="en-IN" sz="2000" dirty="0">
                <a:latin typeface="Times New Roman" panose="02020603050405020304" pitchFamily="18" charset="0"/>
                <a:cs typeface="Times New Roman" panose="02020603050405020304" pitchFamily="18" charset="0"/>
              </a:rPr>
              <a:t>: %0d", </a:t>
            </a:r>
            <a:r>
              <a:rPr lang="en-IN" sz="2000" dirty="0" err="1">
                <a:latin typeface="Times New Roman" panose="02020603050405020304" pitchFamily="18" charset="0"/>
                <a:cs typeface="Times New Roman" panose="02020603050405020304" pitchFamily="18" charset="0"/>
              </a:rPr>
              <a:t>Color.first</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Color.last</a:t>
            </a:r>
            <a:r>
              <a:rPr lang="en-IN" sz="2000" dirty="0">
                <a:latin typeface="Times New Roman" panose="02020603050405020304" pitchFamily="18" charset="0"/>
                <a:cs typeface="Times New Roman" panose="02020603050405020304" pitchFamily="18" charset="0"/>
              </a:rPr>
              <a:t>: %0d", </a:t>
            </a:r>
            <a:r>
              <a:rPr lang="en-IN" sz="2000" dirty="0" err="1">
                <a:latin typeface="Times New Roman" panose="02020603050405020304" pitchFamily="18" charset="0"/>
                <a:cs typeface="Times New Roman" panose="02020603050405020304" pitchFamily="18" charset="0"/>
              </a:rPr>
              <a:t>Color.last</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Color.next</a:t>
            </a:r>
            <a:r>
              <a:rPr lang="en-IN" sz="2000" dirty="0">
                <a:latin typeface="Times New Roman" panose="02020603050405020304" pitchFamily="18" charset="0"/>
                <a:cs typeface="Times New Roman" panose="02020603050405020304" pitchFamily="18" charset="0"/>
              </a:rPr>
              <a:t> : %0d", </a:t>
            </a:r>
            <a:r>
              <a:rPr lang="en-IN" sz="2000" dirty="0" err="1">
                <a:latin typeface="Times New Roman" panose="02020603050405020304" pitchFamily="18" charset="0"/>
                <a:cs typeface="Times New Roman" panose="02020603050405020304" pitchFamily="18" charset="0"/>
              </a:rPr>
              <a:t>Color.next</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Color.prev</a:t>
            </a:r>
            <a:r>
              <a:rPr lang="en-IN" sz="2000" dirty="0">
                <a:latin typeface="Times New Roman" panose="02020603050405020304" pitchFamily="18" charset="0"/>
                <a:cs typeface="Times New Roman" panose="02020603050405020304" pitchFamily="18" charset="0"/>
              </a:rPr>
              <a:t> : %0d", </a:t>
            </a:r>
            <a:r>
              <a:rPr lang="en-IN" sz="2000" dirty="0" err="1">
                <a:latin typeface="Times New Roman" panose="02020603050405020304" pitchFamily="18" charset="0"/>
                <a:cs typeface="Times New Roman" panose="02020603050405020304" pitchFamily="18" charset="0"/>
              </a:rPr>
              <a:t>Color.prev</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$display("Color.name : %0s", Color.name);</a:t>
            </a:r>
          </a:p>
          <a:p>
            <a:pPr marL="809625" indent="0">
              <a:buNone/>
            </a:pPr>
            <a:r>
              <a:rPr lang="en-IN" sz="2000" dirty="0">
                <a:latin typeface="Times New Roman" panose="02020603050405020304" pitchFamily="18" charset="0"/>
                <a:cs typeface="Times New Roman" panose="02020603050405020304" pitchFamily="18" charset="0"/>
              </a:rPr>
              <a:t>end</a:t>
            </a:r>
          </a:p>
          <a:p>
            <a:pPr marL="809625" indent="0">
              <a:buNone/>
            </a:pPr>
            <a:r>
              <a:rPr lang="en-IN" sz="2000" dirty="0">
                <a:latin typeface="Times New Roman" panose="02020603050405020304" pitchFamily="18" charset="0"/>
                <a:cs typeface="Times New Roman" panose="02020603050405020304" pitchFamily="18" charset="0"/>
              </a:rPr>
              <a:t>endmodule</a:t>
            </a:r>
          </a:p>
        </p:txBody>
      </p:sp>
      <p:sp>
        <p:nvSpPr>
          <p:cNvPr id="4" name="Date Placeholder 3">
            <a:extLst>
              <a:ext uri="{FF2B5EF4-FFF2-40B4-BE49-F238E27FC236}">
                <a16:creationId xmlns:a16="http://schemas.microsoft.com/office/drawing/2014/main" id="{D9272FFA-DE13-759D-D2A5-D93D1F8D8A08}"/>
              </a:ext>
            </a:extLst>
          </p:cNvPr>
          <p:cNvSpPr>
            <a:spLocks noGrp="1"/>
          </p:cNvSpPr>
          <p:nvPr>
            <p:ph type="dt" sz="half" idx="10"/>
          </p:nvPr>
        </p:nvSpPr>
        <p:spPr/>
        <p:txBody>
          <a:bodyPr/>
          <a:lstStyle/>
          <a:p>
            <a:fld id="{FA590BFE-C8B3-4D59-98FC-B2482D8EA074}" type="datetime1">
              <a:rPr lang="en-IN" smtClean="0"/>
              <a:pPr/>
              <a:t>31-10-2025</a:t>
            </a:fld>
            <a:endParaRPr lang="en-IN"/>
          </a:p>
        </p:txBody>
      </p:sp>
      <p:sp>
        <p:nvSpPr>
          <p:cNvPr id="5" name="Footer Placeholder 4">
            <a:extLst>
              <a:ext uri="{FF2B5EF4-FFF2-40B4-BE49-F238E27FC236}">
                <a16:creationId xmlns:a16="http://schemas.microsoft.com/office/drawing/2014/main" id="{F13D7C56-EECF-5C03-ACC5-45567CC3396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CE04ACD-A56B-654A-DAF2-12D55295D11F}"/>
              </a:ext>
            </a:extLst>
          </p:cNvPr>
          <p:cNvSpPr>
            <a:spLocks noGrp="1"/>
          </p:cNvSpPr>
          <p:nvPr>
            <p:ph type="sldNum" sz="quarter" idx="12"/>
          </p:nvPr>
        </p:nvSpPr>
        <p:spPr/>
        <p:txBody>
          <a:bodyPr/>
          <a:lstStyle/>
          <a:p>
            <a:fld id="{56BB8B7D-B437-4E80-9B4F-EB7501C8BBDD}" type="slidenum">
              <a:rPr lang="en-IN" smtClean="0"/>
              <a:pPr/>
              <a:t>63</a:t>
            </a:fld>
            <a:endParaRPr lang="en-IN"/>
          </a:p>
        </p:txBody>
      </p:sp>
    </p:spTree>
    <p:extLst>
      <p:ext uri="{BB962C8B-B14F-4D97-AF65-F5344CB8AC3E}">
        <p14:creationId xmlns:p14="http://schemas.microsoft.com/office/powerpoint/2010/main" val="3185799109"/>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BFCC-8045-79A4-72CB-36AC20C1E1D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FB35C7F4-46D2-DA8F-101A-F3F9504CD285}"/>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loop is a </a:t>
            </a:r>
            <a:r>
              <a:rPr lang="en-US" sz="2400" dirty="0">
                <a:highlight>
                  <a:srgbClr val="FFFF00"/>
                </a:highlight>
                <a:latin typeface="Times New Roman" panose="02020603050405020304" pitchFamily="18" charset="0"/>
                <a:cs typeface="Times New Roman" panose="02020603050405020304" pitchFamily="18" charset="0"/>
              </a:rPr>
              <a:t>block of code designed to execute repeatedly</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Typically, a </a:t>
            </a:r>
            <a:r>
              <a:rPr lang="en-US" sz="2400" dirty="0">
                <a:solidFill>
                  <a:srgbClr val="FF0000"/>
                </a:solidFill>
                <a:latin typeface="Times New Roman" panose="02020603050405020304" pitchFamily="18" charset="0"/>
                <a:cs typeface="Times New Roman" panose="02020603050405020304" pitchFamily="18" charset="0"/>
              </a:rPr>
              <a:t>conditional statement </a:t>
            </a:r>
            <a:r>
              <a:rPr lang="en-US" sz="2400" dirty="0">
                <a:latin typeface="Times New Roman" panose="02020603050405020304" pitchFamily="18" charset="0"/>
                <a:cs typeface="Times New Roman" panose="02020603050405020304" pitchFamily="18" charset="0"/>
              </a:rPr>
              <a:t>is included to </a:t>
            </a:r>
            <a:r>
              <a:rPr lang="en-US" sz="2400" dirty="0">
                <a:solidFill>
                  <a:srgbClr val="FF0000"/>
                </a:solidFill>
                <a:latin typeface="Times New Roman" panose="02020603050405020304" pitchFamily="18" charset="0"/>
                <a:cs typeface="Times New Roman" panose="02020603050405020304" pitchFamily="18" charset="0"/>
              </a:rPr>
              <a:t>control when the loop should stop running</a:t>
            </a:r>
            <a:r>
              <a:rPr lang="en-US" sz="2400" dirty="0">
                <a:latin typeface="Times New Roman" panose="02020603050405020304" pitchFamily="18" charset="0"/>
                <a:cs typeface="Times New Roman" panose="02020603050405020304" pitchFamily="18" charset="0"/>
              </a:rPr>
              <a:t>, ensuring it </a:t>
            </a:r>
            <a:r>
              <a:rPr lang="en-US" sz="2400" dirty="0">
                <a:solidFill>
                  <a:srgbClr val="FF0000"/>
                </a:solidFill>
                <a:latin typeface="Times New Roman" panose="02020603050405020304" pitchFamily="18" charset="0"/>
                <a:cs typeface="Times New Roman" panose="02020603050405020304" pitchFamily="18" charset="0"/>
              </a:rPr>
              <a:t>terminates</a:t>
            </a:r>
            <a:r>
              <a:rPr lang="en-US" sz="2400" dirty="0">
                <a:latin typeface="Times New Roman" panose="02020603050405020304" pitchFamily="18" charset="0"/>
                <a:cs typeface="Times New Roman" panose="02020603050405020304" pitchFamily="18" charset="0"/>
              </a:rPr>
              <a:t> once a </a:t>
            </a:r>
            <a:r>
              <a:rPr lang="en-US" sz="2400" dirty="0">
                <a:solidFill>
                  <a:srgbClr val="FF0000"/>
                </a:solidFill>
                <a:latin typeface="Times New Roman" panose="02020603050405020304" pitchFamily="18" charset="0"/>
                <a:cs typeface="Times New Roman" panose="02020603050405020304" pitchFamily="18" charset="0"/>
              </a:rPr>
              <a:t>specific condition is met</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solidFill>
                  <a:srgbClr val="FF0000"/>
                </a:solidFill>
                <a:latin typeface="Times New Roman" panose="02020603050405020304" pitchFamily="18" charset="0"/>
                <a:cs typeface="Times New Roman" panose="02020603050405020304" pitchFamily="18" charset="0"/>
              </a:rPr>
              <a:t>Without</a:t>
            </a:r>
            <a:r>
              <a:rPr lang="en-US" sz="2400" dirty="0">
                <a:latin typeface="Times New Roman" panose="02020603050405020304" pitchFamily="18" charset="0"/>
                <a:cs typeface="Times New Roman" panose="02020603050405020304" pitchFamily="18" charset="0"/>
              </a:rPr>
              <a:t> such a </a:t>
            </a:r>
            <a:r>
              <a:rPr lang="en-US" sz="2400" dirty="0">
                <a:solidFill>
                  <a:srgbClr val="FF0000"/>
                </a:solidFill>
                <a:latin typeface="Times New Roman" panose="02020603050405020304" pitchFamily="18" charset="0"/>
                <a:cs typeface="Times New Roman" panose="02020603050405020304" pitchFamily="18" charset="0"/>
              </a:rPr>
              <a:t>condition</a:t>
            </a:r>
            <a:r>
              <a:rPr lang="en-US" sz="2400" dirty="0">
                <a:latin typeface="Times New Roman" panose="02020603050405020304" pitchFamily="18" charset="0"/>
                <a:cs typeface="Times New Roman" panose="02020603050405020304" pitchFamily="18" charset="0"/>
              </a:rPr>
              <a:t>, the loop may run </a:t>
            </a:r>
            <a:r>
              <a:rPr lang="en-US" sz="2400" dirty="0">
                <a:solidFill>
                  <a:srgbClr val="FF0000"/>
                </a:solidFill>
                <a:latin typeface="Times New Roman" panose="02020603050405020304" pitchFamily="18" charset="0"/>
                <a:cs typeface="Times New Roman" panose="02020603050405020304" pitchFamily="18" charset="0"/>
              </a:rPr>
              <a:t>endlessly</a:t>
            </a:r>
            <a:r>
              <a:rPr lang="en-US" sz="2400" dirty="0">
                <a:latin typeface="Times New Roman" panose="02020603050405020304" pitchFamily="18" charset="0"/>
                <a:cs typeface="Times New Roman" panose="02020603050405020304" pitchFamily="18" charset="0"/>
              </a:rPr>
              <a:t>, causing the simulation to get </a:t>
            </a:r>
            <a:r>
              <a:rPr lang="en-US" sz="2400" dirty="0">
                <a:solidFill>
                  <a:srgbClr val="FF0000"/>
                </a:solidFill>
                <a:latin typeface="Times New Roman" panose="02020603050405020304" pitchFamily="18" charset="0"/>
                <a:cs typeface="Times New Roman" panose="02020603050405020304" pitchFamily="18" charset="0"/>
              </a:rPr>
              <a:t>stuck</a:t>
            </a:r>
            <a:r>
              <a:rPr lang="en-US" sz="2400" dirty="0">
                <a:latin typeface="Times New Roman" panose="02020603050405020304" pitchFamily="18" charset="0"/>
                <a:cs typeface="Times New Roman" panose="02020603050405020304" pitchFamily="18" charset="0"/>
              </a:rPr>
              <a:t> in an </a:t>
            </a:r>
            <a:r>
              <a:rPr lang="en-US" sz="2400" dirty="0">
                <a:solidFill>
                  <a:srgbClr val="FF0000"/>
                </a:solidFill>
                <a:latin typeface="Times New Roman" panose="02020603050405020304" pitchFamily="18" charset="0"/>
                <a:cs typeface="Times New Roman" panose="02020603050405020304" pitchFamily="18" charset="0"/>
              </a:rPr>
              <a:t>infinite</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execution</a:t>
            </a:r>
            <a:r>
              <a:rPr lang="en-US" sz="2400" dirty="0">
                <a:latin typeface="Times New Roman" panose="02020603050405020304" pitchFamily="18" charset="0"/>
                <a:cs typeface="Times New Roman" panose="02020603050405020304" pitchFamily="18" charset="0"/>
              </a:rPr>
              <a:t> state.</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01D24D9-7501-A27F-B1EC-926233DDD619}"/>
              </a:ext>
            </a:extLst>
          </p:cNvPr>
          <p:cNvSpPr>
            <a:spLocks noGrp="1"/>
          </p:cNvSpPr>
          <p:nvPr>
            <p:ph type="dt" sz="half" idx="10"/>
          </p:nvPr>
        </p:nvSpPr>
        <p:spPr/>
        <p:txBody>
          <a:bodyPr/>
          <a:lstStyle/>
          <a:p>
            <a:fld id="{001C4C38-0904-4DCB-A84A-CCFEBA7BAA77}" type="datetime1">
              <a:rPr lang="en-IN" smtClean="0"/>
              <a:pPr/>
              <a:t>31-10-2025</a:t>
            </a:fld>
            <a:endParaRPr lang="en-IN"/>
          </a:p>
        </p:txBody>
      </p:sp>
      <p:sp>
        <p:nvSpPr>
          <p:cNvPr id="6" name="Footer Placeholder 5">
            <a:extLst>
              <a:ext uri="{FF2B5EF4-FFF2-40B4-BE49-F238E27FC236}">
                <a16:creationId xmlns:a16="http://schemas.microsoft.com/office/drawing/2014/main" id="{1D98AEFB-0131-D69D-B6BD-2F7D8D0C50C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AF678CA-6769-E964-E8BB-C3FAE5A316BB}"/>
              </a:ext>
            </a:extLst>
          </p:cNvPr>
          <p:cNvSpPr>
            <a:spLocks noGrp="1"/>
          </p:cNvSpPr>
          <p:nvPr>
            <p:ph type="sldNum" sz="quarter" idx="12"/>
          </p:nvPr>
        </p:nvSpPr>
        <p:spPr/>
        <p:txBody>
          <a:bodyPr/>
          <a:lstStyle/>
          <a:p>
            <a:fld id="{56BB8B7D-B437-4E80-9B4F-EB7501C8BBDD}" type="slidenum">
              <a:rPr lang="en-IN" smtClean="0"/>
              <a:pPr/>
              <a:t>64</a:t>
            </a:fld>
            <a:endParaRPr lang="en-IN"/>
          </a:p>
        </p:txBody>
      </p:sp>
      <p:graphicFrame>
        <p:nvGraphicFramePr>
          <p:cNvPr id="5" name="Table 4">
            <a:extLst>
              <a:ext uri="{FF2B5EF4-FFF2-40B4-BE49-F238E27FC236}">
                <a16:creationId xmlns:a16="http://schemas.microsoft.com/office/drawing/2014/main" id="{7BAC9348-4C62-2D4E-B18D-99E1D8B45790}"/>
              </a:ext>
            </a:extLst>
          </p:cNvPr>
          <p:cNvGraphicFramePr>
            <a:graphicFrameLocks noGrp="1"/>
          </p:cNvGraphicFramePr>
          <p:nvPr>
            <p:extLst>
              <p:ext uri="{D42A27DB-BD31-4B8C-83A1-F6EECF244321}">
                <p14:modId xmlns:p14="http://schemas.microsoft.com/office/powerpoint/2010/main" val="4276897216"/>
              </p:ext>
            </p:extLst>
          </p:nvPr>
        </p:nvGraphicFramePr>
        <p:xfrm>
          <a:off x="1243781" y="3674113"/>
          <a:ext cx="10338619" cy="2682240"/>
        </p:xfrm>
        <a:graphic>
          <a:graphicData uri="http://schemas.openxmlformats.org/drawingml/2006/table">
            <a:tbl>
              <a:tblPr firstRow="1" bandRow="1">
                <a:tableStyleId>{5C22544A-7EE6-4342-B048-85BDC9FD1C3A}</a:tableStyleId>
              </a:tblPr>
              <a:tblGrid>
                <a:gridCol w="2705550">
                  <a:extLst>
                    <a:ext uri="{9D8B030D-6E8A-4147-A177-3AD203B41FA5}">
                      <a16:colId xmlns:a16="http://schemas.microsoft.com/office/drawing/2014/main" val="2272047758"/>
                    </a:ext>
                  </a:extLst>
                </a:gridCol>
                <a:gridCol w="7633069">
                  <a:extLst>
                    <a:ext uri="{9D8B030D-6E8A-4147-A177-3AD203B41FA5}">
                      <a16:colId xmlns:a16="http://schemas.microsoft.com/office/drawing/2014/main" val="3452091936"/>
                    </a:ext>
                  </a:extLst>
                </a:gridCol>
              </a:tblGrid>
              <a:tr h="370840">
                <a:tc>
                  <a:txBody>
                    <a:bodyPr/>
                    <a:lstStyle/>
                    <a:p>
                      <a:r>
                        <a:rPr lang="en-US" sz="2000" dirty="0">
                          <a:latin typeface="Times New Roman" panose="02020603050405020304" pitchFamily="18" charset="0"/>
                          <a:cs typeface="Times New Roman" panose="02020603050405020304" pitchFamily="18" charset="0"/>
                        </a:rPr>
                        <a:t>Forever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Runs the statements forever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2454161"/>
                  </a:ext>
                </a:extLst>
              </a:tr>
              <a:tr h="370840">
                <a:tc>
                  <a:txBody>
                    <a:bodyPr/>
                    <a:lstStyle/>
                    <a:p>
                      <a:r>
                        <a:rPr lang="en-US" sz="2000" dirty="0">
                          <a:latin typeface="Times New Roman" panose="02020603050405020304" pitchFamily="18" charset="0"/>
                          <a:cs typeface="Times New Roman" panose="02020603050405020304" pitchFamily="18" charset="0"/>
                        </a:rPr>
                        <a:t>Repeat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Repeats given set of statement for given number of times.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92370529"/>
                  </a:ext>
                </a:extLst>
              </a:tr>
              <a:tr h="370840">
                <a:tc>
                  <a:txBody>
                    <a:bodyPr/>
                    <a:lstStyle/>
                    <a:p>
                      <a:r>
                        <a:rPr lang="en-US" sz="2000" dirty="0">
                          <a:latin typeface="Times New Roman" panose="02020603050405020304" pitchFamily="18" charset="0"/>
                          <a:cs typeface="Times New Roman" panose="02020603050405020304" pitchFamily="18" charset="0"/>
                        </a:rPr>
                        <a:t>While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Repeats given set of statement until the condition is true.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1027896"/>
                  </a:ext>
                </a:extLst>
              </a:tr>
              <a:tr h="370840">
                <a:tc>
                  <a:txBody>
                    <a:bodyPr/>
                    <a:lstStyle/>
                    <a:p>
                      <a:r>
                        <a:rPr lang="en-US" sz="2000" dirty="0">
                          <a:latin typeface="Times New Roman" panose="02020603050405020304" pitchFamily="18" charset="0"/>
                          <a:cs typeface="Times New Roman" panose="02020603050405020304" pitchFamily="18" charset="0"/>
                        </a:rPr>
                        <a:t>For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Repeats given set of statement until the condition is true.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99832390"/>
                  </a:ext>
                </a:extLst>
              </a:tr>
              <a:tr h="370840">
                <a:tc>
                  <a:txBody>
                    <a:bodyPr/>
                    <a:lstStyle/>
                    <a:p>
                      <a:r>
                        <a:rPr lang="en-US" sz="2000" dirty="0">
                          <a:latin typeface="Times New Roman" panose="02020603050405020304" pitchFamily="18" charset="0"/>
                          <a:cs typeface="Times New Roman" panose="02020603050405020304" pitchFamily="18" charset="0"/>
                        </a:rPr>
                        <a:t>Do while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Repeats given set of statement </a:t>
                      </a:r>
                      <a:r>
                        <a:rPr lang="en-US" sz="2000" dirty="0" err="1">
                          <a:latin typeface="Times New Roman" panose="02020603050405020304" pitchFamily="18" charset="0"/>
                          <a:cs typeface="Times New Roman" panose="02020603050405020304" pitchFamily="18" charset="0"/>
                        </a:rPr>
                        <a:t>atleast</a:t>
                      </a:r>
                      <a:r>
                        <a:rPr lang="en-US" sz="2000" dirty="0">
                          <a:latin typeface="Times New Roman" panose="02020603050405020304" pitchFamily="18" charset="0"/>
                          <a:cs typeface="Times New Roman" panose="02020603050405020304" pitchFamily="18" charset="0"/>
                        </a:rPr>
                        <a:t> once and loops until the condition is true.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113457"/>
                  </a:ext>
                </a:extLst>
              </a:tr>
              <a:tr h="370840">
                <a:tc>
                  <a:txBody>
                    <a:bodyPr/>
                    <a:lstStyle/>
                    <a:p>
                      <a:r>
                        <a:rPr lang="en-US" sz="2000" dirty="0">
                          <a:latin typeface="Times New Roman" panose="02020603050405020304" pitchFamily="18" charset="0"/>
                          <a:cs typeface="Times New Roman" panose="02020603050405020304" pitchFamily="18" charset="0"/>
                        </a:rPr>
                        <a:t>foreach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Used mainly for array to iterate through all the elements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4599781"/>
                  </a:ext>
                </a:extLst>
              </a:tr>
            </a:tbl>
          </a:graphicData>
        </a:graphic>
      </p:graphicFrame>
    </p:spTree>
    <p:extLst>
      <p:ext uri="{BB962C8B-B14F-4D97-AF65-F5344CB8AC3E}">
        <p14:creationId xmlns:p14="http://schemas.microsoft.com/office/powerpoint/2010/main" val="12680439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489E-8BEC-2D3D-CFFF-CA2E0DD0468B}"/>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E0911854-869C-7594-6C2B-0D3AEAD789A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Forever Loop</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 the name says forever loop will </a:t>
            </a:r>
            <a:r>
              <a:rPr lang="en-US" sz="2400" dirty="0">
                <a:solidFill>
                  <a:srgbClr val="FF0000"/>
                </a:solidFill>
                <a:latin typeface="Times New Roman" panose="02020603050405020304" pitchFamily="18" charset="0"/>
                <a:cs typeface="Times New Roman" panose="02020603050405020304" pitchFamily="18" charset="0"/>
              </a:rPr>
              <a:t>execute the statements inside the loop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forever</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can be said as </a:t>
            </a:r>
            <a:r>
              <a:rPr lang="en-US" sz="2400" dirty="0">
                <a:solidFill>
                  <a:srgbClr val="FF0000"/>
                </a:solidFill>
                <a:latin typeface="Times New Roman" panose="02020603050405020304" pitchFamily="18" charset="0"/>
                <a:cs typeface="Times New Roman" panose="02020603050405020304" pitchFamily="18" charset="0"/>
              </a:rPr>
              <a:t>indefinite iteration</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q"/>
            </a:pPr>
            <a:r>
              <a:rPr lang="en-IN" dirty="0">
                <a:solidFill>
                  <a:srgbClr val="FF0000"/>
                </a:solidFill>
                <a:latin typeface="Times New Roman" panose="02020603050405020304" pitchFamily="18" charset="0"/>
                <a:cs typeface="Times New Roman" panose="02020603050405020304" pitchFamily="18" charset="0"/>
              </a:rPr>
              <a:t>forever</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begin</a:t>
            </a:r>
            <a:r>
              <a:rPr lang="en-IN" dirty="0">
                <a:latin typeface="Times New Roman" panose="02020603050405020304" pitchFamily="18" charset="0"/>
                <a:cs typeface="Times New Roman" panose="02020603050405020304" pitchFamily="18" charset="0"/>
              </a:rPr>
              <a:t> </a:t>
            </a:r>
          </a:p>
          <a:p>
            <a:pPr marL="914400" lvl="2" indent="0">
              <a:buNone/>
            </a:pPr>
            <a:r>
              <a:rPr lang="en-IN" dirty="0">
                <a:solidFill>
                  <a:srgbClr val="00B050"/>
                </a:solidFill>
                <a:latin typeface="Times New Roman" panose="02020603050405020304" pitchFamily="18" charset="0"/>
                <a:cs typeface="Times New Roman" panose="02020603050405020304" pitchFamily="18" charset="0"/>
              </a:rPr>
              <a:t>	//statement - 1</a:t>
            </a:r>
          </a:p>
          <a:p>
            <a:pPr marL="1828800" lvl="4" indent="0">
              <a:buNone/>
            </a:pPr>
            <a:r>
              <a:rPr lang="en-IN" dirty="0">
                <a:solidFill>
                  <a:srgbClr val="00B050"/>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914400" lvl="2" indent="0">
              <a:buNone/>
            </a:pPr>
            <a:r>
              <a:rPr lang="en-IN" dirty="0">
                <a:solidFill>
                  <a:srgbClr val="00B050"/>
                </a:solidFill>
                <a:latin typeface="Times New Roman" panose="02020603050405020304" pitchFamily="18" charset="0"/>
                <a:cs typeface="Times New Roman" panose="02020603050405020304" pitchFamily="18" charset="0"/>
              </a:rPr>
              <a:t>	 //statement - n </a:t>
            </a:r>
          </a:p>
          <a:p>
            <a:pPr marL="914400" lvl="2" indent="0">
              <a:buNone/>
            </a:pPr>
            <a:r>
              <a:rPr lang="en-IN" dirty="0">
                <a:solidFill>
                  <a:srgbClr val="FF0000"/>
                </a:solidFill>
                <a:latin typeface="Times New Roman" panose="02020603050405020304" pitchFamily="18" charset="0"/>
                <a:cs typeface="Times New Roman" panose="02020603050405020304" pitchFamily="18" charset="0"/>
              </a:rPr>
              <a:t>   end</a:t>
            </a:r>
            <a:endParaRPr lang="en-US"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IN" sz="20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8AB2D1-2032-1698-B36C-D6A84AECAD29}"/>
              </a:ext>
            </a:extLst>
          </p:cNvPr>
          <p:cNvSpPr>
            <a:spLocks noGrp="1"/>
          </p:cNvSpPr>
          <p:nvPr>
            <p:ph type="dt" sz="half" idx="10"/>
          </p:nvPr>
        </p:nvSpPr>
        <p:spPr/>
        <p:txBody>
          <a:bodyPr/>
          <a:lstStyle/>
          <a:p>
            <a:fld id="{CDA00217-7BEB-40D5-9C2D-4864BC7A9B8A}" type="datetime1">
              <a:rPr lang="en-IN" smtClean="0"/>
              <a:pPr/>
              <a:t>31-10-2025</a:t>
            </a:fld>
            <a:endParaRPr lang="en-IN"/>
          </a:p>
        </p:txBody>
      </p:sp>
      <p:sp>
        <p:nvSpPr>
          <p:cNvPr id="5" name="Footer Placeholder 4">
            <a:extLst>
              <a:ext uri="{FF2B5EF4-FFF2-40B4-BE49-F238E27FC236}">
                <a16:creationId xmlns:a16="http://schemas.microsoft.com/office/drawing/2014/main" id="{A18791DB-D54C-1F5B-921A-AA56FE3D19E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54C8E98-84C8-8A7A-01ED-272C5798D269}"/>
              </a:ext>
            </a:extLst>
          </p:cNvPr>
          <p:cNvSpPr>
            <a:spLocks noGrp="1"/>
          </p:cNvSpPr>
          <p:nvPr>
            <p:ph type="sldNum" sz="quarter" idx="12"/>
          </p:nvPr>
        </p:nvSpPr>
        <p:spPr/>
        <p:txBody>
          <a:bodyPr/>
          <a:lstStyle/>
          <a:p>
            <a:fld id="{56BB8B7D-B437-4E80-9B4F-EB7501C8BBDD}" type="slidenum">
              <a:rPr lang="en-IN" smtClean="0"/>
              <a:pPr/>
              <a:t>65</a:t>
            </a:fld>
            <a:endParaRPr lang="en-IN"/>
          </a:p>
        </p:txBody>
      </p:sp>
    </p:spTree>
    <p:extLst>
      <p:ext uri="{BB962C8B-B14F-4D97-AF65-F5344CB8AC3E}">
        <p14:creationId xmlns:p14="http://schemas.microsoft.com/office/powerpoint/2010/main" val="14295530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1AFE-A834-62C2-127B-03704044C392}"/>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E3CBD44D-F762-B087-5744-826C4197E987}"/>
              </a:ext>
            </a:extLst>
          </p:cNvPr>
          <p:cNvSpPr>
            <a:spLocks noGrp="1"/>
          </p:cNvSpPr>
          <p:nvPr>
            <p:ph idx="1"/>
          </p:nvPr>
        </p:nvSpPr>
        <p:spPr>
          <a:xfrm>
            <a:off x="689113" y="1075140"/>
            <a:ext cx="11336594" cy="5281213"/>
          </a:xfrm>
        </p:spPr>
        <p:txBody>
          <a:bodyPr>
            <a:normAutofit lnSpcReduction="10000"/>
          </a:bodyPr>
          <a:lstStyle/>
          <a:p>
            <a:pPr marL="809625"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loop_example</a:t>
            </a:r>
            <a:r>
              <a:rPr lang="en-US" sz="2000" dirty="0">
                <a:latin typeface="Times New Roman" panose="02020603050405020304" pitchFamily="18" charset="0"/>
                <a:cs typeface="Times New Roman" panose="02020603050405020304" pitchFamily="18" charset="0"/>
              </a:rPr>
              <a:t>();</a:t>
            </a:r>
          </a:p>
          <a:p>
            <a:pPr marL="809625" indent="0">
              <a:buNone/>
            </a:pPr>
            <a:r>
              <a:rPr lang="en-US" sz="2000" dirty="0">
                <a:latin typeface="Times New Roman" panose="02020603050405020304" pitchFamily="18" charset="0"/>
                <a:cs typeface="Times New Roman" panose="02020603050405020304" pitchFamily="18" charset="0"/>
              </a:rPr>
              <a:t>  int a;</a:t>
            </a:r>
          </a:p>
          <a:p>
            <a:pPr marL="809625" indent="0">
              <a:buNone/>
            </a:pPr>
            <a:r>
              <a:rPr lang="en-US" sz="2000" dirty="0">
                <a:latin typeface="Times New Roman" panose="02020603050405020304" pitchFamily="18" charset="0"/>
                <a:cs typeface="Times New Roman" panose="02020603050405020304" pitchFamily="18" charset="0"/>
              </a:rPr>
              <a:t>  initial begin</a:t>
            </a:r>
          </a:p>
          <a:p>
            <a:pPr marL="809625"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dumpfile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waveform.vcd</a:t>
            </a:r>
            <a:r>
              <a:rPr lang="en-US" sz="2000" dirty="0">
                <a:latin typeface="Times New Roman" panose="02020603050405020304" pitchFamily="18" charset="0"/>
                <a:cs typeface="Times New Roman" panose="02020603050405020304" pitchFamily="18" charset="0"/>
              </a:rPr>
              <a:t>"); </a:t>
            </a:r>
          </a:p>
          <a:p>
            <a:pPr marL="809625"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dumpvars</a:t>
            </a:r>
            <a:r>
              <a:rPr lang="en-US" sz="2000" dirty="0">
                <a:latin typeface="Times New Roman" panose="02020603050405020304" pitchFamily="18" charset="0"/>
                <a:cs typeface="Times New Roman" panose="02020603050405020304" pitchFamily="18" charset="0"/>
              </a:rPr>
              <a:t>(0, </a:t>
            </a:r>
            <a:r>
              <a:rPr lang="en-US" sz="2000" dirty="0" err="1">
                <a:latin typeface="Times New Roman" panose="02020603050405020304" pitchFamily="18" charset="0"/>
                <a:cs typeface="Times New Roman" panose="02020603050405020304" pitchFamily="18" charset="0"/>
              </a:rPr>
              <a:t>loop_example</a:t>
            </a:r>
            <a:r>
              <a:rPr lang="en-US" sz="2000" dirty="0">
                <a:latin typeface="Times New Roman" panose="02020603050405020304" pitchFamily="18" charset="0"/>
                <a:cs typeface="Times New Roman" panose="02020603050405020304" pitchFamily="18" charset="0"/>
              </a:rPr>
              <a:t>); </a:t>
            </a:r>
          </a:p>
          <a:p>
            <a:pPr marL="809625" indent="0">
              <a:buNone/>
            </a:pPr>
            <a:r>
              <a:rPr lang="en-US" sz="2000" dirty="0">
                <a:latin typeface="Times New Roman" panose="02020603050405020304" pitchFamily="18" charset="0"/>
                <a:cs typeface="Times New Roman" panose="02020603050405020304" pitchFamily="18" charset="0"/>
              </a:rPr>
              <a:t>    forever begin</a:t>
            </a:r>
          </a:p>
          <a:p>
            <a:pPr marL="809625" indent="0">
              <a:buNone/>
            </a:pPr>
            <a:r>
              <a:rPr lang="en-US" sz="2000" dirty="0">
                <a:latin typeface="Times New Roman" panose="02020603050405020304" pitchFamily="18" charset="0"/>
                <a:cs typeface="Times New Roman" panose="02020603050405020304" pitchFamily="18" charset="0"/>
              </a:rPr>
              <a:t>      a=$random;</a:t>
            </a:r>
          </a:p>
          <a:p>
            <a:pPr marL="809625" indent="0">
              <a:buNone/>
            </a:pPr>
            <a:r>
              <a:rPr lang="en-US" sz="2000" dirty="0">
                <a:latin typeface="Times New Roman" panose="02020603050405020304" pitchFamily="18" charset="0"/>
                <a:cs typeface="Times New Roman" panose="02020603050405020304" pitchFamily="18" charset="0"/>
              </a:rPr>
              <a:t>      $display("the random value of a in loop is : %0h", a);</a:t>
            </a:r>
          </a:p>
          <a:p>
            <a:pPr marL="809625" indent="0">
              <a:buNone/>
            </a:pPr>
            <a:r>
              <a:rPr lang="en-US" sz="2000" dirty="0">
                <a:latin typeface="Times New Roman" panose="02020603050405020304" pitchFamily="18" charset="0"/>
                <a:cs typeface="Times New Roman" panose="02020603050405020304" pitchFamily="18" charset="0"/>
              </a:rPr>
              <a:t>      #10;</a:t>
            </a:r>
          </a:p>
          <a:p>
            <a:pPr marL="809625" indent="0">
              <a:buNone/>
            </a:pPr>
            <a:r>
              <a:rPr lang="en-US" sz="2000" dirty="0">
                <a:latin typeface="Times New Roman" panose="02020603050405020304" pitchFamily="18" charset="0"/>
                <a:cs typeface="Times New Roman" panose="02020603050405020304" pitchFamily="18" charset="0"/>
              </a:rPr>
              <a:t>    end</a:t>
            </a:r>
          </a:p>
          <a:p>
            <a:pPr marL="809625" indent="0">
              <a:buNone/>
            </a:pPr>
            <a:r>
              <a:rPr lang="en-US" sz="2000" dirty="0">
                <a:latin typeface="Times New Roman" panose="02020603050405020304" pitchFamily="18" charset="0"/>
                <a:cs typeface="Times New Roman" panose="02020603050405020304" pitchFamily="18" charset="0"/>
              </a:rPr>
              <a:t>  end</a:t>
            </a:r>
          </a:p>
          <a:p>
            <a:pPr marL="809625" indent="0">
              <a:buNone/>
            </a:pPr>
            <a:r>
              <a:rPr lang="en-US" sz="2000" dirty="0">
                <a:latin typeface="Times New Roman" panose="02020603050405020304" pitchFamily="18" charset="0"/>
                <a:cs typeface="Times New Roman" panose="02020603050405020304" pitchFamily="18" charset="0"/>
              </a:rPr>
              <a:t>  initial begin</a:t>
            </a:r>
          </a:p>
          <a:p>
            <a:pPr marL="809625" indent="0">
              <a:buNone/>
            </a:pPr>
            <a:r>
              <a:rPr lang="en-US" sz="2000" dirty="0">
                <a:latin typeface="Times New Roman" panose="02020603050405020304" pitchFamily="18" charset="0"/>
                <a:cs typeface="Times New Roman" panose="02020603050405020304" pitchFamily="18" charset="0"/>
              </a:rPr>
              <a:t>    #50 $finish;</a:t>
            </a:r>
          </a:p>
          <a:p>
            <a:pPr marL="809625" indent="0">
              <a:buNone/>
            </a:pPr>
            <a:r>
              <a:rPr lang="en-US" sz="2000" dirty="0">
                <a:latin typeface="Times New Roman" panose="02020603050405020304" pitchFamily="18" charset="0"/>
                <a:cs typeface="Times New Roman" panose="02020603050405020304" pitchFamily="18" charset="0"/>
              </a:rPr>
              <a:t>  end</a:t>
            </a:r>
          </a:p>
          <a:p>
            <a:pPr marL="809625" indent="0">
              <a:buNone/>
            </a:pPr>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6958-61B3-5428-3A69-D096A4D07483}"/>
              </a:ext>
            </a:extLst>
          </p:cNvPr>
          <p:cNvSpPr>
            <a:spLocks noGrp="1"/>
          </p:cNvSpPr>
          <p:nvPr>
            <p:ph type="dt" sz="half" idx="10"/>
          </p:nvPr>
        </p:nvSpPr>
        <p:spPr/>
        <p:txBody>
          <a:bodyPr/>
          <a:lstStyle/>
          <a:p>
            <a:fld id="{4058B96D-5D93-4503-A738-A660D770540E}" type="datetime1">
              <a:rPr lang="en-IN" smtClean="0"/>
              <a:pPr/>
              <a:t>31-10-2025</a:t>
            </a:fld>
            <a:endParaRPr lang="en-IN"/>
          </a:p>
        </p:txBody>
      </p:sp>
      <p:sp>
        <p:nvSpPr>
          <p:cNvPr id="5" name="Footer Placeholder 4">
            <a:extLst>
              <a:ext uri="{FF2B5EF4-FFF2-40B4-BE49-F238E27FC236}">
                <a16:creationId xmlns:a16="http://schemas.microsoft.com/office/drawing/2014/main" id="{863833C8-160F-A1A5-3ED5-675C274260D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1B4F53B-8EE5-2B7C-A2A6-83E386DA4968}"/>
              </a:ext>
            </a:extLst>
          </p:cNvPr>
          <p:cNvSpPr>
            <a:spLocks noGrp="1"/>
          </p:cNvSpPr>
          <p:nvPr>
            <p:ph type="sldNum" sz="quarter" idx="12"/>
          </p:nvPr>
        </p:nvSpPr>
        <p:spPr/>
        <p:txBody>
          <a:bodyPr/>
          <a:lstStyle/>
          <a:p>
            <a:fld id="{56BB8B7D-B437-4E80-9B4F-EB7501C8BBDD}" type="slidenum">
              <a:rPr lang="en-IN" smtClean="0"/>
              <a:pPr/>
              <a:t>66</a:t>
            </a:fld>
            <a:endParaRPr lang="en-IN"/>
          </a:p>
        </p:txBody>
      </p:sp>
    </p:spTree>
    <p:extLst>
      <p:ext uri="{BB962C8B-B14F-4D97-AF65-F5344CB8AC3E}">
        <p14:creationId xmlns:p14="http://schemas.microsoft.com/office/powerpoint/2010/main" val="324568808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276D-94B0-E493-415D-23CA1B04357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9AA036CD-AA97-9F7A-C58D-8D5B494ABC95}"/>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Repeat Loop</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Repeat will execute the statements within the loop for a </a:t>
            </a:r>
            <a:r>
              <a:rPr lang="en-US" sz="2400" dirty="0">
                <a:highlight>
                  <a:srgbClr val="FFFF00"/>
                </a:highlight>
                <a:latin typeface="Times New Roman" panose="02020603050405020304" pitchFamily="18" charset="0"/>
                <a:cs typeface="Times New Roman" panose="02020603050405020304" pitchFamily="18" charset="0"/>
              </a:rPr>
              <a:t>loop variable number of times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a:t>
            </a:r>
            <a:r>
              <a:rPr lang="en-US" sz="2400" dirty="0">
                <a:solidFill>
                  <a:srgbClr val="FF0000"/>
                </a:solidFill>
                <a:latin typeface="Times New Roman" panose="02020603050405020304" pitchFamily="18" charset="0"/>
                <a:cs typeface="Times New Roman" panose="02020603050405020304" pitchFamily="18" charset="0"/>
              </a:rPr>
              <a:t>loop variable is N</a:t>
            </a:r>
            <a:r>
              <a:rPr lang="en-US" sz="2400" dirty="0">
                <a:latin typeface="Times New Roman" panose="02020603050405020304" pitchFamily="18" charset="0"/>
                <a:cs typeface="Times New Roman" panose="02020603050405020304" pitchFamily="18" charset="0"/>
              </a:rPr>
              <a:t>, then the statements within the repeat block will be </a:t>
            </a:r>
            <a:r>
              <a:rPr lang="en-US" sz="2400" dirty="0">
                <a:solidFill>
                  <a:srgbClr val="FF0000"/>
                </a:solidFill>
                <a:latin typeface="Times New Roman" panose="02020603050405020304" pitchFamily="18" charset="0"/>
                <a:cs typeface="Times New Roman" panose="02020603050405020304" pitchFamily="18" charset="0"/>
              </a:rPr>
              <a:t>executed N number of times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repeat</a:t>
            </a:r>
            <a:r>
              <a:rPr lang="en-US" dirty="0">
                <a:latin typeface="Times New Roman" panose="02020603050405020304" pitchFamily="18" charset="0"/>
                <a:cs typeface="Times New Roman" panose="02020603050405020304" pitchFamily="18" charset="0"/>
              </a:rPr>
              <a:t> </a:t>
            </a:r>
            <a:r>
              <a:rPr lang="en-US" dirty="0">
                <a:solidFill>
                  <a:schemeClr val="accent5">
                    <a:lumMod val="75000"/>
                  </a:schemeClr>
                </a:solidFill>
                <a:latin typeface="Times New Roman" panose="02020603050405020304" pitchFamily="18" charset="0"/>
                <a:cs typeface="Times New Roman" panose="02020603050405020304" pitchFamily="18" charset="0"/>
              </a:rPr>
              <a:t>(&lt;variable&gt;) </a:t>
            </a:r>
            <a:r>
              <a:rPr lang="en-US" dirty="0">
                <a:solidFill>
                  <a:srgbClr val="FF0000"/>
                </a:solidFill>
                <a:latin typeface="Times New Roman" panose="02020603050405020304" pitchFamily="18" charset="0"/>
                <a:cs typeface="Times New Roman" panose="02020603050405020304" pitchFamily="18" charset="0"/>
              </a:rPr>
              <a:t>begin</a:t>
            </a:r>
          </a:p>
          <a:p>
            <a:pPr marL="914400" lvl="2" indent="0">
              <a:buNone/>
            </a:pPr>
            <a:r>
              <a:rPr lang="en-US" dirty="0">
                <a:latin typeface="Times New Roman" panose="02020603050405020304" pitchFamily="18" charset="0"/>
                <a:cs typeface="Times New Roman" panose="02020603050405020304" pitchFamily="18" charset="0"/>
              </a:rPr>
              <a:t>	</a:t>
            </a:r>
            <a:r>
              <a:rPr lang="en-US" dirty="0">
                <a:solidFill>
                  <a:srgbClr val="00B050"/>
                </a:solidFill>
                <a:latin typeface="Times New Roman" panose="02020603050405020304" pitchFamily="18" charset="0"/>
                <a:cs typeface="Times New Roman" panose="02020603050405020304" pitchFamily="18" charset="0"/>
              </a:rPr>
              <a:t>//statement -1</a:t>
            </a:r>
          </a:p>
          <a:p>
            <a:pPr marL="914400" lvl="2" indent="0">
              <a:buNone/>
            </a:pP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	</a:t>
            </a:r>
            <a:r>
              <a:rPr lang="en-US" dirty="0">
                <a:solidFill>
                  <a:srgbClr val="00B050"/>
                </a:solidFill>
                <a:latin typeface="Times New Roman" panose="02020603050405020304" pitchFamily="18" charset="0"/>
                <a:cs typeface="Times New Roman" panose="02020603050405020304" pitchFamily="18" charset="0"/>
              </a:rPr>
              <a:t>//statement – 2</a:t>
            </a:r>
          </a:p>
          <a:p>
            <a:pPr marL="914400" lvl="2" indent="0">
              <a:buNone/>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end</a:t>
            </a:r>
          </a:p>
        </p:txBody>
      </p:sp>
      <p:sp>
        <p:nvSpPr>
          <p:cNvPr id="4" name="Date Placeholder 3">
            <a:extLst>
              <a:ext uri="{FF2B5EF4-FFF2-40B4-BE49-F238E27FC236}">
                <a16:creationId xmlns:a16="http://schemas.microsoft.com/office/drawing/2014/main" id="{4A6234BD-AB3F-A867-E33F-A357EADE66E7}"/>
              </a:ext>
            </a:extLst>
          </p:cNvPr>
          <p:cNvSpPr>
            <a:spLocks noGrp="1"/>
          </p:cNvSpPr>
          <p:nvPr>
            <p:ph type="dt" sz="half" idx="10"/>
          </p:nvPr>
        </p:nvSpPr>
        <p:spPr/>
        <p:txBody>
          <a:bodyPr/>
          <a:lstStyle/>
          <a:p>
            <a:fld id="{D19DDD96-9634-48DB-9E9F-7A1FFE1DBE14}" type="datetime1">
              <a:rPr lang="en-IN" smtClean="0"/>
              <a:pPr/>
              <a:t>31-10-2025</a:t>
            </a:fld>
            <a:endParaRPr lang="en-IN"/>
          </a:p>
        </p:txBody>
      </p:sp>
      <p:sp>
        <p:nvSpPr>
          <p:cNvPr id="5" name="Footer Placeholder 4">
            <a:extLst>
              <a:ext uri="{FF2B5EF4-FFF2-40B4-BE49-F238E27FC236}">
                <a16:creationId xmlns:a16="http://schemas.microsoft.com/office/drawing/2014/main" id="{6A54BEA4-EF65-4B2C-4BC6-8A3E1617D66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2F64C71-91D2-03B9-AF02-4D5B5C40625C}"/>
              </a:ext>
            </a:extLst>
          </p:cNvPr>
          <p:cNvSpPr>
            <a:spLocks noGrp="1"/>
          </p:cNvSpPr>
          <p:nvPr>
            <p:ph type="sldNum" sz="quarter" idx="12"/>
          </p:nvPr>
        </p:nvSpPr>
        <p:spPr/>
        <p:txBody>
          <a:bodyPr/>
          <a:lstStyle/>
          <a:p>
            <a:fld id="{56BB8B7D-B437-4E80-9B4F-EB7501C8BBDD}" type="slidenum">
              <a:rPr lang="en-IN" smtClean="0"/>
              <a:pPr/>
              <a:t>67</a:t>
            </a:fld>
            <a:endParaRPr lang="en-IN"/>
          </a:p>
        </p:txBody>
      </p:sp>
    </p:spTree>
    <p:extLst>
      <p:ext uri="{BB962C8B-B14F-4D97-AF65-F5344CB8AC3E}">
        <p14:creationId xmlns:p14="http://schemas.microsoft.com/office/powerpoint/2010/main" val="1583523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E5B9-74B2-8697-5A3B-5388D6F0C7B6}"/>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1CB8F13A-1247-2DA9-3C7E-33AD24C0FFE3}"/>
              </a:ext>
            </a:extLst>
          </p:cNvPr>
          <p:cNvSpPr>
            <a:spLocks noGrp="1"/>
          </p:cNvSpPr>
          <p:nvPr>
            <p:ph idx="1"/>
          </p:nvPr>
        </p:nvSpPr>
        <p:spPr/>
        <p:txBody>
          <a:bodyPr>
            <a:normAutofit lnSpcReduction="10000"/>
          </a:bodyPr>
          <a:lstStyle/>
          <a:p>
            <a:pPr marL="809625"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repeat_example</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byte a;</a:t>
            </a:r>
          </a:p>
          <a:p>
            <a:pPr marL="809625" indent="0">
              <a:buNone/>
            </a:pPr>
            <a:r>
              <a:rPr lang="en-IN" sz="2000" dirty="0">
                <a:latin typeface="Times New Roman" panose="02020603050405020304" pitchFamily="18" charset="0"/>
                <a:cs typeface="Times New Roman" panose="02020603050405020304" pitchFamily="18" charset="0"/>
              </a:rPr>
              <a:t>  initial </a:t>
            </a:r>
          </a:p>
          <a:p>
            <a:pPr marL="809625" indent="0">
              <a:buNone/>
            </a:pPr>
            <a:r>
              <a:rPr lang="en-IN" sz="2000" dirty="0">
                <a:latin typeface="Times New Roman" panose="02020603050405020304" pitchFamily="18" charset="0"/>
                <a:cs typeface="Times New Roman" panose="02020603050405020304" pitchFamily="18" charset="0"/>
              </a:rPr>
              <a:t>    begin</a:t>
            </a:r>
          </a:p>
          <a:p>
            <a:pPr marL="809625" indent="0">
              <a:buNone/>
            </a:pPr>
            <a:r>
              <a:rPr lang="en-IN" sz="2000" dirty="0">
                <a:latin typeface="Times New Roman" panose="02020603050405020304" pitchFamily="18" charset="0"/>
                <a:cs typeface="Times New Roman" panose="02020603050405020304" pitchFamily="18" charset="0"/>
              </a:rPr>
              <a:t>      $dumpfile("waveform1.vcd");</a:t>
            </a:r>
          </a:p>
          <a:p>
            <a:pPr marL="809625" indent="0">
              <a:buNone/>
            </a:pPr>
            <a:r>
              <a:rPr lang="en-IN" sz="2000" dirty="0">
                <a:latin typeface="Times New Roman" panose="02020603050405020304" pitchFamily="18" charset="0"/>
                <a:cs typeface="Times New Roman" panose="02020603050405020304" pitchFamily="18" charset="0"/>
              </a:rPr>
              <a:t>      $dumpvars(0,repeat_example);</a:t>
            </a:r>
          </a:p>
          <a:p>
            <a:pPr marL="809625" indent="0">
              <a:buNone/>
            </a:pPr>
            <a:r>
              <a:rPr lang="en-IN" sz="2000" dirty="0">
                <a:latin typeface="Times New Roman" panose="02020603050405020304" pitchFamily="18" charset="0"/>
                <a:cs typeface="Times New Roman" panose="02020603050405020304" pitchFamily="18" charset="0"/>
              </a:rPr>
              <a:t>      repeat(5) begin</a:t>
            </a:r>
          </a:p>
          <a:p>
            <a:pPr marL="809625" indent="0">
              <a:buNone/>
            </a:pPr>
            <a:r>
              <a:rPr lang="en-IN" sz="2000" dirty="0">
                <a:latin typeface="Times New Roman" panose="02020603050405020304" pitchFamily="18" charset="0"/>
                <a:cs typeface="Times New Roman" panose="02020603050405020304" pitchFamily="18" charset="0"/>
              </a:rPr>
              <a:t>        a=$random %8'h9;</a:t>
            </a:r>
          </a:p>
          <a:p>
            <a:pPr marL="809625" indent="0">
              <a:buNone/>
            </a:pPr>
            <a:r>
              <a:rPr lang="en-IN" sz="2000" dirty="0">
                <a:latin typeface="Times New Roman" panose="02020603050405020304" pitchFamily="18" charset="0"/>
                <a:cs typeface="Times New Roman" panose="02020603050405020304" pitchFamily="18" charset="0"/>
              </a:rPr>
              <a:t>        $display(" generating value in side the repeat loop is :%oh", a);</a:t>
            </a:r>
          </a:p>
          <a:p>
            <a:pPr marL="809625" indent="0">
              <a:buNone/>
            </a:pPr>
            <a:r>
              <a:rPr lang="en-IN" sz="2000" dirty="0">
                <a:latin typeface="Times New Roman" panose="02020603050405020304" pitchFamily="18" charset="0"/>
                <a:cs typeface="Times New Roman" panose="02020603050405020304" pitchFamily="18" charset="0"/>
              </a:rPr>
              <a:t>      #10;</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endmodule</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5695188-F855-0756-ABD4-1B7BEF9E5957}"/>
              </a:ext>
            </a:extLst>
          </p:cNvPr>
          <p:cNvSpPr>
            <a:spLocks noGrp="1"/>
          </p:cNvSpPr>
          <p:nvPr>
            <p:ph type="dt" sz="half" idx="10"/>
          </p:nvPr>
        </p:nvSpPr>
        <p:spPr/>
        <p:txBody>
          <a:bodyPr/>
          <a:lstStyle/>
          <a:p>
            <a:fld id="{B12C6F90-1FDA-490F-90E9-9341AD82A9FA}" type="datetime1">
              <a:rPr lang="en-IN" smtClean="0"/>
              <a:pPr/>
              <a:t>31-10-2025</a:t>
            </a:fld>
            <a:endParaRPr lang="en-IN"/>
          </a:p>
        </p:txBody>
      </p:sp>
      <p:sp>
        <p:nvSpPr>
          <p:cNvPr id="5" name="Footer Placeholder 4">
            <a:extLst>
              <a:ext uri="{FF2B5EF4-FFF2-40B4-BE49-F238E27FC236}">
                <a16:creationId xmlns:a16="http://schemas.microsoft.com/office/drawing/2014/main" id="{2F751648-1BBC-D5D8-3397-19DD9BBE45D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CDB8926-2016-787A-E360-DE8FBE213170}"/>
              </a:ext>
            </a:extLst>
          </p:cNvPr>
          <p:cNvSpPr>
            <a:spLocks noGrp="1"/>
          </p:cNvSpPr>
          <p:nvPr>
            <p:ph type="sldNum" sz="quarter" idx="12"/>
          </p:nvPr>
        </p:nvSpPr>
        <p:spPr/>
        <p:txBody>
          <a:bodyPr/>
          <a:lstStyle/>
          <a:p>
            <a:fld id="{56BB8B7D-B437-4E80-9B4F-EB7501C8BBDD}" type="slidenum">
              <a:rPr lang="en-IN" smtClean="0"/>
              <a:pPr/>
              <a:t>68</a:t>
            </a:fld>
            <a:endParaRPr lang="en-IN"/>
          </a:p>
        </p:txBody>
      </p:sp>
    </p:spTree>
    <p:extLst>
      <p:ext uri="{BB962C8B-B14F-4D97-AF65-F5344CB8AC3E}">
        <p14:creationId xmlns:p14="http://schemas.microsoft.com/office/powerpoint/2010/main" val="3672763106"/>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3D2B-DA85-47F6-CEA0-11BA95D4E60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B82BCB99-2D3F-8427-E85C-1C0B39523A4E}"/>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While Loop</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while loop is a </a:t>
            </a:r>
            <a:r>
              <a:rPr lang="en-US" sz="2400" dirty="0">
                <a:highlight>
                  <a:srgbClr val="FFFF00"/>
                </a:highlight>
                <a:latin typeface="Times New Roman" panose="02020603050405020304" pitchFamily="18" charset="0"/>
                <a:cs typeface="Times New Roman" panose="02020603050405020304" pitchFamily="18" charset="0"/>
              </a:rPr>
              <a:t>control flow statement </a:t>
            </a:r>
            <a:r>
              <a:rPr lang="en-US" sz="2400" dirty="0">
                <a:latin typeface="Times New Roman" panose="02020603050405020304" pitchFamily="18" charset="0"/>
                <a:cs typeface="Times New Roman" panose="02020603050405020304" pitchFamily="18" charset="0"/>
              </a:rPr>
              <a:t>that allows </a:t>
            </a:r>
            <a:r>
              <a:rPr lang="en-US" sz="2400" dirty="0">
                <a:solidFill>
                  <a:srgbClr val="FF0000"/>
                </a:solidFill>
                <a:latin typeface="Times New Roman" panose="02020603050405020304" pitchFamily="18" charset="0"/>
                <a:cs typeface="Times New Roman" panose="02020603050405020304" pitchFamily="18" charset="0"/>
              </a:rPr>
              <a:t>code</a:t>
            </a:r>
            <a:r>
              <a:rPr lang="en-US" sz="2400" dirty="0">
                <a:latin typeface="Times New Roman" panose="02020603050405020304" pitchFamily="18" charset="0"/>
                <a:cs typeface="Times New Roman" panose="02020603050405020304" pitchFamily="18" charset="0"/>
              </a:rPr>
              <a:t> to be </a:t>
            </a:r>
            <a:r>
              <a:rPr lang="en-US" sz="2400" dirty="0">
                <a:solidFill>
                  <a:srgbClr val="FF0000"/>
                </a:solidFill>
                <a:latin typeface="Times New Roman" panose="02020603050405020304" pitchFamily="18" charset="0"/>
                <a:cs typeface="Times New Roman" panose="02020603050405020304" pitchFamily="18" charset="0"/>
              </a:rPr>
              <a:t>executed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repeatedly</a:t>
            </a:r>
            <a:r>
              <a:rPr lang="en-US" sz="2400" dirty="0">
                <a:latin typeface="Times New Roman" panose="02020603050405020304" pitchFamily="18" charset="0"/>
                <a:cs typeface="Times New Roman" panose="02020603050405020304" pitchFamily="18" charset="0"/>
              </a:rPr>
              <a:t> based on a </a:t>
            </a:r>
            <a:r>
              <a:rPr lang="en-US" sz="2400" dirty="0">
                <a:solidFill>
                  <a:srgbClr val="FF0000"/>
                </a:solidFill>
                <a:latin typeface="Times New Roman" panose="02020603050405020304" pitchFamily="18" charset="0"/>
                <a:cs typeface="Times New Roman" panose="02020603050405020304" pitchFamily="18" charset="0"/>
              </a:rPr>
              <a:t>given condition</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Example</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43B9521-D209-E6FE-C80B-03B5164CB0E8}"/>
              </a:ext>
            </a:extLst>
          </p:cNvPr>
          <p:cNvSpPr>
            <a:spLocks noGrp="1"/>
          </p:cNvSpPr>
          <p:nvPr>
            <p:ph type="dt" sz="half" idx="10"/>
          </p:nvPr>
        </p:nvSpPr>
        <p:spPr/>
        <p:txBody>
          <a:bodyPr/>
          <a:lstStyle/>
          <a:p>
            <a:fld id="{6761204B-B877-4173-B4CA-FFEFFBAB3ED7}" type="datetime1">
              <a:rPr lang="en-IN" smtClean="0"/>
              <a:pPr/>
              <a:t>31-10-2025</a:t>
            </a:fld>
            <a:endParaRPr lang="en-IN"/>
          </a:p>
        </p:txBody>
      </p:sp>
      <p:sp>
        <p:nvSpPr>
          <p:cNvPr id="6" name="Footer Placeholder 5">
            <a:extLst>
              <a:ext uri="{FF2B5EF4-FFF2-40B4-BE49-F238E27FC236}">
                <a16:creationId xmlns:a16="http://schemas.microsoft.com/office/drawing/2014/main" id="{A9570581-5D58-F2FB-465A-147B77ED24B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3B3B2CB-42E4-CC65-701B-6743CDF1F5D9}"/>
              </a:ext>
            </a:extLst>
          </p:cNvPr>
          <p:cNvSpPr>
            <a:spLocks noGrp="1"/>
          </p:cNvSpPr>
          <p:nvPr>
            <p:ph type="sldNum" sz="quarter" idx="12"/>
          </p:nvPr>
        </p:nvSpPr>
        <p:spPr/>
        <p:txBody>
          <a:bodyPr/>
          <a:lstStyle/>
          <a:p>
            <a:fld id="{56BB8B7D-B437-4E80-9B4F-EB7501C8BBDD}" type="slidenum">
              <a:rPr lang="en-IN" smtClean="0"/>
              <a:pPr/>
              <a:t>69</a:t>
            </a:fld>
            <a:endParaRPr lang="en-IN"/>
          </a:p>
        </p:txBody>
      </p:sp>
      <p:pic>
        <p:nvPicPr>
          <p:cNvPr id="5" name="Picture 4">
            <a:extLst>
              <a:ext uri="{FF2B5EF4-FFF2-40B4-BE49-F238E27FC236}">
                <a16:creationId xmlns:a16="http://schemas.microsoft.com/office/drawing/2014/main" id="{21CB73B3-F8B7-0F3D-95F1-2F3FBE84046F}"/>
              </a:ext>
            </a:extLst>
          </p:cNvPr>
          <p:cNvPicPr>
            <a:picLocks noChangeAspect="1"/>
          </p:cNvPicPr>
          <p:nvPr/>
        </p:nvPicPr>
        <p:blipFill>
          <a:blip r:embed="rId2"/>
          <a:stretch>
            <a:fillRect/>
          </a:stretch>
        </p:blipFill>
        <p:spPr>
          <a:xfrm>
            <a:off x="1493487" y="3429000"/>
            <a:ext cx="5753903" cy="2972215"/>
          </a:xfrm>
          <a:prstGeom prst="rect">
            <a:avLst/>
          </a:prstGeom>
        </p:spPr>
      </p:pic>
    </p:spTree>
    <p:extLst>
      <p:ext uri="{BB962C8B-B14F-4D97-AF65-F5344CB8AC3E}">
        <p14:creationId xmlns:p14="http://schemas.microsoft.com/office/powerpoint/2010/main" val="1197345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AD28-C948-235F-69F7-4492B437125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8BECA543-7192-1A36-7C0E-D04D296164EC}"/>
              </a:ext>
            </a:extLst>
          </p:cNvPr>
          <p:cNvSpPr>
            <a:spLocks noGrp="1"/>
          </p:cNvSpPr>
          <p:nvPr>
            <p:ph idx="1"/>
          </p:nvPr>
        </p:nvSpPr>
        <p:spPr>
          <a:xfrm>
            <a:off x="609600" y="925975"/>
            <a:ext cx="6233652" cy="5200189"/>
          </a:xfrm>
        </p:spPr>
        <p:txBody>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while_example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 [3:0] counter;</a:t>
            </a:r>
          </a:p>
          <a:p>
            <a:pPr marL="0" indent="0">
              <a:buNone/>
            </a:pPr>
            <a:r>
              <a:rPr lang="en-US" sz="2000" dirty="0">
                <a:latin typeface="Times New Roman" panose="02020603050405020304" pitchFamily="18" charset="0"/>
                <a:cs typeface="Times New Roman" panose="02020603050405020304" pitchFamily="18" charset="0"/>
              </a:rPr>
              <a:t>  always #5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initial begin</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=0;</a:t>
            </a:r>
          </a:p>
          <a:p>
            <a:pPr marL="0" indent="0">
              <a:buNone/>
            </a:pPr>
            <a:r>
              <a:rPr lang="en-US" sz="2000" dirty="0">
                <a:latin typeface="Times New Roman" panose="02020603050405020304" pitchFamily="18" charset="0"/>
                <a:cs typeface="Times New Roman" panose="02020603050405020304" pitchFamily="18" charset="0"/>
              </a:rPr>
              <a:t>    counter = 4'b0000;</a:t>
            </a:r>
          </a:p>
          <a:p>
            <a:pPr marL="0" indent="0">
              <a:buNone/>
            </a:pPr>
            <a:r>
              <a:rPr lang="en-US" sz="2000" dirty="0">
                <a:latin typeface="Times New Roman" panose="02020603050405020304" pitchFamily="18" charset="0"/>
                <a:cs typeface="Times New Roman" panose="02020603050405020304" pitchFamily="18" charset="0"/>
              </a:rPr>
              <a:t>    $display("the counter initial value is : %0b", counter);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dumpfile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waveform.vcd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dumpvars</a:t>
            </a:r>
            <a:r>
              <a:rPr lang="en-US" sz="2000" dirty="0">
                <a:latin typeface="Times New Roman" panose="02020603050405020304" pitchFamily="18" charset="0"/>
                <a:cs typeface="Times New Roman" panose="02020603050405020304" pitchFamily="18" charset="0"/>
              </a:rPr>
              <a:t>(0, </a:t>
            </a:r>
            <a:r>
              <a:rPr lang="en-US" sz="2000" dirty="0" err="1">
                <a:latin typeface="Times New Roman" panose="02020603050405020304" pitchFamily="18" charset="0"/>
                <a:cs typeface="Times New Roman" panose="02020603050405020304" pitchFamily="18" charset="0"/>
              </a:rPr>
              <a:t>while_example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697D3F65-3FEE-618F-791E-DEE79A02B13F}"/>
              </a:ext>
            </a:extLst>
          </p:cNvPr>
          <p:cNvSpPr>
            <a:spLocks noGrp="1"/>
          </p:cNvSpPr>
          <p:nvPr>
            <p:ph type="dt" sz="half" idx="10"/>
          </p:nvPr>
        </p:nvSpPr>
        <p:spPr/>
        <p:txBody>
          <a:bodyPr/>
          <a:lstStyle/>
          <a:p>
            <a:fld id="{9C67C770-EA47-4EAC-A6C3-DEDD79E315F1}" type="datetime1">
              <a:rPr lang="en-IN" smtClean="0"/>
              <a:pPr/>
              <a:t>31-10-2025</a:t>
            </a:fld>
            <a:endParaRPr lang="en-IN"/>
          </a:p>
        </p:txBody>
      </p:sp>
      <p:sp>
        <p:nvSpPr>
          <p:cNvPr id="6" name="Footer Placeholder 5">
            <a:extLst>
              <a:ext uri="{FF2B5EF4-FFF2-40B4-BE49-F238E27FC236}">
                <a16:creationId xmlns:a16="http://schemas.microsoft.com/office/drawing/2014/main" id="{7F825745-4F4F-4341-A5F0-4F68FF61C20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F5BB3991-AFFF-49AD-7DC2-F0337FEAFF7E}"/>
              </a:ext>
            </a:extLst>
          </p:cNvPr>
          <p:cNvSpPr>
            <a:spLocks noGrp="1"/>
          </p:cNvSpPr>
          <p:nvPr>
            <p:ph type="sldNum" sz="quarter" idx="12"/>
          </p:nvPr>
        </p:nvSpPr>
        <p:spPr/>
        <p:txBody>
          <a:bodyPr/>
          <a:lstStyle/>
          <a:p>
            <a:fld id="{56BB8B7D-B437-4E80-9B4F-EB7501C8BBDD}" type="slidenum">
              <a:rPr lang="en-IN" smtClean="0"/>
              <a:pPr/>
              <a:t>70</a:t>
            </a:fld>
            <a:endParaRPr lang="en-IN"/>
          </a:p>
        </p:txBody>
      </p:sp>
      <p:sp>
        <p:nvSpPr>
          <p:cNvPr id="4" name="TextBox 3">
            <a:extLst>
              <a:ext uri="{FF2B5EF4-FFF2-40B4-BE49-F238E27FC236}">
                <a16:creationId xmlns:a16="http://schemas.microsoft.com/office/drawing/2014/main" id="{7384EA95-E0C9-073C-CF69-94A4DF3E27BA}"/>
              </a:ext>
            </a:extLst>
          </p:cNvPr>
          <p:cNvSpPr txBox="1"/>
          <p:nvPr/>
        </p:nvSpPr>
        <p:spPr>
          <a:xfrm>
            <a:off x="7197213" y="1607574"/>
            <a:ext cx="4527755"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always@(</a:t>
            </a:r>
            <a:r>
              <a:rPr lang="en-US" sz="2000" dirty="0" err="1">
                <a:latin typeface="Times New Roman" panose="02020603050405020304" pitchFamily="18" charset="0"/>
                <a:cs typeface="Times New Roman" panose="02020603050405020304" pitchFamily="18" charset="0"/>
              </a:rPr>
              <a:t>posedge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begin</a:t>
            </a:r>
          </a:p>
          <a:p>
            <a:r>
              <a:rPr lang="en-US" sz="2000" dirty="0">
                <a:latin typeface="Times New Roman" panose="02020603050405020304" pitchFamily="18" charset="0"/>
                <a:cs typeface="Times New Roman" panose="02020603050405020304" pitchFamily="18" charset="0"/>
              </a:rPr>
              <a:t>    while (counter &lt;10) begin</a:t>
            </a:r>
          </a:p>
          <a:p>
            <a:r>
              <a:rPr lang="en-US" sz="2000" dirty="0">
                <a:latin typeface="Times New Roman" panose="02020603050405020304" pitchFamily="18" charset="0"/>
                <a:cs typeface="Times New Roman" panose="02020603050405020304" pitchFamily="18" charset="0"/>
              </a:rPr>
              <a:t>      counter++;</a:t>
            </a:r>
          </a:p>
          <a:p>
            <a:r>
              <a:rPr lang="en-US" sz="2000" dirty="0">
                <a:latin typeface="Times New Roman" panose="02020603050405020304" pitchFamily="18" charset="0"/>
                <a:cs typeface="Times New Roman" panose="02020603050405020304" pitchFamily="18" charset="0"/>
              </a:rPr>
              <a:t>      $display("the counter value is : %0b", counter );</a:t>
            </a:r>
          </a:p>
          <a:p>
            <a:r>
              <a:rPr lang="en-US" sz="2000" dirty="0">
                <a:latin typeface="Times New Roman" panose="02020603050405020304" pitchFamily="18" charset="0"/>
                <a:cs typeface="Times New Roman" panose="02020603050405020304" pitchFamily="18" charset="0"/>
              </a:rPr>
              <a:t>      @(posedge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end</a:t>
            </a:r>
          </a:p>
          <a:p>
            <a:r>
              <a:rPr lang="en-US" sz="2000" dirty="0">
                <a:latin typeface="Times New Roman" panose="02020603050405020304" pitchFamily="18" charset="0"/>
                <a:cs typeface="Times New Roman" panose="02020603050405020304" pitchFamily="18" charset="0"/>
              </a:rPr>
              <a:t>    $display("the counter has </a:t>
            </a:r>
            <a:r>
              <a:rPr lang="en-US" sz="2000" dirty="0" err="1">
                <a:latin typeface="Times New Roman" panose="02020603050405020304" pitchFamily="18" charset="0"/>
                <a:cs typeface="Times New Roman" panose="02020603050405020304" pitchFamily="18" charset="0"/>
              </a:rPr>
              <a:t>reaced</a:t>
            </a:r>
            <a:r>
              <a:rPr lang="en-US" sz="2000" dirty="0">
                <a:latin typeface="Times New Roman" panose="02020603050405020304" pitchFamily="18" charset="0"/>
                <a:cs typeface="Times New Roman" panose="02020603050405020304" pitchFamily="18" charset="0"/>
              </a:rPr>
              <a:t> the value 10: %0b", counter );</a:t>
            </a:r>
          </a:p>
          <a:p>
            <a:r>
              <a:rPr lang="en-US" sz="2000" dirty="0">
                <a:latin typeface="Times New Roman" panose="02020603050405020304" pitchFamily="18" charset="0"/>
                <a:cs typeface="Times New Roman" panose="02020603050405020304" pitchFamily="18" charset="0"/>
              </a:rPr>
              <a:t>    #10 $finish;</a:t>
            </a:r>
          </a:p>
          <a:p>
            <a:r>
              <a:rPr lang="en-US" sz="2000" dirty="0">
                <a:latin typeface="Times New Roman" panose="02020603050405020304" pitchFamily="18" charset="0"/>
                <a:cs typeface="Times New Roman" panose="02020603050405020304" pitchFamily="18" charset="0"/>
              </a:rPr>
              <a:t>  end</a:t>
            </a:r>
          </a:p>
          <a:p>
            <a:r>
              <a:rPr lang="en-US" sz="2000" dirty="0" err="1">
                <a:latin typeface="Times New Roman" panose="02020603050405020304" pitchFamily="18" charset="0"/>
                <a:cs typeface="Times New Roman" panose="02020603050405020304" pitchFamily="18" charset="0"/>
              </a:rPr>
              <a:t>endmodule</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117644"/>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DA29-1590-E59B-2755-FFB5F2BCC862}"/>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2E6D05EF-66DB-E47F-9C48-04A1ADA9FEA6}"/>
              </a:ext>
            </a:extLst>
          </p:cNvPr>
          <p:cNvSpPr>
            <a:spLocks noGrp="1"/>
          </p:cNvSpPr>
          <p:nvPr>
            <p:ph idx="1"/>
          </p:nvPr>
        </p:nvSpPr>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ea typeface="+mn-ea"/>
                <a:cs typeface="Times New Roman" panose="02020603050405020304" pitchFamily="18" charset="0"/>
              </a:rPr>
              <a:t>Do-While Loop</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A do while loop is a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control flow statement </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that allows code to be executed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repeatedly</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based on a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given condition</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In do-while, </a:t>
            </a:r>
            <a:r>
              <a:rPr kumimoji="0" lang="en-US" sz="2400" b="0" i="0" u="none" strike="noStrike" kern="1200" cap="none" spc="0" normalizeH="0" baseline="0" noProof="0" dirty="0">
                <a:ln>
                  <a:noFill/>
                </a:ln>
                <a:effectLst/>
                <a:highlight>
                  <a:srgbClr val="FFFF00"/>
                </a:highlight>
                <a:uLnTx/>
                <a:uFillTx/>
                <a:latin typeface="Times New Roman" panose="02020603050405020304" pitchFamily="18" charset="0"/>
                <a:ea typeface="+mn-ea"/>
                <a:cs typeface="Times New Roman" panose="02020603050405020304" pitchFamily="18" charset="0"/>
              </a:rPr>
              <a:t>the condition will be checked after the execution of statements</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inside the loop the condition can be any expression.</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do-while is similar to while loop but in case of while loop execution of statements happens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only if the condition is true</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In a do while, statements inside the loop will be executed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least once even if the condition is not satisfied</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a:t>
            </a:r>
          </a:p>
        </p:txBody>
      </p:sp>
      <p:sp>
        <p:nvSpPr>
          <p:cNvPr id="4" name="Date Placeholder 3">
            <a:extLst>
              <a:ext uri="{FF2B5EF4-FFF2-40B4-BE49-F238E27FC236}">
                <a16:creationId xmlns:a16="http://schemas.microsoft.com/office/drawing/2014/main" id="{57FBFF6B-E90C-7889-0D46-77BA88DDE578}"/>
              </a:ext>
            </a:extLst>
          </p:cNvPr>
          <p:cNvSpPr>
            <a:spLocks noGrp="1"/>
          </p:cNvSpPr>
          <p:nvPr>
            <p:ph type="dt" sz="half" idx="10"/>
          </p:nvPr>
        </p:nvSpPr>
        <p:spPr/>
        <p:txBody>
          <a:bodyPr/>
          <a:lstStyle/>
          <a:p>
            <a:fld id="{76973652-BEA5-43A8-B381-DCE0D18E78EE}" type="datetime1">
              <a:rPr lang="en-IN" smtClean="0"/>
              <a:pPr/>
              <a:t>31-10-2025</a:t>
            </a:fld>
            <a:endParaRPr lang="en-IN"/>
          </a:p>
        </p:txBody>
      </p:sp>
      <p:sp>
        <p:nvSpPr>
          <p:cNvPr id="5" name="Footer Placeholder 4">
            <a:extLst>
              <a:ext uri="{FF2B5EF4-FFF2-40B4-BE49-F238E27FC236}">
                <a16:creationId xmlns:a16="http://schemas.microsoft.com/office/drawing/2014/main" id="{B92A0984-F3AE-C9C8-CC18-2FCB3F17DC4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6A18C3C-E59D-164B-B19C-EC96C5ABB033}"/>
              </a:ext>
            </a:extLst>
          </p:cNvPr>
          <p:cNvSpPr>
            <a:spLocks noGrp="1"/>
          </p:cNvSpPr>
          <p:nvPr>
            <p:ph type="sldNum" sz="quarter" idx="12"/>
          </p:nvPr>
        </p:nvSpPr>
        <p:spPr/>
        <p:txBody>
          <a:bodyPr/>
          <a:lstStyle/>
          <a:p>
            <a:fld id="{56BB8B7D-B437-4E80-9B4F-EB7501C8BBDD}" type="slidenum">
              <a:rPr lang="en-IN" smtClean="0"/>
              <a:pPr/>
              <a:t>71</a:t>
            </a:fld>
            <a:endParaRPr lang="en-IN"/>
          </a:p>
        </p:txBody>
      </p:sp>
    </p:spTree>
    <p:extLst>
      <p:ext uri="{BB962C8B-B14F-4D97-AF65-F5344CB8AC3E}">
        <p14:creationId xmlns:p14="http://schemas.microsoft.com/office/powerpoint/2010/main" val="9793010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2819-CE1E-F9CB-D8CD-ED253BD491FB}"/>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E9332A7B-6821-6603-5D6C-80D953572596}"/>
              </a:ext>
            </a:extLst>
          </p:cNvPr>
          <p:cNvSpPr>
            <a:spLocks noGrp="1"/>
          </p:cNvSpPr>
          <p:nvPr>
            <p:ph idx="1"/>
          </p:nvPr>
        </p:nvSpPr>
        <p:spPr/>
        <p:txBody>
          <a:bodyPr/>
          <a:lstStyle/>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Ø"/>
            </a:pPr>
            <a:endParaRPr lang="en-IN" sz="20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EEB5338-04E4-3C57-CA6E-118F1BC8D149}"/>
              </a:ext>
            </a:extLst>
          </p:cNvPr>
          <p:cNvSpPr>
            <a:spLocks noGrp="1"/>
          </p:cNvSpPr>
          <p:nvPr>
            <p:ph type="dt" sz="half" idx="10"/>
          </p:nvPr>
        </p:nvSpPr>
        <p:spPr/>
        <p:txBody>
          <a:bodyPr/>
          <a:lstStyle/>
          <a:p>
            <a:fld id="{13ED04BB-4834-48D2-A1B9-13664A40CED8}" type="datetime1">
              <a:rPr lang="en-IN" smtClean="0"/>
              <a:pPr/>
              <a:t>31-10-2025</a:t>
            </a:fld>
            <a:endParaRPr lang="en-IN"/>
          </a:p>
        </p:txBody>
      </p:sp>
      <p:sp>
        <p:nvSpPr>
          <p:cNvPr id="6" name="Footer Placeholder 5">
            <a:extLst>
              <a:ext uri="{FF2B5EF4-FFF2-40B4-BE49-F238E27FC236}">
                <a16:creationId xmlns:a16="http://schemas.microsoft.com/office/drawing/2014/main" id="{1BF8518C-BF5A-AC1A-D39D-CEF3AB3AFA9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F0B1BEA3-0C47-6912-ED45-4A13563D6A82}"/>
              </a:ext>
            </a:extLst>
          </p:cNvPr>
          <p:cNvSpPr>
            <a:spLocks noGrp="1"/>
          </p:cNvSpPr>
          <p:nvPr>
            <p:ph type="sldNum" sz="quarter" idx="12"/>
          </p:nvPr>
        </p:nvSpPr>
        <p:spPr/>
        <p:txBody>
          <a:bodyPr/>
          <a:lstStyle/>
          <a:p>
            <a:fld id="{56BB8B7D-B437-4E80-9B4F-EB7501C8BBDD}" type="slidenum">
              <a:rPr lang="en-IN" smtClean="0"/>
              <a:pPr/>
              <a:t>72</a:t>
            </a:fld>
            <a:endParaRPr lang="en-IN"/>
          </a:p>
        </p:txBody>
      </p:sp>
    </p:spTree>
    <p:extLst>
      <p:ext uri="{BB962C8B-B14F-4D97-AF65-F5344CB8AC3E}">
        <p14:creationId xmlns:p14="http://schemas.microsoft.com/office/powerpoint/2010/main" val="39855417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7CB5-F632-46E4-09B4-5CA996DC09C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88F50E2C-A88D-5383-BA96-5743BCC2AF57}"/>
              </a:ext>
            </a:extLst>
          </p:cNvPr>
          <p:cNvSpPr>
            <a:spLocks noGrp="1"/>
          </p:cNvSpPr>
          <p:nvPr>
            <p:ph idx="1"/>
          </p:nvPr>
        </p:nvSpPr>
        <p:spPr>
          <a:xfrm>
            <a:off x="609600" y="960699"/>
            <a:ext cx="6056671" cy="5165465"/>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do_while_example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 [3:0] counter;</a:t>
            </a:r>
          </a:p>
          <a:p>
            <a:pPr marL="0" indent="0">
              <a:buNone/>
            </a:pPr>
            <a:r>
              <a:rPr lang="en-US" sz="2000" dirty="0">
                <a:latin typeface="Times New Roman" panose="02020603050405020304" pitchFamily="18" charset="0"/>
                <a:cs typeface="Times New Roman" panose="02020603050405020304" pitchFamily="18" charset="0"/>
              </a:rPr>
              <a:t>  always #5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initial begin</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=0;</a:t>
            </a:r>
          </a:p>
          <a:p>
            <a:pPr marL="0" indent="0">
              <a:buNone/>
            </a:pPr>
            <a:r>
              <a:rPr lang="en-US" sz="2000" dirty="0">
                <a:latin typeface="Times New Roman" panose="02020603050405020304" pitchFamily="18" charset="0"/>
                <a:cs typeface="Times New Roman" panose="02020603050405020304" pitchFamily="18" charset="0"/>
              </a:rPr>
              <a:t>    counter = 4'b0000;</a:t>
            </a:r>
          </a:p>
          <a:p>
            <a:pPr marL="0" indent="0">
              <a:buNone/>
            </a:pPr>
            <a:r>
              <a:rPr lang="en-US" sz="2000" dirty="0">
                <a:latin typeface="Times New Roman" panose="02020603050405020304" pitchFamily="18" charset="0"/>
                <a:cs typeface="Times New Roman" panose="02020603050405020304" pitchFamily="18" charset="0"/>
              </a:rPr>
              <a:t>    $display("the counter initial value is : %0b", counter);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dumpfile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waveform.vcd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dumpvars</a:t>
            </a:r>
            <a:r>
              <a:rPr lang="en-US" sz="2000" dirty="0">
                <a:latin typeface="Times New Roman" panose="02020603050405020304" pitchFamily="18" charset="0"/>
                <a:cs typeface="Times New Roman" panose="02020603050405020304" pitchFamily="18" charset="0"/>
              </a:rPr>
              <a:t>(0, </a:t>
            </a:r>
            <a:r>
              <a:rPr lang="en-US" sz="2000" dirty="0" err="1">
                <a:latin typeface="Times New Roman" panose="02020603050405020304" pitchFamily="18" charset="0"/>
                <a:cs typeface="Times New Roman" panose="02020603050405020304" pitchFamily="18" charset="0"/>
              </a:rPr>
              <a:t>do_while_example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a:latin typeface="Times New Roman" panose="02020603050405020304" pitchFamily="18" charset="0"/>
                <a:cs typeface="Times New Roman" panose="02020603050405020304" pitchFamily="18" charset="0"/>
              </a:rPr>
              <a:t>  always@(</a:t>
            </a:r>
            <a:r>
              <a:rPr lang="en-US" sz="2000" dirty="0" err="1">
                <a:latin typeface="Times New Roman" panose="02020603050405020304" pitchFamily="18" charset="0"/>
                <a:cs typeface="Times New Roman" panose="02020603050405020304" pitchFamily="18" charset="0"/>
              </a:rPr>
              <a:t>posedge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begin</a:t>
            </a:r>
          </a:p>
          <a:p>
            <a:pPr marL="0" indent="0">
              <a:buNone/>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EA6328C-376E-9A44-28B9-3059F2E5F4E0}"/>
              </a:ext>
            </a:extLst>
          </p:cNvPr>
          <p:cNvSpPr>
            <a:spLocks noGrp="1"/>
          </p:cNvSpPr>
          <p:nvPr>
            <p:ph type="dt" sz="half" idx="10"/>
          </p:nvPr>
        </p:nvSpPr>
        <p:spPr/>
        <p:txBody>
          <a:bodyPr/>
          <a:lstStyle/>
          <a:p>
            <a:fld id="{9997DC35-9239-4052-A0ED-BED19FDAB284}" type="datetime1">
              <a:rPr lang="en-IN" smtClean="0"/>
              <a:pPr/>
              <a:t>31-10-2025</a:t>
            </a:fld>
            <a:endParaRPr lang="en-IN"/>
          </a:p>
        </p:txBody>
      </p:sp>
      <p:sp>
        <p:nvSpPr>
          <p:cNvPr id="6" name="Footer Placeholder 5">
            <a:extLst>
              <a:ext uri="{FF2B5EF4-FFF2-40B4-BE49-F238E27FC236}">
                <a16:creationId xmlns:a16="http://schemas.microsoft.com/office/drawing/2014/main" id="{2BDEBD58-DE30-32F9-0433-83031C90ABE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1DCC9E4-1029-CD3F-16AB-2669B8944632}"/>
              </a:ext>
            </a:extLst>
          </p:cNvPr>
          <p:cNvSpPr>
            <a:spLocks noGrp="1"/>
          </p:cNvSpPr>
          <p:nvPr>
            <p:ph type="sldNum" sz="quarter" idx="12"/>
          </p:nvPr>
        </p:nvSpPr>
        <p:spPr/>
        <p:txBody>
          <a:bodyPr/>
          <a:lstStyle/>
          <a:p>
            <a:fld id="{56BB8B7D-B437-4E80-9B4F-EB7501C8BBDD}" type="slidenum">
              <a:rPr lang="en-IN" smtClean="0"/>
              <a:pPr/>
              <a:t>73</a:t>
            </a:fld>
            <a:endParaRPr lang="en-IN"/>
          </a:p>
        </p:txBody>
      </p:sp>
      <p:sp>
        <p:nvSpPr>
          <p:cNvPr id="4" name="TextBox 3">
            <a:extLst>
              <a:ext uri="{FF2B5EF4-FFF2-40B4-BE49-F238E27FC236}">
                <a16:creationId xmlns:a16="http://schemas.microsoft.com/office/drawing/2014/main" id="{0713AA6C-7E3D-E864-8506-0C84523F0A46}"/>
              </a:ext>
            </a:extLst>
          </p:cNvPr>
          <p:cNvSpPr txBox="1"/>
          <p:nvPr/>
        </p:nvSpPr>
        <p:spPr>
          <a:xfrm>
            <a:off x="6934750" y="960699"/>
            <a:ext cx="4576916" cy="3477875"/>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do begin</a:t>
            </a:r>
          </a:p>
          <a:p>
            <a:pPr marL="0" indent="0">
              <a:buNone/>
            </a:pPr>
            <a:r>
              <a:rPr lang="en-US" sz="2000" dirty="0">
                <a:latin typeface="Times New Roman" panose="02020603050405020304" pitchFamily="18" charset="0"/>
                <a:cs typeface="Times New Roman" panose="02020603050405020304" pitchFamily="18" charset="0"/>
              </a:rPr>
              <a:t>      counter++;</a:t>
            </a:r>
          </a:p>
          <a:p>
            <a:pPr marL="0" indent="0">
              <a:buNone/>
            </a:pPr>
            <a:r>
              <a:rPr lang="en-US" sz="2000" dirty="0">
                <a:latin typeface="Times New Roman" panose="02020603050405020304" pitchFamily="18" charset="0"/>
                <a:cs typeface="Times New Roman" panose="02020603050405020304" pitchFamily="18" charset="0"/>
              </a:rPr>
              <a:t>      $display("the counter value is : %0b", counter );</a:t>
            </a:r>
          </a:p>
          <a:p>
            <a:pPr marL="0" indent="0">
              <a:buNone/>
            </a:pPr>
            <a:r>
              <a:rPr lang="en-US" sz="2000" dirty="0">
                <a:latin typeface="Times New Roman" panose="02020603050405020304" pitchFamily="18" charset="0"/>
                <a:cs typeface="Times New Roman" panose="02020603050405020304" pitchFamily="18" charset="0"/>
              </a:rPr>
              <a:t>      @(posedge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end  while (counter &lt;11);</a:t>
            </a:r>
          </a:p>
          <a:p>
            <a:pPr marL="0" indent="0">
              <a:buNone/>
            </a:pPr>
            <a:r>
              <a:rPr lang="en-US" sz="2000" dirty="0">
                <a:latin typeface="Times New Roman" panose="02020603050405020304" pitchFamily="18" charset="0"/>
                <a:cs typeface="Times New Roman" panose="02020603050405020304" pitchFamily="18" charset="0"/>
              </a:rPr>
              <a:t>    $display("the counter has </a:t>
            </a:r>
            <a:r>
              <a:rPr lang="en-US" sz="2000" dirty="0" err="1">
                <a:latin typeface="Times New Roman" panose="02020603050405020304" pitchFamily="18" charset="0"/>
                <a:cs typeface="Times New Roman" panose="02020603050405020304" pitchFamily="18" charset="0"/>
              </a:rPr>
              <a:t>reaced</a:t>
            </a:r>
            <a:r>
              <a:rPr lang="en-US" sz="2000" dirty="0">
                <a:latin typeface="Times New Roman" panose="02020603050405020304" pitchFamily="18" charset="0"/>
                <a:cs typeface="Times New Roman" panose="02020603050405020304" pitchFamily="18" charset="0"/>
              </a:rPr>
              <a:t> the value 10: %0b", counter );</a:t>
            </a:r>
          </a:p>
          <a:p>
            <a:pPr marL="0" indent="0">
              <a:buNone/>
            </a:pPr>
            <a:r>
              <a:rPr lang="en-US" sz="2000" dirty="0">
                <a:latin typeface="Times New Roman" panose="02020603050405020304" pitchFamily="18" charset="0"/>
                <a:cs typeface="Times New Roman" panose="02020603050405020304" pitchFamily="18" charset="0"/>
              </a:rPr>
              <a:t>    #10 $finish;</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1376834136"/>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5CAA1-4531-E1EA-727D-C779BAAFAE8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32E085AB-A2BC-84DE-6F7A-5BB92045AD6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For Loop</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SystemVerilog for loop is enhanced for loop of Verilog.</a:t>
            </a:r>
          </a:p>
          <a:p>
            <a:pPr lvl="1">
              <a:buFont typeface="Wingdings" panose="05000000000000000000" pitchFamily="2" charset="2"/>
              <a:buChar char="Ø"/>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
            </a:pPr>
            <a:r>
              <a:rPr lang="en-US" dirty="0">
                <a:solidFill>
                  <a:srgbClr val="FF0000"/>
                </a:solidFill>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a:t>
            </a:r>
            <a:r>
              <a:rPr lang="en-US" dirty="0">
                <a:solidFill>
                  <a:schemeClr val="accent2">
                    <a:lumMod val="75000"/>
                  </a:schemeClr>
                </a:solidFill>
                <a:latin typeface="Times New Roman" panose="02020603050405020304" pitchFamily="18" charset="0"/>
                <a:cs typeface="Times New Roman" panose="02020603050405020304" pitchFamily="18" charset="0"/>
              </a:rPr>
              <a:t>initialization</a:t>
            </a:r>
            <a:r>
              <a:rPr lang="en-US" dirty="0">
                <a:latin typeface="Times New Roman" panose="02020603050405020304" pitchFamily="18" charset="0"/>
                <a:cs typeface="Times New Roman" panose="02020603050405020304" pitchFamily="18" charset="0"/>
              </a:rPr>
              <a:t>; </a:t>
            </a:r>
            <a:r>
              <a:rPr lang="en-US" dirty="0">
                <a:solidFill>
                  <a:schemeClr val="accent3">
                    <a:lumMod val="75000"/>
                  </a:schemeClr>
                </a:solidFill>
                <a:latin typeface="Times New Roman" panose="02020603050405020304" pitchFamily="18" charset="0"/>
                <a:cs typeface="Times New Roman" panose="02020603050405020304" pitchFamily="18" charset="0"/>
              </a:rPr>
              <a:t>condition</a:t>
            </a:r>
            <a:r>
              <a:rPr lang="en-US" dirty="0">
                <a:latin typeface="Times New Roman" panose="02020603050405020304" pitchFamily="18" charset="0"/>
                <a:cs typeface="Times New Roman" panose="02020603050405020304" pitchFamily="18" charset="0"/>
              </a:rPr>
              <a:t>; </a:t>
            </a:r>
            <a:r>
              <a:rPr lang="en-US" dirty="0">
                <a:solidFill>
                  <a:schemeClr val="accent4">
                    <a:lumMod val="75000"/>
                  </a:schemeClr>
                </a:solidFill>
                <a:latin typeface="Times New Roman" panose="02020603050405020304" pitchFamily="18" charset="0"/>
                <a:cs typeface="Times New Roman" panose="02020603050405020304" pitchFamily="18" charset="0"/>
              </a:rPr>
              <a:t>modifier</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begin</a:t>
            </a:r>
          </a:p>
          <a:p>
            <a:pPr marL="1371600" lvl="3" indent="0">
              <a:buNone/>
            </a:pPr>
            <a:r>
              <a:rPr lang="en-US" sz="2400" dirty="0">
                <a:solidFill>
                  <a:srgbClr val="00B050"/>
                </a:solidFill>
                <a:latin typeface="Times New Roman" panose="02020603050405020304" pitchFamily="18" charset="0"/>
                <a:cs typeface="Times New Roman" panose="02020603050405020304" pitchFamily="18" charset="0"/>
              </a:rPr>
              <a:t>//statement - 1</a:t>
            </a:r>
            <a:endParaRPr lang="en-US" sz="2400" dirty="0">
              <a:latin typeface="Times New Roman" panose="02020603050405020304" pitchFamily="18" charset="0"/>
              <a:cs typeface="Times New Roman" panose="02020603050405020304" pitchFamily="18" charset="0"/>
            </a:endParaRPr>
          </a:p>
          <a:p>
            <a:pPr marL="1371600" lvl="3" indent="0">
              <a:buNone/>
            </a:pPr>
            <a:r>
              <a:rPr lang="en-US" sz="2400" dirty="0">
                <a:solidFill>
                  <a:srgbClr val="00B050"/>
                </a:solidFill>
                <a:latin typeface="Times New Roman" panose="02020603050405020304" pitchFamily="18" charset="0"/>
                <a:cs typeface="Times New Roman" panose="02020603050405020304" pitchFamily="18" charset="0"/>
              </a:rPr>
              <a:t>//statement – n</a:t>
            </a:r>
          </a:p>
          <a:p>
            <a:pPr marL="1371600" lvl="3" indent="0">
              <a:buNone/>
            </a:pPr>
            <a:r>
              <a:rPr lang="en-US" sz="2400" dirty="0">
                <a:solidFill>
                  <a:srgbClr val="FF0000"/>
                </a:solidFill>
                <a:latin typeface="Times New Roman" panose="02020603050405020304" pitchFamily="18" charset="0"/>
                <a:cs typeface="Times New Roman" panose="02020603050405020304" pitchFamily="18" charset="0"/>
              </a:rPr>
              <a:t>end</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0C42D59-CF0F-9C32-D219-18D07DE5657B}"/>
              </a:ext>
            </a:extLst>
          </p:cNvPr>
          <p:cNvSpPr>
            <a:spLocks noGrp="1"/>
          </p:cNvSpPr>
          <p:nvPr>
            <p:ph type="dt" sz="half" idx="10"/>
          </p:nvPr>
        </p:nvSpPr>
        <p:spPr/>
        <p:txBody>
          <a:bodyPr/>
          <a:lstStyle/>
          <a:p>
            <a:fld id="{C943889F-40A7-4AF6-B9C9-1D28CEB5DE79}" type="datetime1">
              <a:rPr lang="en-IN" smtClean="0"/>
              <a:pPr/>
              <a:t>31-10-2025</a:t>
            </a:fld>
            <a:endParaRPr lang="en-IN"/>
          </a:p>
        </p:txBody>
      </p:sp>
      <p:sp>
        <p:nvSpPr>
          <p:cNvPr id="5" name="Footer Placeholder 4">
            <a:extLst>
              <a:ext uri="{FF2B5EF4-FFF2-40B4-BE49-F238E27FC236}">
                <a16:creationId xmlns:a16="http://schemas.microsoft.com/office/drawing/2014/main" id="{F0D8ABFE-4E30-B12F-BBB6-5E1169449C4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6146097-A16A-6744-5940-D3B00BEE8253}"/>
              </a:ext>
            </a:extLst>
          </p:cNvPr>
          <p:cNvSpPr>
            <a:spLocks noGrp="1"/>
          </p:cNvSpPr>
          <p:nvPr>
            <p:ph type="sldNum" sz="quarter" idx="12"/>
          </p:nvPr>
        </p:nvSpPr>
        <p:spPr/>
        <p:txBody>
          <a:bodyPr/>
          <a:lstStyle/>
          <a:p>
            <a:fld id="{56BB8B7D-B437-4E80-9B4F-EB7501C8BBDD}" type="slidenum">
              <a:rPr lang="en-IN" smtClean="0"/>
              <a:pPr/>
              <a:t>74</a:t>
            </a:fld>
            <a:endParaRPr lang="en-IN"/>
          </a:p>
        </p:txBody>
      </p:sp>
    </p:spTree>
    <p:extLst>
      <p:ext uri="{BB962C8B-B14F-4D97-AF65-F5344CB8AC3E}">
        <p14:creationId xmlns:p14="http://schemas.microsoft.com/office/powerpoint/2010/main" val="590045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43AD-0190-1BBC-730C-8035CC7A6ED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49CFCBCD-C991-2B05-4F65-CE897E86CE32}"/>
              </a:ext>
            </a:extLst>
          </p:cNvPr>
          <p:cNvSpPr>
            <a:spLocks noGrp="1"/>
          </p:cNvSpPr>
          <p:nvPr>
            <p:ph idx="1"/>
          </p:nvPr>
        </p:nvSpPr>
        <p:spPr/>
        <p:txBody>
          <a:bodyPr/>
          <a:lstStyle/>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Initialization</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executed first, and only once. This allows the user to declare and initialize loop control variables.</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Condition</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condition is evaluated. If it is true, the body of the loop is executed, else the flow jumps to the statement after the ‘for’ loop.</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Modifier</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the end of each iteration it will be executed, and execution moves to Condition.</a:t>
            </a:r>
          </a:p>
          <a:p>
            <a:endParaRPr lang="en-IN" dirty="0"/>
          </a:p>
        </p:txBody>
      </p:sp>
      <p:sp>
        <p:nvSpPr>
          <p:cNvPr id="4" name="Date Placeholder 3">
            <a:extLst>
              <a:ext uri="{FF2B5EF4-FFF2-40B4-BE49-F238E27FC236}">
                <a16:creationId xmlns:a16="http://schemas.microsoft.com/office/drawing/2014/main" id="{7F250D3D-8FF5-2235-52DB-F5DBA8CC343E}"/>
              </a:ext>
            </a:extLst>
          </p:cNvPr>
          <p:cNvSpPr>
            <a:spLocks noGrp="1"/>
          </p:cNvSpPr>
          <p:nvPr>
            <p:ph type="dt" sz="half" idx="10"/>
          </p:nvPr>
        </p:nvSpPr>
        <p:spPr/>
        <p:txBody>
          <a:bodyPr/>
          <a:lstStyle/>
          <a:p>
            <a:fld id="{CBF5EA44-FC70-4C7C-B034-E80FE84ADC32}" type="datetime1">
              <a:rPr lang="en-IN" smtClean="0"/>
              <a:pPr/>
              <a:t>31-10-2025</a:t>
            </a:fld>
            <a:endParaRPr lang="en-IN"/>
          </a:p>
        </p:txBody>
      </p:sp>
      <p:sp>
        <p:nvSpPr>
          <p:cNvPr id="5" name="Footer Placeholder 4">
            <a:extLst>
              <a:ext uri="{FF2B5EF4-FFF2-40B4-BE49-F238E27FC236}">
                <a16:creationId xmlns:a16="http://schemas.microsoft.com/office/drawing/2014/main" id="{FB8EA27C-36B6-BC0D-CE24-F020B5511A0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5252E58-CC2C-BBBC-90F2-63A661343F0E}"/>
              </a:ext>
            </a:extLst>
          </p:cNvPr>
          <p:cNvSpPr>
            <a:spLocks noGrp="1"/>
          </p:cNvSpPr>
          <p:nvPr>
            <p:ph type="sldNum" sz="quarter" idx="12"/>
          </p:nvPr>
        </p:nvSpPr>
        <p:spPr/>
        <p:txBody>
          <a:bodyPr/>
          <a:lstStyle/>
          <a:p>
            <a:fld id="{56BB8B7D-B437-4E80-9B4F-EB7501C8BBDD}" type="slidenum">
              <a:rPr lang="en-IN" smtClean="0"/>
              <a:pPr/>
              <a:t>75</a:t>
            </a:fld>
            <a:endParaRPr lang="en-IN"/>
          </a:p>
        </p:txBody>
      </p:sp>
    </p:spTree>
    <p:extLst>
      <p:ext uri="{BB962C8B-B14F-4D97-AF65-F5344CB8AC3E}">
        <p14:creationId xmlns:p14="http://schemas.microsoft.com/office/powerpoint/2010/main" val="12510655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475A-9882-27FB-C1CE-0266678AE78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86839B4F-9D90-22CD-719A-42E142FF3079}"/>
              </a:ext>
            </a:extLst>
          </p:cNvPr>
          <p:cNvSpPr>
            <a:spLocks noGrp="1"/>
          </p:cNvSpPr>
          <p:nvPr>
            <p:ph idx="1"/>
          </p:nvPr>
        </p:nvSpPr>
        <p:spPr>
          <a:xfrm>
            <a:off x="713773" y="963593"/>
            <a:ext cx="4803058"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for_loop_example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[3:0] counter;</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=0;</a:t>
            </a:r>
          </a:p>
          <a:p>
            <a:pPr marL="0" indent="0">
              <a:buNone/>
            </a:pPr>
            <a:r>
              <a:rPr lang="en-IN" sz="2000" dirty="0">
                <a:latin typeface="Times New Roman" panose="02020603050405020304" pitchFamily="18" charset="0"/>
                <a:cs typeface="Times New Roman" panose="02020603050405020304" pitchFamily="18" charset="0"/>
              </a:rPr>
              <a:t>    counter =4'b0000;</a:t>
            </a:r>
          </a:p>
          <a:p>
            <a:pPr marL="0" indent="0">
              <a:buNone/>
            </a:pPr>
            <a:r>
              <a:rPr lang="en-IN" sz="2000" dirty="0">
                <a:latin typeface="Times New Roman" panose="02020603050405020304" pitchFamily="18" charset="0"/>
                <a:cs typeface="Times New Roman" panose="02020603050405020304" pitchFamily="18" charset="0"/>
              </a:rPr>
              <a:t>    $dumpfile("waveform.vcd");</a:t>
            </a:r>
          </a:p>
          <a:p>
            <a:pPr marL="0" indent="0">
              <a:buNone/>
            </a:pPr>
            <a:r>
              <a:rPr lang="en-IN" sz="2000" dirty="0">
                <a:latin typeface="Times New Roman" panose="02020603050405020304" pitchFamily="18" charset="0"/>
                <a:cs typeface="Times New Roman" panose="02020603050405020304" pitchFamily="18" charset="0"/>
              </a:rPr>
              <a:t>    $dumpvars(0,for_loop_example);</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9B9CB39F-0AC4-AA7C-D8A8-2CD9686DA22B}"/>
              </a:ext>
            </a:extLst>
          </p:cNvPr>
          <p:cNvSpPr>
            <a:spLocks noGrp="1"/>
          </p:cNvSpPr>
          <p:nvPr>
            <p:ph type="dt" sz="half" idx="10"/>
          </p:nvPr>
        </p:nvSpPr>
        <p:spPr/>
        <p:txBody>
          <a:bodyPr/>
          <a:lstStyle/>
          <a:p>
            <a:fld id="{A0E1D76B-F3B4-48E2-A338-A2869A7FA83E}" type="datetime1">
              <a:rPr lang="en-IN" smtClean="0"/>
              <a:pPr/>
              <a:t>31-10-2025</a:t>
            </a:fld>
            <a:endParaRPr lang="en-IN"/>
          </a:p>
        </p:txBody>
      </p:sp>
      <p:sp>
        <p:nvSpPr>
          <p:cNvPr id="6" name="Footer Placeholder 5">
            <a:extLst>
              <a:ext uri="{FF2B5EF4-FFF2-40B4-BE49-F238E27FC236}">
                <a16:creationId xmlns:a16="http://schemas.microsoft.com/office/drawing/2014/main" id="{14FD57AD-3230-E612-9ED9-B9287C9B28C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E8E01295-59E9-21F6-557B-DB2D66782107}"/>
              </a:ext>
            </a:extLst>
          </p:cNvPr>
          <p:cNvSpPr>
            <a:spLocks noGrp="1"/>
          </p:cNvSpPr>
          <p:nvPr>
            <p:ph type="sldNum" sz="quarter" idx="12"/>
          </p:nvPr>
        </p:nvSpPr>
        <p:spPr/>
        <p:txBody>
          <a:bodyPr/>
          <a:lstStyle/>
          <a:p>
            <a:fld id="{56BB8B7D-B437-4E80-9B4F-EB7501C8BBDD}" type="slidenum">
              <a:rPr lang="en-IN" smtClean="0"/>
              <a:pPr/>
              <a:t>76</a:t>
            </a:fld>
            <a:endParaRPr lang="en-IN"/>
          </a:p>
        </p:txBody>
      </p:sp>
      <p:sp>
        <p:nvSpPr>
          <p:cNvPr id="4" name="TextBox 3">
            <a:extLst>
              <a:ext uri="{FF2B5EF4-FFF2-40B4-BE49-F238E27FC236}">
                <a16:creationId xmlns:a16="http://schemas.microsoft.com/office/drawing/2014/main" id="{F484D350-0477-A7B6-018E-AD40DA0C3AA3}"/>
              </a:ext>
            </a:extLst>
          </p:cNvPr>
          <p:cNvSpPr txBox="1"/>
          <p:nvPr/>
        </p:nvSpPr>
        <p:spPr>
          <a:xfrm>
            <a:off x="5768859" y="963593"/>
            <a:ext cx="5324168" cy="3785652"/>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always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always@(</a:t>
            </a:r>
            <a:r>
              <a:rPr lang="en-IN" sz="2000" dirty="0" err="1">
                <a:latin typeface="Times New Roman" panose="02020603050405020304" pitchFamily="18" charset="0"/>
                <a:cs typeface="Times New Roman" panose="02020603050405020304" pitchFamily="18" charset="0"/>
              </a:rPr>
              <a:t>posedge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begin</a:t>
            </a:r>
          </a:p>
          <a:p>
            <a:pPr marL="0" indent="0">
              <a:buNone/>
            </a:pPr>
            <a:r>
              <a:rPr lang="en-IN" sz="2000" dirty="0">
                <a:latin typeface="Times New Roman" panose="02020603050405020304" pitchFamily="18" charset="0"/>
                <a:cs typeface="Times New Roman" panose="02020603050405020304" pitchFamily="18" charset="0"/>
              </a:rPr>
              <a:t>    for(int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&lt;11;i= i+1) begin</a:t>
            </a:r>
          </a:p>
          <a:p>
            <a:pPr marL="0" indent="0">
              <a:buNone/>
            </a:pPr>
            <a:r>
              <a:rPr lang="en-IN" sz="2000" dirty="0">
                <a:latin typeface="Times New Roman" panose="02020603050405020304" pitchFamily="18" charset="0"/>
                <a:cs typeface="Times New Roman" panose="02020603050405020304" pitchFamily="18" charset="0"/>
              </a:rPr>
              <a:t>      counter++;</a:t>
            </a:r>
          </a:p>
          <a:p>
            <a:pPr marL="0" indent="0">
              <a:buNone/>
            </a:pPr>
            <a:r>
              <a:rPr lang="en-IN" sz="2000" dirty="0">
                <a:latin typeface="Times New Roman" panose="02020603050405020304" pitchFamily="18" charset="0"/>
                <a:cs typeface="Times New Roman" panose="02020603050405020304" pitchFamily="18" charset="0"/>
              </a:rPr>
              <a:t>      #10 $display("the counter value is : %0b", counter);</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$display("counter is at the value 11: %0b",counter );</a:t>
            </a:r>
          </a:p>
          <a:p>
            <a:pPr marL="0" indent="0">
              <a:buNone/>
            </a:pPr>
            <a:r>
              <a:rPr lang="en-IN" sz="2000" dirty="0">
                <a:latin typeface="Times New Roman" panose="02020603050405020304" pitchFamily="18" charset="0"/>
                <a:cs typeface="Times New Roman" panose="02020603050405020304" pitchFamily="18" charset="0"/>
              </a:rPr>
              <a:t>   #10 $finish;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endmodule</a:t>
            </a:r>
          </a:p>
        </p:txBody>
      </p:sp>
    </p:spTree>
    <p:extLst>
      <p:ext uri="{BB962C8B-B14F-4D97-AF65-F5344CB8AC3E}">
        <p14:creationId xmlns:p14="http://schemas.microsoft.com/office/powerpoint/2010/main" val="2510905464"/>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C02E3-B07F-C50C-C7FC-7ECC7C3A70C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8477FEAA-9A84-085D-C759-CED254E47378}"/>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Foreach Loop</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SystemVerilog foreach specifies iteration over the elements of an array.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loop variable is considered based on elements of an array and the number of loop variables must match the dimensions of an array.</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 </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foreach</a:t>
            </a:r>
            <a:r>
              <a:rPr lang="en-US" dirty="0">
                <a:latin typeface="Times New Roman" panose="02020603050405020304" pitchFamily="18" charset="0"/>
                <a:cs typeface="Times New Roman" panose="02020603050405020304" pitchFamily="18" charset="0"/>
              </a:rPr>
              <a:t>(&lt;</a:t>
            </a:r>
            <a:r>
              <a:rPr lang="en-US" dirty="0">
                <a:solidFill>
                  <a:schemeClr val="accent3">
                    <a:lumMod val="75000"/>
                  </a:schemeClr>
                </a:solidFill>
                <a:latin typeface="Times New Roman" panose="02020603050405020304" pitchFamily="18" charset="0"/>
                <a:cs typeface="Times New Roman" panose="02020603050405020304" pitchFamily="18" charset="0"/>
              </a:rPr>
              <a:t>variable</a:t>
            </a:r>
            <a:r>
              <a:rPr lang="en-US" dirty="0">
                <a:latin typeface="Times New Roman" panose="02020603050405020304" pitchFamily="18" charset="0"/>
                <a:cs typeface="Times New Roman" panose="02020603050405020304" pitchFamily="18" charset="0"/>
              </a:rPr>
              <a:t>&gt;[&lt;</a:t>
            </a:r>
            <a:r>
              <a:rPr lang="en-US" dirty="0">
                <a:solidFill>
                  <a:schemeClr val="accent5">
                    <a:lumMod val="75000"/>
                  </a:schemeClr>
                </a:solidFill>
                <a:latin typeface="Times New Roman" panose="02020603050405020304" pitchFamily="18" charset="0"/>
                <a:cs typeface="Times New Roman" panose="02020603050405020304" pitchFamily="18" charset="0"/>
              </a:rPr>
              <a:t>iterator</a:t>
            </a:r>
            <a:r>
              <a:rPr lang="en-US" dirty="0">
                <a:latin typeface="Times New Roman" panose="02020603050405020304" pitchFamily="18" charset="0"/>
                <a:cs typeface="Times New Roman" panose="02020603050405020304" pitchFamily="18" charset="0"/>
              </a:rPr>
              <a:t>&gt;]) </a:t>
            </a:r>
          </a:p>
          <a:p>
            <a:pPr marL="1371600" lvl="3" indent="0">
              <a:buNone/>
            </a:pPr>
            <a:r>
              <a:rPr lang="en-US" sz="2400" dirty="0">
                <a:solidFill>
                  <a:srgbClr val="FF0000"/>
                </a:solidFill>
                <a:latin typeface="Times New Roman" panose="02020603050405020304" pitchFamily="18" charset="0"/>
                <a:cs typeface="Times New Roman" panose="02020603050405020304" pitchFamily="18" charset="0"/>
              </a:rPr>
              <a:t>begin </a:t>
            </a:r>
          </a:p>
          <a:p>
            <a:pPr marL="1828800" lvl="4" indent="0">
              <a:buNone/>
            </a:pPr>
            <a:r>
              <a:rPr lang="en-US" sz="2400" dirty="0">
                <a:solidFill>
                  <a:srgbClr val="00B050"/>
                </a:solidFill>
                <a:latin typeface="Times New Roman" panose="02020603050405020304" pitchFamily="18" charset="0"/>
                <a:cs typeface="Times New Roman" panose="02020603050405020304" pitchFamily="18" charset="0"/>
              </a:rPr>
              <a:t>//statement - 1 </a:t>
            </a:r>
          </a:p>
          <a:p>
            <a:pPr marL="1828800" lvl="4" indent="0">
              <a:buNone/>
            </a:pPr>
            <a:r>
              <a:rPr lang="en-US" sz="2400" dirty="0">
                <a:solidFill>
                  <a:srgbClr val="00B050"/>
                </a:solidFill>
                <a:latin typeface="Times New Roman" panose="02020603050405020304" pitchFamily="18" charset="0"/>
                <a:cs typeface="Times New Roman" panose="02020603050405020304" pitchFamily="18" charset="0"/>
              </a:rPr>
              <a:t>... </a:t>
            </a:r>
          </a:p>
          <a:p>
            <a:pPr marL="1828800" lvl="4" indent="0">
              <a:buNone/>
            </a:pPr>
            <a:r>
              <a:rPr lang="en-US" sz="2400" dirty="0">
                <a:solidFill>
                  <a:srgbClr val="00B050"/>
                </a:solidFill>
                <a:latin typeface="Times New Roman" panose="02020603050405020304" pitchFamily="18" charset="0"/>
                <a:cs typeface="Times New Roman" panose="02020603050405020304" pitchFamily="18" charset="0"/>
              </a:rPr>
              <a:t>//statement - n </a:t>
            </a:r>
          </a:p>
          <a:p>
            <a:pPr marL="1371600" lvl="3" indent="0">
              <a:buNone/>
            </a:pPr>
            <a:r>
              <a:rPr lang="en-US" sz="2400" dirty="0">
                <a:solidFill>
                  <a:srgbClr val="FF0000"/>
                </a:solidFill>
                <a:latin typeface="Times New Roman" panose="02020603050405020304" pitchFamily="18" charset="0"/>
                <a:cs typeface="Times New Roman" panose="02020603050405020304" pitchFamily="18" charset="0"/>
              </a:rPr>
              <a:t>end</a:t>
            </a:r>
          </a:p>
        </p:txBody>
      </p:sp>
      <p:sp>
        <p:nvSpPr>
          <p:cNvPr id="4" name="Date Placeholder 3">
            <a:extLst>
              <a:ext uri="{FF2B5EF4-FFF2-40B4-BE49-F238E27FC236}">
                <a16:creationId xmlns:a16="http://schemas.microsoft.com/office/drawing/2014/main" id="{9330696F-7140-8A7D-F984-79887CC7CAA8}"/>
              </a:ext>
            </a:extLst>
          </p:cNvPr>
          <p:cNvSpPr>
            <a:spLocks noGrp="1"/>
          </p:cNvSpPr>
          <p:nvPr>
            <p:ph type="dt" sz="half" idx="10"/>
          </p:nvPr>
        </p:nvSpPr>
        <p:spPr/>
        <p:txBody>
          <a:bodyPr/>
          <a:lstStyle/>
          <a:p>
            <a:fld id="{31C90E89-77A6-4D99-BF5E-6664066D7352}" type="datetime1">
              <a:rPr lang="en-IN" smtClean="0"/>
              <a:pPr/>
              <a:t>31-10-2025</a:t>
            </a:fld>
            <a:endParaRPr lang="en-IN"/>
          </a:p>
        </p:txBody>
      </p:sp>
      <p:sp>
        <p:nvSpPr>
          <p:cNvPr id="5" name="Footer Placeholder 4">
            <a:extLst>
              <a:ext uri="{FF2B5EF4-FFF2-40B4-BE49-F238E27FC236}">
                <a16:creationId xmlns:a16="http://schemas.microsoft.com/office/drawing/2014/main" id="{2FA1D29A-3C8A-3E92-FBF2-A65409A8067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2E30D61-8D32-96D7-2159-CA83211762AE}"/>
              </a:ext>
            </a:extLst>
          </p:cNvPr>
          <p:cNvSpPr>
            <a:spLocks noGrp="1"/>
          </p:cNvSpPr>
          <p:nvPr>
            <p:ph type="sldNum" sz="quarter" idx="12"/>
          </p:nvPr>
        </p:nvSpPr>
        <p:spPr/>
        <p:txBody>
          <a:bodyPr/>
          <a:lstStyle/>
          <a:p>
            <a:fld id="{56BB8B7D-B437-4E80-9B4F-EB7501C8BBDD}" type="slidenum">
              <a:rPr lang="en-IN" smtClean="0"/>
              <a:pPr/>
              <a:t>77</a:t>
            </a:fld>
            <a:endParaRPr lang="en-IN"/>
          </a:p>
        </p:txBody>
      </p:sp>
    </p:spTree>
    <p:extLst>
      <p:ext uri="{BB962C8B-B14F-4D97-AF65-F5344CB8AC3E}">
        <p14:creationId xmlns:p14="http://schemas.microsoft.com/office/powerpoint/2010/main" val="21174692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F37A-EB01-A4F4-ADA1-ECA21CF20C28}"/>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Loops</a:t>
            </a:r>
            <a:endParaRPr lang="en-IN" sz="3600" dirty="0"/>
          </a:p>
        </p:txBody>
      </p:sp>
      <p:sp>
        <p:nvSpPr>
          <p:cNvPr id="3" name="Content Placeholder 2">
            <a:extLst>
              <a:ext uri="{FF2B5EF4-FFF2-40B4-BE49-F238E27FC236}">
                <a16:creationId xmlns:a16="http://schemas.microsoft.com/office/drawing/2014/main" id="{2A544400-4983-CF08-729E-002836059B22}"/>
              </a:ext>
            </a:extLst>
          </p:cNvPr>
          <p:cNvSpPr>
            <a:spLocks noGrp="1"/>
          </p:cNvSpPr>
          <p:nvPr>
            <p:ph idx="1"/>
          </p:nvPr>
        </p:nvSpPr>
        <p:spPr>
          <a:xfrm>
            <a:off x="609600" y="879676"/>
            <a:ext cx="10972800" cy="5246489"/>
          </a:xfrm>
        </p:spPr>
        <p:txBody>
          <a:bodyPr>
            <a:normAutofit/>
          </a:bodyPr>
          <a:lstStyle/>
          <a:p>
            <a:pPr marL="809625" indent="0">
              <a:buNone/>
            </a:pPr>
            <a:r>
              <a:rPr lang="en-IN" sz="2000" dirty="0">
                <a:latin typeface="Times New Roman" panose="02020603050405020304" pitchFamily="18" charset="0"/>
                <a:cs typeface="Times New Roman" panose="02020603050405020304" pitchFamily="18" charset="0"/>
              </a:rPr>
              <a:t>module foreach_example();</a:t>
            </a:r>
          </a:p>
          <a:p>
            <a:pPr marL="809625" indent="0">
              <a:buNone/>
            </a:pPr>
            <a:r>
              <a:rPr lang="en-IN" sz="2000" dirty="0">
                <a:latin typeface="Times New Roman" panose="02020603050405020304" pitchFamily="18" charset="0"/>
                <a:cs typeface="Times New Roman" panose="02020603050405020304" pitchFamily="18" charset="0"/>
              </a:rPr>
              <a:t>  logic[4:0] my_arry[5][2] = '{'{1,2}, '{3,4}, '{5,6}, '{7, 8}, '{9, 10}};</a:t>
            </a:r>
          </a:p>
          <a:p>
            <a:pPr marL="809625" indent="0">
              <a:buNone/>
            </a:pPr>
            <a:r>
              <a:rPr lang="en-IN" sz="2000" dirty="0">
                <a:latin typeface="Times New Roman" panose="02020603050405020304" pitchFamily="18" charset="0"/>
                <a:cs typeface="Times New Roman" panose="02020603050405020304" pitchFamily="18" charset="0"/>
              </a:rPr>
              <a:t>  initial begin</a:t>
            </a:r>
          </a:p>
          <a:p>
            <a:pPr marL="809625" indent="0">
              <a:buNone/>
            </a:pPr>
            <a:r>
              <a:rPr lang="en-IN" sz="2000" dirty="0">
                <a:latin typeface="Times New Roman" panose="02020603050405020304" pitchFamily="18" charset="0"/>
                <a:cs typeface="Times New Roman" panose="02020603050405020304" pitchFamily="18" charset="0"/>
              </a:rPr>
              <a:t>    $dumpfile("waveform.vcd");</a:t>
            </a:r>
          </a:p>
          <a:p>
            <a:pPr marL="809625" indent="0">
              <a:buNone/>
            </a:pPr>
            <a:r>
              <a:rPr lang="en-IN" sz="2000" dirty="0">
                <a:latin typeface="Times New Roman" panose="02020603050405020304" pitchFamily="18" charset="0"/>
                <a:cs typeface="Times New Roman" panose="02020603050405020304" pitchFamily="18" charset="0"/>
              </a:rPr>
              <a:t>    $dumpvars(0,foreach_example);</a:t>
            </a:r>
          </a:p>
          <a:p>
            <a:pPr marL="809625" indent="0">
              <a:buNone/>
            </a:pPr>
            <a:r>
              <a:rPr lang="en-IN" sz="2000" dirty="0">
                <a:latin typeface="Times New Roman" panose="02020603050405020304" pitchFamily="18" charset="0"/>
                <a:cs typeface="Times New Roman" panose="02020603050405020304" pitchFamily="18" charset="0"/>
              </a:rPr>
              <a:t>    foreach(my_arry[</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])begin</a:t>
            </a:r>
          </a:p>
          <a:p>
            <a:pPr marL="809625" indent="0">
              <a:buNone/>
            </a:pPr>
            <a:r>
              <a:rPr lang="en-IN" sz="2000" dirty="0">
                <a:latin typeface="Times New Roman" panose="02020603050405020304" pitchFamily="18" charset="0"/>
                <a:cs typeface="Times New Roman" panose="02020603050405020304" pitchFamily="18" charset="0"/>
              </a:rPr>
              <a:t>      foreach(my_arry[</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][j])begin</a:t>
            </a:r>
          </a:p>
          <a:p>
            <a:pPr marL="809625" indent="0">
              <a:buNone/>
            </a:pPr>
            <a:r>
              <a:rPr lang="en-IN" sz="2000" dirty="0">
                <a:latin typeface="Times New Roman" panose="02020603050405020304" pitchFamily="18" charset="0"/>
                <a:cs typeface="Times New Roman" panose="02020603050405020304" pitchFamily="18" charset="0"/>
              </a:rPr>
              <a:t>        $display("my_arry[%0d][%0d] = %0d",i,j,my_arry[</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][j]);</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    $monitor("the total array is :",my_arry);</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endmodule</a:t>
            </a:r>
          </a:p>
        </p:txBody>
      </p:sp>
      <p:sp>
        <p:nvSpPr>
          <p:cNvPr id="4" name="Date Placeholder 3">
            <a:extLst>
              <a:ext uri="{FF2B5EF4-FFF2-40B4-BE49-F238E27FC236}">
                <a16:creationId xmlns:a16="http://schemas.microsoft.com/office/drawing/2014/main" id="{260E41AF-C4DC-0A34-4011-30BFAE696F88}"/>
              </a:ext>
            </a:extLst>
          </p:cNvPr>
          <p:cNvSpPr>
            <a:spLocks noGrp="1"/>
          </p:cNvSpPr>
          <p:nvPr>
            <p:ph type="dt" sz="half" idx="10"/>
          </p:nvPr>
        </p:nvSpPr>
        <p:spPr/>
        <p:txBody>
          <a:bodyPr/>
          <a:lstStyle/>
          <a:p>
            <a:fld id="{057DBEA9-9B22-4A23-AD22-7038E83D4FBB}" type="datetime1">
              <a:rPr lang="en-IN" smtClean="0"/>
              <a:pPr/>
              <a:t>31-10-2025</a:t>
            </a:fld>
            <a:endParaRPr lang="en-IN"/>
          </a:p>
        </p:txBody>
      </p:sp>
      <p:sp>
        <p:nvSpPr>
          <p:cNvPr id="5" name="Footer Placeholder 4">
            <a:extLst>
              <a:ext uri="{FF2B5EF4-FFF2-40B4-BE49-F238E27FC236}">
                <a16:creationId xmlns:a16="http://schemas.microsoft.com/office/drawing/2014/main" id="{F99AC9AA-A91F-5364-2648-E4166B7606F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9C35884-CC5B-1A77-036C-50EC9DD0071A}"/>
              </a:ext>
            </a:extLst>
          </p:cNvPr>
          <p:cNvSpPr>
            <a:spLocks noGrp="1"/>
          </p:cNvSpPr>
          <p:nvPr>
            <p:ph type="sldNum" sz="quarter" idx="12"/>
          </p:nvPr>
        </p:nvSpPr>
        <p:spPr/>
        <p:txBody>
          <a:bodyPr/>
          <a:lstStyle/>
          <a:p>
            <a:fld id="{56BB8B7D-B437-4E80-9B4F-EB7501C8BBDD}" type="slidenum">
              <a:rPr lang="en-IN" smtClean="0"/>
              <a:pPr/>
              <a:t>78</a:t>
            </a:fld>
            <a:endParaRPr lang="en-IN"/>
          </a:p>
        </p:txBody>
      </p:sp>
    </p:spTree>
    <p:extLst>
      <p:ext uri="{BB962C8B-B14F-4D97-AF65-F5344CB8AC3E}">
        <p14:creationId xmlns:p14="http://schemas.microsoft.com/office/powerpoint/2010/main" val="379986332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0840-85A5-6025-E2A1-1676EB25BAF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Control Flow Statements</a:t>
            </a:r>
            <a:endParaRPr lang="en-IN" sz="3600" dirty="0"/>
          </a:p>
        </p:txBody>
      </p:sp>
      <p:sp>
        <p:nvSpPr>
          <p:cNvPr id="3" name="Content Placeholder 2">
            <a:extLst>
              <a:ext uri="{FF2B5EF4-FFF2-40B4-BE49-F238E27FC236}">
                <a16:creationId xmlns:a16="http://schemas.microsoft.com/office/drawing/2014/main" id="{ABED635B-E1F3-E0A1-1823-F04E11EEBC44}"/>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Control Flow Statements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SystemVerilog the control flow statements used inside loops to modify or to allow precise control over loop behavior and program flow.</a:t>
            </a:r>
          </a:p>
          <a:p>
            <a:pPr lvl="1">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2F36212-ACB5-FB5E-C54E-3C1E45A7A410}"/>
              </a:ext>
            </a:extLst>
          </p:cNvPr>
          <p:cNvSpPr>
            <a:spLocks noGrp="1"/>
          </p:cNvSpPr>
          <p:nvPr>
            <p:ph type="dt" sz="half" idx="10"/>
          </p:nvPr>
        </p:nvSpPr>
        <p:spPr/>
        <p:txBody>
          <a:bodyPr/>
          <a:lstStyle/>
          <a:p>
            <a:fld id="{8A437B8C-E956-4B1B-997B-A704F692D36D}" type="datetime1">
              <a:rPr lang="en-IN" smtClean="0"/>
              <a:pPr/>
              <a:t>31-10-2025</a:t>
            </a:fld>
            <a:endParaRPr lang="en-IN"/>
          </a:p>
        </p:txBody>
      </p:sp>
      <p:sp>
        <p:nvSpPr>
          <p:cNvPr id="6" name="Footer Placeholder 5">
            <a:extLst>
              <a:ext uri="{FF2B5EF4-FFF2-40B4-BE49-F238E27FC236}">
                <a16:creationId xmlns:a16="http://schemas.microsoft.com/office/drawing/2014/main" id="{E5676B17-C637-304B-2E7A-751205E9E3E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7A6582A-1C24-E696-C8B2-977520B5A503}"/>
              </a:ext>
            </a:extLst>
          </p:cNvPr>
          <p:cNvSpPr>
            <a:spLocks noGrp="1"/>
          </p:cNvSpPr>
          <p:nvPr>
            <p:ph type="sldNum" sz="quarter" idx="12"/>
          </p:nvPr>
        </p:nvSpPr>
        <p:spPr/>
        <p:txBody>
          <a:bodyPr/>
          <a:lstStyle/>
          <a:p>
            <a:fld id="{56BB8B7D-B437-4E80-9B4F-EB7501C8BBDD}" type="slidenum">
              <a:rPr lang="en-IN" smtClean="0"/>
              <a:pPr/>
              <a:t>79</a:t>
            </a:fld>
            <a:endParaRPr lang="en-IN"/>
          </a:p>
        </p:txBody>
      </p:sp>
      <p:graphicFrame>
        <p:nvGraphicFramePr>
          <p:cNvPr id="5" name="Table 4">
            <a:extLst>
              <a:ext uri="{FF2B5EF4-FFF2-40B4-BE49-F238E27FC236}">
                <a16:creationId xmlns:a16="http://schemas.microsoft.com/office/drawing/2014/main" id="{B27A266C-36F0-A5A2-8F98-0EA72455B21B}"/>
              </a:ext>
            </a:extLst>
          </p:cNvPr>
          <p:cNvGraphicFramePr>
            <a:graphicFrameLocks noGrp="1"/>
          </p:cNvGraphicFramePr>
          <p:nvPr>
            <p:extLst>
              <p:ext uri="{D42A27DB-BD31-4B8C-83A1-F6EECF244321}">
                <p14:modId xmlns:p14="http://schemas.microsoft.com/office/powerpoint/2010/main" val="1915997767"/>
              </p:ext>
            </p:extLst>
          </p:nvPr>
        </p:nvGraphicFramePr>
        <p:xfrm>
          <a:off x="1896787" y="2989339"/>
          <a:ext cx="8128000" cy="3029004"/>
        </p:xfrm>
        <a:graphic>
          <a:graphicData uri="http://schemas.openxmlformats.org/drawingml/2006/table">
            <a:tbl>
              <a:tblPr firstRow="1" bandRow="1">
                <a:tableStyleId>{5C22544A-7EE6-4342-B048-85BDC9FD1C3A}</a:tableStyleId>
              </a:tblPr>
              <a:tblGrid>
                <a:gridCol w="2245031">
                  <a:extLst>
                    <a:ext uri="{9D8B030D-6E8A-4147-A177-3AD203B41FA5}">
                      <a16:colId xmlns:a16="http://schemas.microsoft.com/office/drawing/2014/main" val="3845653023"/>
                    </a:ext>
                  </a:extLst>
                </a:gridCol>
                <a:gridCol w="5882969">
                  <a:extLst>
                    <a:ext uri="{9D8B030D-6E8A-4147-A177-3AD203B41FA5}">
                      <a16:colId xmlns:a16="http://schemas.microsoft.com/office/drawing/2014/main" val="1247986215"/>
                    </a:ext>
                  </a:extLst>
                </a:gridCol>
              </a:tblGrid>
              <a:tr h="504834">
                <a:tc>
                  <a:txBody>
                    <a:bodyPr/>
                    <a:lstStyle/>
                    <a:p>
                      <a:r>
                        <a:rPr lang="en-US" sz="2000" dirty="0">
                          <a:latin typeface="Times New Roman" panose="02020603050405020304" pitchFamily="18" charset="0"/>
                          <a:cs typeface="Times New Roman" panose="02020603050405020304" pitchFamily="18" charset="0"/>
                        </a:rPr>
                        <a:t>Statement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Purpose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6572494"/>
                  </a:ext>
                </a:extLst>
              </a:tr>
              <a:tr h="504834">
                <a:tc>
                  <a:txBody>
                    <a:bodyPr/>
                    <a:lstStyle/>
                    <a:p>
                      <a:r>
                        <a:rPr lang="en-US" sz="2000" dirty="0">
                          <a:latin typeface="Times New Roman" panose="02020603050405020304" pitchFamily="18" charset="0"/>
                          <a:cs typeface="Times New Roman" panose="02020603050405020304" pitchFamily="18" charset="0"/>
                        </a:rPr>
                        <a:t>Break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Exit the loop immediately</a:t>
                      </a:r>
                    </a:p>
                  </a:txBody>
                  <a:tcPr/>
                </a:tc>
                <a:extLst>
                  <a:ext uri="{0D108BD9-81ED-4DB2-BD59-A6C34878D82A}">
                    <a16:rowId xmlns:a16="http://schemas.microsoft.com/office/drawing/2014/main" val="3681812363"/>
                  </a:ext>
                </a:extLst>
              </a:tr>
              <a:tr h="504834">
                <a:tc>
                  <a:txBody>
                    <a:bodyPr/>
                    <a:lstStyle/>
                    <a:p>
                      <a:r>
                        <a:rPr lang="en-IN" sz="2000" dirty="0">
                          <a:latin typeface="Times New Roman" panose="02020603050405020304" pitchFamily="18" charset="0"/>
                          <a:cs typeface="Times New Roman" panose="02020603050405020304" pitchFamily="18" charset="0"/>
                        </a:rPr>
                        <a:t>continue</a:t>
                      </a:r>
                    </a:p>
                  </a:txBody>
                  <a:tcPr/>
                </a:tc>
                <a:tc>
                  <a:txBody>
                    <a:bodyPr/>
                    <a:lstStyle/>
                    <a:p>
                      <a:r>
                        <a:rPr lang="en-IN" sz="2000" dirty="0">
                          <a:latin typeface="Times New Roman" panose="02020603050405020304" pitchFamily="18" charset="0"/>
                          <a:cs typeface="Times New Roman" panose="02020603050405020304" pitchFamily="18" charset="0"/>
                        </a:rPr>
                        <a:t>Skip the current iteration</a:t>
                      </a:r>
                    </a:p>
                  </a:txBody>
                  <a:tcPr/>
                </a:tc>
                <a:extLst>
                  <a:ext uri="{0D108BD9-81ED-4DB2-BD59-A6C34878D82A}">
                    <a16:rowId xmlns:a16="http://schemas.microsoft.com/office/drawing/2014/main" val="1527688812"/>
                  </a:ext>
                </a:extLst>
              </a:tr>
              <a:tr h="504834">
                <a:tc>
                  <a:txBody>
                    <a:bodyPr/>
                    <a:lstStyle/>
                    <a:p>
                      <a:r>
                        <a:rPr lang="en-IN" sz="2000" dirty="0">
                          <a:latin typeface="Times New Roman" panose="02020603050405020304" pitchFamily="18" charset="0"/>
                          <a:cs typeface="Times New Roman" panose="02020603050405020304" pitchFamily="18" charset="0"/>
                        </a:rPr>
                        <a:t>return</a:t>
                      </a:r>
                    </a:p>
                  </a:txBody>
                  <a:tcPr/>
                </a:tc>
                <a:tc>
                  <a:txBody>
                    <a:bodyPr/>
                    <a:lstStyle/>
                    <a:p>
                      <a:r>
                        <a:rPr lang="en-US" sz="2000" dirty="0">
                          <a:latin typeface="Times New Roman" panose="02020603050405020304" pitchFamily="18" charset="0"/>
                          <a:cs typeface="Times New Roman" panose="02020603050405020304" pitchFamily="18" charset="0"/>
                        </a:rPr>
                        <a:t>Exit a function or task</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97206655"/>
                  </a:ext>
                </a:extLst>
              </a:tr>
              <a:tr h="504834">
                <a:tc>
                  <a:txBody>
                    <a:bodyPr/>
                    <a:lstStyle/>
                    <a:p>
                      <a:r>
                        <a:rPr lang="en-IN" sz="2000" dirty="0">
                          <a:latin typeface="Times New Roman" panose="02020603050405020304" pitchFamily="18" charset="0"/>
                          <a:cs typeface="Times New Roman" panose="02020603050405020304" pitchFamily="18" charset="0"/>
                        </a:rPr>
                        <a:t>disable</a:t>
                      </a:r>
                    </a:p>
                  </a:txBody>
                  <a:tcPr/>
                </a:tc>
                <a:tc>
                  <a:txBody>
                    <a:bodyPr/>
                    <a:lstStyle/>
                    <a:p>
                      <a:r>
                        <a:rPr lang="en-US" sz="2000" dirty="0">
                          <a:latin typeface="Times New Roman" panose="02020603050405020304" pitchFamily="18" charset="0"/>
                          <a:cs typeface="Times New Roman" panose="02020603050405020304" pitchFamily="18" charset="0"/>
                        </a:rPr>
                        <a:t>Exit a specific named block or loop</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64868272"/>
                  </a:ext>
                </a:extLst>
              </a:tr>
              <a:tr h="504834">
                <a:tc>
                  <a:txBody>
                    <a:bodyPr/>
                    <a:lstStyle/>
                    <a:p>
                      <a:r>
                        <a:rPr lang="en-IN" sz="2000" dirty="0">
                          <a:latin typeface="Times New Roman" panose="02020603050405020304" pitchFamily="18" charset="0"/>
                          <a:cs typeface="Times New Roman" panose="02020603050405020304" pitchFamily="18" charset="0"/>
                        </a:rPr>
                        <a:t>wait</a:t>
                      </a:r>
                    </a:p>
                  </a:txBody>
                  <a:tcPr/>
                </a:tc>
                <a:tc>
                  <a:txBody>
                    <a:bodyPr/>
                    <a:lstStyle/>
                    <a:p>
                      <a:r>
                        <a:rPr lang="en-US" sz="2000" dirty="0">
                          <a:latin typeface="Times New Roman" panose="02020603050405020304" pitchFamily="18" charset="0"/>
                          <a:cs typeface="Times New Roman" panose="02020603050405020304" pitchFamily="18" charset="0"/>
                        </a:rPr>
                        <a:t>Wait until a condition becomes true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64707823"/>
                  </a:ext>
                </a:extLst>
              </a:tr>
            </a:tbl>
          </a:graphicData>
        </a:graphic>
      </p:graphicFrame>
    </p:spTree>
    <p:extLst>
      <p:ext uri="{BB962C8B-B14F-4D97-AF65-F5344CB8AC3E}">
        <p14:creationId xmlns:p14="http://schemas.microsoft.com/office/powerpoint/2010/main" val="34835824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00EE8-27B1-7507-343E-4769EE2A07AE}"/>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Control Flow Statements</a:t>
            </a:r>
            <a:endParaRPr lang="en-IN" sz="3600" dirty="0"/>
          </a:p>
        </p:txBody>
      </p:sp>
      <p:sp>
        <p:nvSpPr>
          <p:cNvPr id="3" name="Content Placeholder 2">
            <a:extLst>
              <a:ext uri="{FF2B5EF4-FFF2-40B4-BE49-F238E27FC236}">
                <a16:creationId xmlns:a16="http://schemas.microsoft.com/office/drawing/2014/main" id="{21BDCF33-7B17-BECB-B6D5-ED68507EA7D4}"/>
              </a:ext>
            </a:extLst>
          </p:cNvPr>
          <p:cNvSpPr>
            <a:spLocks noGrp="1"/>
          </p:cNvSpPr>
          <p:nvPr>
            <p:ph idx="1"/>
          </p:nvPr>
        </p:nvSpPr>
        <p:spPr/>
        <p:txBody>
          <a:bodyPr>
            <a:normAutofit fontScale="925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Break</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break statement </a:t>
            </a:r>
            <a:r>
              <a:rPr lang="en-US" sz="2400" dirty="0">
                <a:highlight>
                  <a:srgbClr val="FFFF00"/>
                </a:highlight>
                <a:latin typeface="Times New Roman" panose="02020603050405020304" pitchFamily="18" charset="0"/>
                <a:cs typeface="Times New Roman" panose="02020603050405020304" pitchFamily="18" charset="0"/>
              </a:rPr>
              <a:t>terminates the execution of the loop </a:t>
            </a:r>
            <a:r>
              <a:rPr lang="en-US" sz="2400" dirty="0">
                <a:latin typeface="Times New Roman" panose="02020603050405020304" pitchFamily="18" charset="0"/>
                <a:cs typeface="Times New Roman" panose="02020603050405020304" pitchFamily="18" charset="0"/>
              </a:rPr>
              <a:t>immediately and exits the loop entirely.</a:t>
            </a:r>
          </a:p>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Continue</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continue statement </a:t>
            </a:r>
            <a:r>
              <a:rPr lang="en-US" sz="2400" dirty="0">
                <a:highlight>
                  <a:srgbClr val="FFFF00"/>
                </a:highlight>
                <a:latin typeface="Times New Roman" panose="02020603050405020304" pitchFamily="18" charset="0"/>
                <a:cs typeface="Times New Roman" panose="02020603050405020304" pitchFamily="18" charset="0"/>
              </a:rPr>
              <a:t>skips the current iteration of the loop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jumps to the next iteration</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loop </a:t>
            </a:r>
            <a:r>
              <a:rPr lang="en-US" sz="2400" dirty="0">
                <a:solidFill>
                  <a:srgbClr val="FF0000"/>
                </a:solidFill>
                <a:latin typeface="Times New Roman" panose="02020603050405020304" pitchFamily="18" charset="0"/>
                <a:cs typeface="Times New Roman" panose="02020603050405020304" pitchFamily="18" charset="0"/>
              </a:rPr>
              <a:t>does not exit  </a:t>
            </a:r>
            <a:r>
              <a:rPr lang="en-US" sz="2400" dirty="0">
                <a:latin typeface="Times New Roman" panose="02020603050405020304" pitchFamily="18" charset="0"/>
                <a:cs typeface="Times New Roman" panose="02020603050405020304" pitchFamily="18" charset="0"/>
              </a:rPr>
              <a:t>it simply moves to the next iteration.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Return</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Used to </a:t>
            </a:r>
            <a:r>
              <a:rPr lang="en-US" sz="2400" dirty="0">
                <a:highlight>
                  <a:srgbClr val="FFFF00"/>
                </a:highlight>
                <a:latin typeface="Times New Roman" panose="02020603050405020304" pitchFamily="18" charset="0"/>
                <a:cs typeface="Times New Roman" panose="02020603050405020304" pitchFamily="18" charset="0"/>
              </a:rPr>
              <a:t>exit a function, task, or block immediately</a:t>
            </a:r>
            <a:r>
              <a:rPr lang="en-US" sz="2400" dirty="0">
                <a:latin typeface="Times New Roman" panose="02020603050405020304" pitchFamily="18" charset="0"/>
                <a:cs typeface="Times New Roman" panose="02020603050405020304" pitchFamily="18" charset="0"/>
              </a:rPr>
              <a:t>, regardless of the loop or condition.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used inside a loop in a task or function, </a:t>
            </a:r>
            <a:r>
              <a:rPr lang="en-US" sz="2400" dirty="0">
                <a:solidFill>
                  <a:srgbClr val="FF0000"/>
                </a:solidFill>
                <a:latin typeface="Times New Roman" panose="02020603050405020304" pitchFamily="18" charset="0"/>
                <a:cs typeface="Times New Roman" panose="02020603050405020304" pitchFamily="18" charset="0"/>
              </a:rPr>
              <a:t>it terminates execution of the task or function, not just the loop</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2C538E-EDB6-16F4-A1C9-0895691C16FE}"/>
              </a:ext>
            </a:extLst>
          </p:cNvPr>
          <p:cNvSpPr>
            <a:spLocks noGrp="1"/>
          </p:cNvSpPr>
          <p:nvPr>
            <p:ph type="dt" sz="half" idx="10"/>
          </p:nvPr>
        </p:nvSpPr>
        <p:spPr/>
        <p:txBody>
          <a:bodyPr/>
          <a:lstStyle/>
          <a:p>
            <a:fld id="{C8EECDA8-3597-4E46-9F17-5A6B6F897061}" type="datetime1">
              <a:rPr lang="en-IN" smtClean="0"/>
              <a:pPr/>
              <a:t>31-10-2025</a:t>
            </a:fld>
            <a:endParaRPr lang="en-IN"/>
          </a:p>
        </p:txBody>
      </p:sp>
      <p:sp>
        <p:nvSpPr>
          <p:cNvPr id="5" name="Footer Placeholder 4">
            <a:extLst>
              <a:ext uri="{FF2B5EF4-FFF2-40B4-BE49-F238E27FC236}">
                <a16:creationId xmlns:a16="http://schemas.microsoft.com/office/drawing/2014/main" id="{00F08DF8-4323-CC4F-163F-B270842E070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A2799F8-D634-5137-AA51-4D0C371AE282}"/>
              </a:ext>
            </a:extLst>
          </p:cNvPr>
          <p:cNvSpPr>
            <a:spLocks noGrp="1"/>
          </p:cNvSpPr>
          <p:nvPr>
            <p:ph type="sldNum" sz="quarter" idx="12"/>
          </p:nvPr>
        </p:nvSpPr>
        <p:spPr/>
        <p:txBody>
          <a:bodyPr/>
          <a:lstStyle/>
          <a:p>
            <a:fld id="{56BB8B7D-B437-4E80-9B4F-EB7501C8BBDD}" type="slidenum">
              <a:rPr lang="en-IN" smtClean="0"/>
              <a:pPr/>
              <a:t>80</a:t>
            </a:fld>
            <a:endParaRPr lang="en-IN"/>
          </a:p>
        </p:txBody>
      </p:sp>
    </p:spTree>
    <p:extLst>
      <p:ext uri="{BB962C8B-B14F-4D97-AF65-F5344CB8AC3E}">
        <p14:creationId xmlns:p14="http://schemas.microsoft.com/office/powerpoint/2010/main" val="3561749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3F7C-777D-BCB9-B69C-F97601A2F73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Control Flow Statements</a:t>
            </a:r>
            <a:endParaRPr lang="en-IN" sz="3600" dirty="0"/>
          </a:p>
        </p:txBody>
      </p:sp>
      <p:sp>
        <p:nvSpPr>
          <p:cNvPr id="3" name="Content Placeholder 2">
            <a:extLst>
              <a:ext uri="{FF2B5EF4-FFF2-40B4-BE49-F238E27FC236}">
                <a16:creationId xmlns:a16="http://schemas.microsoft.com/office/drawing/2014/main" id="{395E5DA8-5C7B-02C3-FE50-07E94D08516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Disable</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Used to </a:t>
            </a:r>
            <a:r>
              <a:rPr lang="en-US" sz="2400" dirty="0">
                <a:highlight>
                  <a:srgbClr val="FFFF00"/>
                </a:highlight>
                <a:latin typeface="Times New Roman" panose="02020603050405020304" pitchFamily="18" charset="0"/>
                <a:cs typeface="Times New Roman" panose="02020603050405020304" pitchFamily="18" charset="0"/>
              </a:rPr>
              <a:t>terminate a named block</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including loops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tasks</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fork-join</a:t>
            </a:r>
            <a:r>
              <a:rPr lang="en-US" sz="2400" dirty="0">
                <a:latin typeface="Times New Roman" panose="02020603050405020304" pitchFamily="18" charset="0"/>
                <a:cs typeface="Times New Roman" panose="02020603050405020304" pitchFamily="18" charset="0"/>
              </a:rPr>
              <a:t> blocks.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Allows finer control by explicitly targeting a block to terminate. </a:t>
            </a:r>
          </a:p>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Wait</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Suspends execution </a:t>
            </a:r>
            <a:r>
              <a:rPr lang="en-US" sz="2400" dirty="0">
                <a:latin typeface="Times New Roman" panose="02020603050405020304" pitchFamily="18" charset="0"/>
                <a:cs typeface="Times New Roman" panose="02020603050405020304" pitchFamily="18" charset="0"/>
              </a:rPr>
              <a:t>until a specified condition </a:t>
            </a:r>
            <a:r>
              <a:rPr lang="en-US" sz="2400" dirty="0">
                <a:highlight>
                  <a:srgbClr val="FFFF00"/>
                </a:highlight>
                <a:latin typeface="Times New Roman" panose="02020603050405020304" pitchFamily="18" charset="0"/>
                <a:cs typeface="Times New Roman" panose="02020603050405020304" pitchFamily="18" charset="0"/>
              </a:rPr>
              <a:t>becomes true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Often used for </a:t>
            </a:r>
            <a:r>
              <a:rPr lang="en-US" sz="2400" dirty="0">
                <a:solidFill>
                  <a:srgbClr val="FF0000"/>
                </a:solidFill>
                <a:latin typeface="Times New Roman" panose="02020603050405020304" pitchFamily="18" charset="0"/>
                <a:cs typeface="Times New Roman" panose="02020603050405020304" pitchFamily="18" charset="0"/>
              </a:rPr>
              <a:t>level-sensitive control </a:t>
            </a:r>
            <a:r>
              <a:rPr lang="en-US" sz="2400" dirty="0">
                <a:latin typeface="Times New Roman" panose="02020603050405020304" pitchFamily="18" charset="0"/>
                <a:cs typeface="Times New Roman" panose="02020603050405020304" pitchFamily="18" charset="0"/>
              </a:rPr>
              <a:t>rather than </a:t>
            </a:r>
            <a:r>
              <a:rPr lang="en-US" sz="2400" dirty="0">
                <a:solidFill>
                  <a:srgbClr val="FF0000"/>
                </a:solidFill>
                <a:latin typeface="Times New Roman" panose="02020603050405020304" pitchFamily="18" charset="0"/>
                <a:cs typeface="Times New Roman" panose="02020603050405020304" pitchFamily="18" charset="0"/>
              </a:rPr>
              <a:t>iteration</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B217F49-FE94-CB3C-46A6-DFB4FFE235AC}"/>
              </a:ext>
            </a:extLst>
          </p:cNvPr>
          <p:cNvSpPr>
            <a:spLocks noGrp="1"/>
          </p:cNvSpPr>
          <p:nvPr>
            <p:ph type="dt" sz="half" idx="10"/>
          </p:nvPr>
        </p:nvSpPr>
        <p:spPr/>
        <p:txBody>
          <a:bodyPr/>
          <a:lstStyle/>
          <a:p>
            <a:fld id="{5D95D77A-1688-433D-977F-E73E76F482CF}" type="datetime1">
              <a:rPr lang="en-IN" smtClean="0"/>
              <a:pPr/>
              <a:t>31-10-2025</a:t>
            </a:fld>
            <a:endParaRPr lang="en-IN"/>
          </a:p>
        </p:txBody>
      </p:sp>
      <p:sp>
        <p:nvSpPr>
          <p:cNvPr id="5" name="Footer Placeholder 4">
            <a:extLst>
              <a:ext uri="{FF2B5EF4-FFF2-40B4-BE49-F238E27FC236}">
                <a16:creationId xmlns:a16="http://schemas.microsoft.com/office/drawing/2014/main" id="{C55D2C31-0DBD-9917-9024-EE0ED5DD661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EFA155A-9A5D-C4F3-D8D7-BA220EC382A3}"/>
              </a:ext>
            </a:extLst>
          </p:cNvPr>
          <p:cNvSpPr>
            <a:spLocks noGrp="1"/>
          </p:cNvSpPr>
          <p:nvPr>
            <p:ph type="sldNum" sz="quarter" idx="12"/>
          </p:nvPr>
        </p:nvSpPr>
        <p:spPr/>
        <p:txBody>
          <a:bodyPr/>
          <a:lstStyle/>
          <a:p>
            <a:fld id="{56BB8B7D-B437-4E80-9B4F-EB7501C8BBDD}" type="slidenum">
              <a:rPr lang="en-IN" smtClean="0"/>
              <a:pPr/>
              <a:t>81</a:t>
            </a:fld>
            <a:endParaRPr lang="en-IN"/>
          </a:p>
        </p:txBody>
      </p:sp>
    </p:spTree>
    <p:extLst>
      <p:ext uri="{BB962C8B-B14F-4D97-AF65-F5344CB8AC3E}">
        <p14:creationId xmlns:p14="http://schemas.microsoft.com/office/powerpoint/2010/main" val="17043123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A38E-99A4-D695-651A-A6B6B0E4C2F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9C0BB4DF-1AA5-E1B4-1C16-E139350531C1}"/>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Conditional Statements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conditional </a:t>
            </a:r>
            <a:r>
              <a:rPr lang="en-US" sz="2400" dirty="0">
                <a:highlight>
                  <a:srgbClr val="FFFF00"/>
                </a:highlight>
                <a:latin typeface="Times New Roman" panose="02020603050405020304" pitchFamily="18" charset="0"/>
                <a:cs typeface="Times New Roman" panose="02020603050405020304" pitchFamily="18" charset="0"/>
              </a:rPr>
              <a:t>if else </a:t>
            </a:r>
            <a:r>
              <a:rPr lang="en-US" sz="2400" dirty="0">
                <a:latin typeface="Times New Roman" panose="02020603050405020304" pitchFamily="18" charset="0"/>
                <a:cs typeface="Times New Roman" panose="02020603050405020304" pitchFamily="18" charset="0"/>
              </a:rPr>
              <a:t>statement is used to make a </a:t>
            </a:r>
            <a:r>
              <a:rPr lang="en-US" sz="2400" dirty="0">
                <a:solidFill>
                  <a:srgbClr val="FF0000"/>
                </a:solidFill>
                <a:latin typeface="Times New Roman" panose="02020603050405020304" pitchFamily="18" charset="0"/>
                <a:cs typeface="Times New Roman" panose="02020603050405020304" pitchFamily="18" charset="0"/>
              </a:rPr>
              <a:t>decision </a:t>
            </a:r>
            <a:r>
              <a:rPr lang="en-US" sz="2400" dirty="0">
                <a:latin typeface="Times New Roman" panose="02020603050405020304" pitchFamily="18" charset="0"/>
                <a:cs typeface="Times New Roman" panose="02020603050405020304" pitchFamily="18" charset="0"/>
              </a:rPr>
              <a:t>about </a:t>
            </a:r>
            <a:r>
              <a:rPr lang="en-US" sz="2400" dirty="0">
                <a:solidFill>
                  <a:srgbClr val="FF0000"/>
                </a:solidFill>
                <a:latin typeface="Times New Roman" panose="02020603050405020304" pitchFamily="18" charset="0"/>
                <a:cs typeface="Times New Roman" panose="02020603050405020304" pitchFamily="18" charset="0"/>
              </a:rPr>
              <a:t>whether a statement is executed</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SystemVerilog </a:t>
            </a:r>
            <a:r>
              <a:rPr lang="en-US" sz="2400" dirty="0">
                <a:highlight>
                  <a:srgbClr val="FFFF00"/>
                </a:highlight>
                <a:latin typeface="Times New Roman" panose="02020603050405020304" pitchFamily="18" charset="0"/>
                <a:cs typeface="Times New Roman" panose="02020603050405020304" pitchFamily="18" charset="0"/>
              </a:rPr>
              <a:t>case</a:t>
            </a:r>
            <a:r>
              <a:rPr lang="en-US" sz="2400" dirty="0">
                <a:latin typeface="Times New Roman" panose="02020603050405020304" pitchFamily="18" charset="0"/>
                <a:cs typeface="Times New Roman" panose="02020603050405020304" pitchFamily="18" charset="0"/>
              </a:rPr>
              <a:t> statement checks </a:t>
            </a:r>
            <a:r>
              <a:rPr lang="en-US" sz="2400" dirty="0">
                <a:solidFill>
                  <a:srgbClr val="FF0000"/>
                </a:solidFill>
                <a:latin typeface="Times New Roman" panose="02020603050405020304" pitchFamily="18" charset="0"/>
                <a:cs typeface="Times New Roman" panose="02020603050405020304" pitchFamily="18" charset="0"/>
              </a:rPr>
              <a:t>whether an expression matches one of a number of expressions and branches appropriately</a:t>
            </a:r>
            <a:r>
              <a:rPr lang="en-US" sz="2400" dirty="0">
                <a:latin typeface="Times New Roman" panose="02020603050405020304" pitchFamily="18" charset="0"/>
                <a:cs typeface="Times New Roman" panose="02020603050405020304" pitchFamily="18" charset="0"/>
              </a:rPr>
              <a:t>. The behavior is the same as in Verilog.</a:t>
            </a:r>
          </a:p>
          <a:p>
            <a:pPr lvl="1">
              <a:buFont typeface="Wingdings" panose="05000000000000000000" pitchFamily="2" charset="2"/>
              <a:buChar char="q"/>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if else Statement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SystemVerilog introduced the following if else constructs for violation checks. </a:t>
            </a:r>
          </a:p>
          <a:p>
            <a:pPr marL="1828800" lvl="3" indent="-457200">
              <a:buFont typeface="+mj-lt"/>
              <a:buAutoNum type="arabicPeriod"/>
            </a:pPr>
            <a:r>
              <a:rPr lang="en-US" sz="2400" dirty="0">
                <a:latin typeface="Times New Roman" panose="02020603050405020304" pitchFamily="18" charset="0"/>
                <a:cs typeface="Times New Roman" panose="02020603050405020304" pitchFamily="18" charset="0"/>
              </a:rPr>
              <a:t>unique-if</a:t>
            </a:r>
          </a:p>
          <a:p>
            <a:pPr marL="1828800" lvl="3" indent="-457200">
              <a:buFont typeface="+mj-lt"/>
              <a:buAutoNum type="arabicPeriod"/>
            </a:pPr>
            <a:r>
              <a:rPr lang="en-US" sz="2400" dirty="0">
                <a:latin typeface="Times New Roman" panose="02020603050405020304" pitchFamily="18" charset="0"/>
                <a:cs typeface="Times New Roman" panose="02020603050405020304" pitchFamily="18" charset="0"/>
              </a:rPr>
              <a:t>unique0-if</a:t>
            </a:r>
          </a:p>
          <a:p>
            <a:pPr marL="1828800" lvl="3" indent="-457200">
              <a:buFont typeface="+mj-lt"/>
              <a:buAutoNum type="arabicPeriod"/>
            </a:pPr>
            <a:r>
              <a:rPr lang="en-US" sz="2400" dirty="0">
                <a:latin typeface="Times New Roman" panose="02020603050405020304" pitchFamily="18" charset="0"/>
                <a:cs typeface="Times New Roman" panose="02020603050405020304" pitchFamily="18" charset="0"/>
              </a:rPr>
              <a:t>priority-if</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AADCC66-9608-752B-5E91-3F768970E47A}"/>
              </a:ext>
            </a:extLst>
          </p:cNvPr>
          <p:cNvSpPr>
            <a:spLocks noGrp="1"/>
          </p:cNvSpPr>
          <p:nvPr>
            <p:ph type="dt" sz="half" idx="10"/>
          </p:nvPr>
        </p:nvSpPr>
        <p:spPr/>
        <p:txBody>
          <a:bodyPr/>
          <a:lstStyle/>
          <a:p>
            <a:fld id="{477EB8CD-BDDA-4D1C-9EF9-50D1FC4AC238}" type="datetime1">
              <a:rPr lang="en-IN" smtClean="0"/>
              <a:pPr/>
              <a:t>31-10-2025</a:t>
            </a:fld>
            <a:endParaRPr lang="en-IN"/>
          </a:p>
        </p:txBody>
      </p:sp>
      <p:sp>
        <p:nvSpPr>
          <p:cNvPr id="5" name="Footer Placeholder 4">
            <a:extLst>
              <a:ext uri="{FF2B5EF4-FFF2-40B4-BE49-F238E27FC236}">
                <a16:creationId xmlns:a16="http://schemas.microsoft.com/office/drawing/2014/main" id="{0AD0D793-366F-A076-66D9-48DADBCADBB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33F3F8E-E54C-388E-3295-371FDD9FB587}"/>
              </a:ext>
            </a:extLst>
          </p:cNvPr>
          <p:cNvSpPr>
            <a:spLocks noGrp="1"/>
          </p:cNvSpPr>
          <p:nvPr>
            <p:ph type="sldNum" sz="quarter" idx="12"/>
          </p:nvPr>
        </p:nvSpPr>
        <p:spPr/>
        <p:txBody>
          <a:bodyPr/>
          <a:lstStyle/>
          <a:p>
            <a:fld id="{56BB8B7D-B437-4E80-9B4F-EB7501C8BBDD}" type="slidenum">
              <a:rPr lang="en-IN" smtClean="0"/>
              <a:pPr/>
              <a:t>82</a:t>
            </a:fld>
            <a:endParaRPr lang="en-IN"/>
          </a:p>
        </p:txBody>
      </p:sp>
    </p:spTree>
    <p:extLst>
      <p:ext uri="{BB962C8B-B14F-4D97-AF65-F5344CB8AC3E}">
        <p14:creationId xmlns:p14="http://schemas.microsoft.com/office/powerpoint/2010/main" val="89188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F341-728E-A962-CB1D-EE1D2216241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373A2A00-DDB3-F70F-EB57-DF3D3566B76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unique-if, unique0-if</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unique-if </a:t>
            </a:r>
            <a:r>
              <a:rPr lang="en-US" sz="2400" dirty="0">
                <a:highlight>
                  <a:srgbClr val="FFFF00"/>
                </a:highlight>
                <a:latin typeface="Times New Roman" panose="02020603050405020304" pitchFamily="18" charset="0"/>
                <a:cs typeface="Times New Roman" panose="02020603050405020304" pitchFamily="18" charset="0"/>
              </a:rPr>
              <a:t>evaluates conditions in any order </a:t>
            </a:r>
            <a:r>
              <a:rPr lang="en-US" sz="2400" dirty="0">
                <a:latin typeface="Times New Roman" panose="02020603050405020304" pitchFamily="18" charset="0"/>
                <a:cs typeface="Times New Roman" panose="02020603050405020304" pitchFamily="18" charset="0"/>
              </a:rPr>
              <a:t>and does the following :</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 a </a:t>
            </a:r>
            <a:r>
              <a:rPr lang="en-US" dirty="0">
                <a:solidFill>
                  <a:schemeClr val="accent6">
                    <a:lumMod val="75000"/>
                  </a:schemeClr>
                </a:solidFill>
                <a:latin typeface="Times New Roman" panose="02020603050405020304" pitchFamily="18" charset="0"/>
                <a:cs typeface="Times New Roman" panose="02020603050405020304" pitchFamily="18" charset="0"/>
              </a:rPr>
              <a:t>warning</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when </a:t>
            </a:r>
            <a:r>
              <a:rPr lang="en-US" dirty="0">
                <a:highlight>
                  <a:srgbClr val="FFFF00"/>
                </a:highlight>
                <a:latin typeface="Times New Roman" panose="02020603050405020304" pitchFamily="18" charset="0"/>
                <a:cs typeface="Times New Roman" panose="02020603050405020304" pitchFamily="18" charset="0"/>
              </a:rPr>
              <a:t>none of the if conditions match unless </a:t>
            </a:r>
            <a:r>
              <a:rPr lang="en-US" dirty="0">
                <a:latin typeface="Times New Roman" panose="02020603050405020304" pitchFamily="18" charset="0"/>
                <a:cs typeface="Times New Roman" panose="02020603050405020304" pitchFamily="18" charset="0"/>
              </a:rPr>
              <a:t>there is an </a:t>
            </a:r>
            <a:r>
              <a:rPr lang="en-US" dirty="0">
                <a:solidFill>
                  <a:srgbClr val="FF0000"/>
                </a:solidFill>
                <a:latin typeface="Times New Roman" panose="02020603050405020304" pitchFamily="18" charset="0"/>
                <a:cs typeface="Times New Roman" panose="02020603050405020304" pitchFamily="18" charset="0"/>
              </a:rPr>
              <a:t>explicit else</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report an </a:t>
            </a:r>
            <a:r>
              <a:rPr lang="en-US" dirty="0">
                <a:solidFill>
                  <a:srgbClr val="FF0000"/>
                </a:solidFill>
                <a:latin typeface="Times New Roman" panose="02020603050405020304" pitchFamily="18" charset="0"/>
                <a:cs typeface="Times New Roman" panose="02020603050405020304" pitchFamily="18" charset="0"/>
              </a:rPr>
              <a:t>error</a:t>
            </a:r>
            <a:r>
              <a:rPr lang="en-US" dirty="0">
                <a:latin typeface="Times New Roman" panose="02020603050405020304" pitchFamily="18" charset="0"/>
                <a:cs typeface="Times New Roman" panose="02020603050405020304" pitchFamily="18" charset="0"/>
              </a:rPr>
              <a:t> when there </a:t>
            </a:r>
            <a:r>
              <a:rPr lang="en-US" dirty="0">
                <a:highlight>
                  <a:srgbClr val="FFFF00"/>
                </a:highlight>
                <a:latin typeface="Times New Roman" panose="02020603050405020304" pitchFamily="18" charset="0"/>
                <a:cs typeface="Times New Roman" panose="02020603050405020304" pitchFamily="18" charset="0"/>
              </a:rPr>
              <a:t>is more than 1 match found </a:t>
            </a:r>
            <a:r>
              <a:rPr lang="en-US" dirty="0">
                <a:latin typeface="Times New Roman" panose="02020603050405020304" pitchFamily="18" charset="0"/>
                <a:cs typeface="Times New Roman" panose="02020603050405020304" pitchFamily="18" charset="0"/>
              </a:rPr>
              <a:t>in the if else conditions.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Unlike unique-if, </a:t>
            </a:r>
            <a:r>
              <a:rPr lang="en-US" sz="2400" dirty="0">
                <a:solidFill>
                  <a:srgbClr val="FF0000"/>
                </a:solidFill>
                <a:latin typeface="Times New Roman" panose="02020603050405020304" pitchFamily="18" charset="0"/>
                <a:cs typeface="Times New Roman" panose="02020603050405020304" pitchFamily="18" charset="0"/>
              </a:rPr>
              <a:t>unique0-if does not report a violation if none of the conditions match.</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C5B7523-13B5-76FF-E3E4-4E7BDA5F55A0}"/>
              </a:ext>
            </a:extLst>
          </p:cNvPr>
          <p:cNvSpPr>
            <a:spLocks noGrp="1"/>
          </p:cNvSpPr>
          <p:nvPr>
            <p:ph type="dt" sz="half" idx="10"/>
          </p:nvPr>
        </p:nvSpPr>
        <p:spPr/>
        <p:txBody>
          <a:bodyPr/>
          <a:lstStyle/>
          <a:p>
            <a:fld id="{80D3953C-D4D7-478E-8329-BE305C8A1492}" type="datetime1">
              <a:rPr lang="en-IN" smtClean="0"/>
              <a:pPr/>
              <a:t>31-10-2025</a:t>
            </a:fld>
            <a:endParaRPr lang="en-IN"/>
          </a:p>
        </p:txBody>
      </p:sp>
      <p:sp>
        <p:nvSpPr>
          <p:cNvPr id="5" name="Footer Placeholder 4">
            <a:extLst>
              <a:ext uri="{FF2B5EF4-FFF2-40B4-BE49-F238E27FC236}">
                <a16:creationId xmlns:a16="http://schemas.microsoft.com/office/drawing/2014/main" id="{3E0FF3DD-DEF5-1CB1-17EB-7C9A65462D6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F58B1BB-BDEA-2215-15DC-788B80B5A853}"/>
              </a:ext>
            </a:extLst>
          </p:cNvPr>
          <p:cNvSpPr>
            <a:spLocks noGrp="1"/>
          </p:cNvSpPr>
          <p:nvPr>
            <p:ph type="sldNum" sz="quarter" idx="12"/>
          </p:nvPr>
        </p:nvSpPr>
        <p:spPr/>
        <p:txBody>
          <a:bodyPr/>
          <a:lstStyle/>
          <a:p>
            <a:fld id="{56BB8B7D-B437-4E80-9B4F-EB7501C8BBDD}" type="slidenum">
              <a:rPr lang="en-IN" smtClean="0"/>
              <a:pPr/>
              <a:t>83</a:t>
            </a:fld>
            <a:endParaRPr lang="en-IN"/>
          </a:p>
        </p:txBody>
      </p:sp>
    </p:spTree>
    <p:extLst>
      <p:ext uri="{BB962C8B-B14F-4D97-AF65-F5344CB8AC3E}">
        <p14:creationId xmlns:p14="http://schemas.microsoft.com/office/powerpoint/2010/main" val="7607287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7B633-C1C1-F454-931D-72D83C47DE1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6CABEEB4-90A7-FE32-1BD1-3FB81462E48F}"/>
              </a:ext>
            </a:extLst>
          </p:cNvPr>
          <p:cNvSpPr>
            <a:spLocks noGrp="1"/>
          </p:cNvSpPr>
          <p:nvPr>
            <p:ph idx="1"/>
          </p:nvPr>
        </p:nvSpPr>
        <p:spPr>
          <a:xfrm>
            <a:off x="609600" y="1172944"/>
            <a:ext cx="10972800" cy="5281213"/>
          </a:xfrm>
        </p:spPr>
        <p:txBody>
          <a:bodyPr>
            <a:normAutofit lnSpcReduction="10000"/>
          </a:bodyPr>
          <a:lstStyle/>
          <a:p>
            <a:pPr marL="809625" indent="0">
              <a:buNone/>
            </a:pPr>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uinque_if_example</a:t>
            </a:r>
            <a:r>
              <a:rPr lang="en-US" sz="2400" dirty="0">
                <a:latin typeface="Times New Roman" panose="02020603050405020304" pitchFamily="18" charset="0"/>
                <a:cs typeface="Times New Roman" panose="02020603050405020304" pitchFamily="18" charset="0"/>
              </a:rPr>
              <a:t>;</a:t>
            </a:r>
          </a:p>
          <a:p>
            <a:pPr marL="809625" indent="0">
              <a:buNone/>
            </a:pPr>
            <a:r>
              <a:rPr lang="en-US" sz="2400" dirty="0">
                <a:latin typeface="Times New Roman" panose="02020603050405020304" pitchFamily="18" charset="0"/>
                <a:cs typeface="Times New Roman" panose="02020603050405020304" pitchFamily="18" charset="0"/>
              </a:rPr>
              <a:t>  int x =5;</a:t>
            </a:r>
          </a:p>
          <a:p>
            <a:pPr marL="809625" indent="0">
              <a:buNone/>
            </a:pPr>
            <a:r>
              <a:rPr lang="en-US" sz="2400" dirty="0">
                <a:latin typeface="Times New Roman" panose="02020603050405020304" pitchFamily="18" charset="0"/>
                <a:cs typeface="Times New Roman" panose="02020603050405020304" pitchFamily="18" charset="0"/>
              </a:rPr>
              <a:t>  initial </a:t>
            </a:r>
          </a:p>
          <a:p>
            <a:pPr marL="809625" indent="0">
              <a:buNone/>
            </a:pPr>
            <a:r>
              <a:rPr lang="en-US" sz="2400" dirty="0">
                <a:latin typeface="Times New Roman" panose="02020603050405020304" pitchFamily="18" charset="0"/>
                <a:cs typeface="Times New Roman" panose="02020603050405020304" pitchFamily="18" charset="0"/>
              </a:rPr>
              <a:t>    begin</a:t>
            </a:r>
          </a:p>
          <a:p>
            <a:pPr marL="809625" indent="0">
              <a:buNone/>
            </a:pPr>
            <a:r>
              <a:rPr lang="en-US" sz="2400" dirty="0">
                <a:latin typeface="Times New Roman" panose="02020603050405020304" pitchFamily="18" charset="0"/>
                <a:cs typeface="Times New Roman" panose="02020603050405020304" pitchFamily="18" charset="0"/>
              </a:rPr>
              <a:t>      unique if(x ==4) </a:t>
            </a:r>
          </a:p>
          <a:p>
            <a:pPr marL="809625" indent="0">
              <a:buNone/>
            </a:pPr>
            <a:r>
              <a:rPr lang="en-US" sz="2400" dirty="0">
                <a:latin typeface="Times New Roman" panose="02020603050405020304" pitchFamily="18" charset="0"/>
                <a:cs typeface="Times New Roman" panose="02020603050405020304" pitchFamily="18" charset="0"/>
              </a:rPr>
              <a:t>        $display("X is given : %0d",x);</a:t>
            </a:r>
          </a:p>
          <a:p>
            <a:pPr marL="809625" indent="0">
              <a:buNone/>
            </a:pPr>
            <a:r>
              <a:rPr lang="en-US" sz="2400" dirty="0">
                <a:latin typeface="Times New Roman" panose="02020603050405020304" pitchFamily="18" charset="0"/>
                <a:cs typeface="Times New Roman" panose="02020603050405020304" pitchFamily="18" charset="0"/>
              </a:rPr>
              <a:t>      else if(x==3)</a:t>
            </a:r>
          </a:p>
          <a:p>
            <a:pPr marL="809625" indent="0">
              <a:buNone/>
            </a:pPr>
            <a:r>
              <a:rPr lang="en-US" sz="2400" dirty="0">
                <a:latin typeface="Times New Roman" panose="02020603050405020304" pitchFamily="18" charset="0"/>
                <a:cs typeface="Times New Roman" panose="02020603050405020304" pitchFamily="18" charset="0"/>
              </a:rPr>
              <a:t>        $display("X is give : %0d",x);</a:t>
            </a:r>
          </a:p>
          <a:p>
            <a:pPr marL="809625" indent="0">
              <a:buNone/>
            </a:pPr>
            <a:r>
              <a:rPr lang="en-US" sz="2400" dirty="0">
                <a:latin typeface="Times New Roman" panose="02020603050405020304" pitchFamily="18" charset="0"/>
                <a:cs typeface="Times New Roman" panose="02020603050405020304" pitchFamily="18" charset="0"/>
              </a:rPr>
              <a:t>      //else</a:t>
            </a:r>
          </a:p>
          <a:p>
            <a:pPr marL="809625" indent="0">
              <a:buNone/>
            </a:pPr>
            <a:r>
              <a:rPr lang="en-US" sz="2400" dirty="0">
                <a:latin typeface="Times New Roman" panose="02020603050405020304" pitchFamily="18" charset="0"/>
                <a:cs typeface="Times New Roman" panose="02020603050405020304" pitchFamily="18" charset="0"/>
              </a:rPr>
              <a:t>       // $display("X is </a:t>
            </a:r>
            <a:r>
              <a:rPr lang="en-US" sz="2400" dirty="0" err="1">
                <a:latin typeface="Times New Roman" panose="02020603050405020304" pitchFamily="18" charset="0"/>
                <a:cs typeface="Times New Roman" panose="02020603050405020304" pitchFamily="18" charset="0"/>
              </a:rPr>
              <a:t>nither</a:t>
            </a:r>
            <a:r>
              <a:rPr lang="en-US" sz="2400" dirty="0">
                <a:latin typeface="Times New Roman" panose="02020603050405020304" pitchFamily="18" charset="0"/>
                <a:cs typeface="Times New Roman" panose="02020603050405020304" pitchFamily="18" charset="0"/>
              </a:rPr>
              <a:t> 3 or 4");</a:t>
            </a:r>
          </a:p>
          <a:p>
            <a:pPr marL="809625" indent="0">
              <a:buNone/>
            </a:pPr>
            <a:r>
              <a:rPr lang="en-US" sz="2400" dirty="0">
                <a:latin typeface="Times New Roman" panose="02020603050405020304" pitchFamily="18" charset="0"/>
                <a:cs typeface="Times New Roman" panose="02020603050405020304" pitchFamily="18" charset="0"/>
              </a:rPr>
              <a:t>    end</a:t>
            </a:r>
          </a:p>
          <a:p>
            <a:pPr marL="809625" indent="0">
              <a:buNone/>
            </a:pPr>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10C129B-2720-535E-E2FE-18831811B23C}"/>
              </a:ext>
            </a:extLst>
          </p:cNvPr>
          <p:cNvSpPr>
            <a:spLocks noGrp="1"/>
          </p:cNvSpPr>
          <p:nvPr>
            <p:ph type="dt" sz="half" idx="10"/>
          </p:nvPr>
        </p:nvSpPr>
        <p:spPr/>
        <p:txBody>
          <a:bodyPr/>
          <a:lstStyle/>
          <a:p>
            <a:fld id="{8C3E2F5E-FBF8-4F6E-880D-AC470D5068DE}" type="datetime1">
              <a:rPr lang="en-IN" smtClean="0"/>
              <a:pPr/>
              <a:t>31-10-2025</a:t>
            </a:fld>
            <a:endParaRPr lang="en-IN"/>
          </a:p>
        </p:txBody>
      </p:sp>
      <p:sp>
        <p:nvSpPr>
          <p:cNvPr id="5" name="Footer Placeholder 4">
            <a:extLst>
              <a:ext uri="{FF2B5EF4-FFF2-40B4-BE49-F238E27FC236}">
                <a16:creationId xmlns:a16="http://schemas.microsoft.com/office/drawing/2014/main" id="{DE665C67-2E05-1D47-43FA-516C4816116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A49598D-319C-FC3F-6CAB-22B1D95DC0DB}"/>
              </a:ext>
            </a:extLst>
          </p:cNvPr>
          <p:cNvSpPr>
            <a:spLocks noGrp="1"/>
          </p:cNvSpPr>
          <p:nvPr>
            <p:ph type="sldNum" sz="quarter" idx="12"/>
          </p:nvPr>
        </p:nvSpPr>
        <p:spPr/>
        <p:txBody>
          <a:bodyPr/>
          <a:lstStyle/>
          <a:p>
            <a:fld id="{56BB8B7D-B437-4E80-9B4F-EB7501C8BBDD}" type="slidenum">
              <a:rPr lang="en-IN" smtClean="0"/>
              <a:pPr/>
              <a:t>84</a:t>
            </a:fld>
            <a:endParaRPr lang="en-IN"/>
          </a:p>
        </p:txBody>
      </p:sp>
    </p:spTree>
    <p:extLst>
      <p:ext uri="{BB962C8B-B14F-4D97-AF65-F5344CB8AC3E}">
        <p14:creationId xmlns:p14="http://schemas.microsoft.com/office/powerpoint/2010/main" val="1451565448"/>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405FB-D966-80C2-34F7-A618108271E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9DFFA5DE-3AEF-C49A-F632-732271F42208}"/>
              </a:ext>
            </a:extLst>
          </p:cNvPr>
          <p:cNvSpPr>
            <a:spLocks noGrp="1"/>
          </p:cNvSpPr>
          <p:nvPr>
            <p:ph idx="1"/>
          </p:nvPr>
        </p:nvSpPr>
        <p:spPr/>
        <p:txBody>
          <a:bodyPr/>
          <a:lstStyle/>
          <a:p>
            <a:pPr>
              <a:buFont typeface="Wingdings" panose="05000000000000000000" pitchFamily="2" charset="2"/>
              <a:buChar char="§"/>
            </a:pPr>
            <a:r>
              <a:rPr lang="en-US" sz="2400" dirty="0">
                <a:solidFill>
                  <a:srgbClr val="1F497D">
                    <a:lumMod val="60000"/>
                    <a:lumOff val="40000"/>
                  </a:srgbClr>
                </a:solidFill>
                <a:latin typeface="Times New Roman" panose="02020603050405020304" pitchFamily="18" charset="0"/>
                <a:cs typeface="Times New Roman" panose="02020603050405020304" pitchFamily="18" charset="0"/>
              </a:rPr>
              <a:t>priority</a:t>
            </a:r>
            <a:r>
              <a:rPr kumimoji="0" lang="en-US" sz="24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cs typeface="Times New Roman" panose="02020603050405020304" pitchFamily="18" charset="0"/>
              </a:rPr>
              <a:t>-if</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priority-if </a:t>
            </a:r>
            <a:r>
              <a:rPr lang="en-US" sz="2400" dirty="0">
                <a:highlight>
                  <a:srgbClr val="FFFF00"/>
                </a:highlight>
                <a:latin typeface="Times New Roman" panose="02020603050405020304" pitchFamily="18" charset="0"/>
                <a:cs typeface="Times New Roman" panose="02020603050405020304" pitchFamily="18" charset="0"/>
              </a:rPr>
              <a:t>evaluates all conditions in sequential </a:t>
            </a:r>
            <a:r>
              <a:rPr lang="en-US" sz="2400" dirty="0">
                <a:latin typeface="Times New Roman" panose="02020603050405020304" pitchFamily="18" charset="0"/>
                <a:cs typeface="Times New Roman" panose="02020603050405020304" pitchFamily="18" charset="0"/>
              </a:rPr>
              <a:t>order and a violation is reported when:</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None of the conditions are true </a:t>
            </a:r>
            <a:r>
              <a:rPr lang="en-US" dirty="0">
                <a:latin typeface="Times New Roman" panose="02020603050405020304" pitchFamily="18" charset="0"/>
                <a:cs typeface="Times New Roman" panose="02020603050405020304" pitchFamily="18" charset="0"/>
              </a:rPr>
              <a:t>or if there's </a:t>
            </a:r>
            <a:r>
              <a:rPr lang="en-US" dirty="0">
                <a:solidFill>
                  <a:srgbClr val="FF0000"/>
                </a:solidFill>
                <a:latin typeface="Times New Roman" panose="02020603050405020304" pitchFamily="18" charset="0"/>
                <a:cs typeface="Times New Roman" panose="02020603050405020304" pitchFamily="18" charset="0"/>
              </a:rPr>
              <a:t>no else clause </a:t>
            </a:r>
            <a:r>
              <a:rPr lang="en-US" dirty="0">
                <a:latin typeface="Times New Roman" panose="02020603050405020304" pitchFamily="18" charset="0"/>
                <a:cs typeface="Times New Roman" panose="02020603050405020304" pitchFamily="18" charset="0"/>
              </a:rPr>
              <a:t>to the final if construct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39B523D-FEA1-5CC1-13C5-8E6E9A448CB4}"/>
              </a:ext>
            </a:extLst>
          </p:cNvPr>
          <p:cNvSpPr>
            <a:spLocks noGrp="1"/>
          </p:cNvSpPr>
          <p:nvPr>
            <p:ph type="dt" sz="half" idx="10"/>
          </p:nvPr>
        </p:nvSpPr>
        <p:spPr/>
        <p:txBody>
          <a:bodyPr/>
          <a:lstStyle/>
          <a:p>
            <a:fld id="{00BA135E-86F8-49CD-8907-D2DEBDF9CCEF}" type="datetime1">
              <a:rPr lang="en-IN" smtClean="0"/>
              <a:pPr/>
              <a:t>31-10-2025</a:t>
            </a:fld>
            <a:endParaRPr lang="en-IN"/>
          </a:p>
        </p:txBody>
      </p:sp>
      <p:sp>
        <p:nvSpPr>
          <p:cNvPr id="5" name="Footer Placeholder 4">
            <a:extLst>
              <a:ext uri="{FF2B5EF4-FFF2-40B4-BE49-F238E27FC236}">
                <a16:creationId xmlns:a16="http://schemas.microsoft.com/office/drawing/2014/main" id="{ABA46914-1D13-EB5A-85ED-0B429319058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B8633BC-E2B7-9C3E-8CBA-07FE13F66A93}"/>
              </a:ext>
            </a:extLst>
          </p:cNvPr>
          <p:cNvSpPr>
            <a:spLocks noGrp="1"/>
          </p:cNvSpPr>
          <p:nvPr>
            <p:ph type="sldNum" sz="quarter" idx="12"/>
          </p:nvPr>
        </p:nvSpPr>
        <p:spPr/>
        <p:txBody>
          <a:bodyPr/>
          <a:lstStyle/>
          <a:p>
            <a:fld id="{56BB8B7D-B437-4E80-9B4F-EB7501C8BBDD}" type="slidenum">
              <a:rPr lang="en-IN" smtClean="0"/>
              <a:pPr/>
              <a:t>85</a:t>
            </a:fld>
            <a:endParaRPr lang="en-IN"/>
          </a:p>
        </p:txBody>
      </p:sp>
    </p:spTree>
    <p:extLst>
      <p:ext uri="{BB962C8B-B14F-4D97-AF65-F5344CB8AC3E}">
        <p14:creationId xmlns:p14="http://schemas.microsoft.com/office/powerpoint/2010/main" val="2910150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4A2D-2CFF-40A1-66F0-217839572C7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07A4A573-6C07-908E-C6C2-1393C72685B9}"/>
              </a:ext>
            </a:extLst>
          </p:cNvPr>
          <p:cNvSpPr>
            <a:spLocks noGrp="1"/>
          </p:cNvSpPr>
          <p:nvPr>
            <p:ph idx="1"/>
          </p:nvPr>
        </p:nvSpPr>
        <p:spPr>
          <a:xfrm>
            <a:off x="609600" y="1311965"/>
            <a:ext cx="10972800" cy="4814200"/>
          </a:xfrm>
        </p:spPr>
        <p:txBody>
          <a:bodyPr>
            <a:normAutofit fontScale="92500" lnSpcReduction="10000"/>
          </a:bodyPr>
          <a:lstStyle/>
          <a:p>
            <a:pPr marL="809625" indent="0">
              <a:buNone/>
            </a:pPr>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priority_if_esle_example</a:t>
            </a:r>
            <a:r>
              <a:rPr lang="en-US" sz="2400" dirty="0">
                <a:latin typeface="Times New Roman" panose="02020603050405020304" pitchFamily="18" charset="0"/>
                <a:cs typeface="Times New Roman" panose="02020603050405020304" pitchFamily="18" charset="0"/>
              </a:rPr>
              <a:t>;</a:t>
            </a:r>
          </a:p>
          <a:p>
            <a:pPr marL="809625" indent="0">
              <a:buNone/>
            </a:pPr>
            <a:r>
              <a:rPr lang="en-US" sz="2400" dirty="0">
                <a:latin typeface="Times New Roman" panose="02020603050405020304" pitchFamily="18" charset="0"/>
                <a:cs typeface="Times New Roman" panose="02020603050405020304" pitchFamily="18" charset="0"/>
              </a:rPr>
              <a:t>  int x =7;</a:t>
            </a:r>
          </a:p>
          <a:p>
            <a:pPr marL="809625" indent="0">
              <a:buNone/>
            </a:pPr>
            <a:r>
              <a:rPr lang="en-US" sz="2400" dirty="0">
                <a:latin typeface="Times New Roman" panose="02020603050405020304" pitchFamily="18" charset="0"/>
                <a:cs typeface="Times New Roman" panose="02020603050405020304" pitchFamily="18" charset="0"/>
              </a:rPr>
              <a:t>  initial </a:t>
            </a:r>
          </a:p>
          <a:p>
            <a:pPr marL="809625" indent="0">
              <a:buNone/>
            </a:pPr>
            <a:r>
              <a:rPr lang="en-US" sz="2400" dirty="0">
                <a:latin typeface="Times New Roman" panose="02020603050405020304" pitchFamily="18" charset="0"/>
                <a:cs typeface="Times New Roman" panose="02020603050405020304" pitchFamily="18" charset="0"/>
              </a:rPr>
              <a:t>    begin</a:t>
            </a:r>
          </a:p>
          <a:p>
            <a:pPr marL="809625" indent="0">
              <a:buNone/>
            </a:pPr>
            <a:r>
              <a:rPr lang="en-US" sz="2400" dirty="0">
                <a:latin typeface="Times New Roman" panose="02020603050405020304" pitchFamily="18" charset="0"/>
                <a:cs typeface="Times New Roman" panose="02020603050405020304" pitchFamily="18" charset="0"/>
              </a:rPr>
              <a:t>      priority if(x !=4) </a:t>
            </a:r>
          </a:p>
          <a:p>
            <a:pPr marL="809625" indent="0">
              <a:buNone/>
            </a:pPr>
            <a:r>
              <a:rPr lang="en-US" sz="2400" dirty="0">
                <a:latin typeface="Times New Roman" panose="02020603050405020304" pitchFamily="18" charset="0"/>
                <a:cs typeface="Times New Roman" panose="02020603050405020304" pitchFamily="18" charset="0"/>
              </a:rPr>
              <a:t>        $display("the </a:t>
            </a:r>
            <a:r>
              <a:rPr lang="en-US" sz="2400" dirty="0" err="1">
                <a:latin typeface="Times New Roman" panose="02020603050405020304" pitchFamily="18" charset="0"/>
                <a:cs typeface="Times New Roman" panose="02020603050405020304" pitchFamily="18" charset="0"/>
              </a:rPr>
              <a:t>the</a:t>
            </a:r>
            <a:r>
              <a:rPr lang="en-US" sz="2400" dirty="0">
                <a:latin typeface="Times New Roman" panose="02020603050405020304" pitchFamily="18" charset="0"/>
                <a:cs typeface="Times New Roman" panose="02020603050405020304" pitchFamily="18" charset="0"/>
              </a:rPr>
              <a:t> X is not equal to 4 : %0d",x);</a:t>
            </a:r>
          </a:p>
          <a:p>
            <a:pPr marL="809625" indent="0">
              <a:buNone/>
            </a:pPr>
            <a:r>
              <a:rPr lang="en-US" sz="2400" dirty="0">
                <a:latin typeface="Times New Roman" panose="02020603050405020304" pitchFamily="18" charset="0"/>
                <a:cs typeface="Times New Roman" panose="02020603050405020304" pitchFamily="18" charset="0"/>
              </a:rPr>
              <a:t>      else if(x == 7)</a:t>
            </a:r>
          </a:p>
          <a:p>
            <a:pPr marL="809625" indent="0">
              <a:buNone/>
            </a:pPr>
            <a:r>
              <a:rPr lang="en-US" sz="2400" dirty="0">
                <a:latin typeface="Times New Roman" panose="02020603050405020304" pitchFamily="18" charset="0"/>
                <a:cs typeface="Times New Roman" panose="02020603050405020304" pitchFamily="18" charset="0"/>
              </a:rPr>
              <a:t>        $display("the given x value is: %0d",x);</a:t>
            </a:r>
          </a:p>
          <a:p>
            <a:pPr marL="809625" indent="0">
              <a:buNone/>
            </a:pPr>
            <a:r>
              <a:rPr lang="en-US" sz="2400" dirty="0">
                <a:latin typeface="Times New Roman" panose="02020603050405020304" pitchFamily="18" charset="0"/>
                <a:cs typeface="Times New Roman" panose="02020603050405020304" pitchFamily="18" charset="0"/>
              </a:rPr>
              <a:t>      //else </a:t>
            </a:r>
          </a:p>
          <a:p>
            <a:pPr marL="809625" indent="0">
              <a:buNone/>
            </a:pPr>
            <a:r>
              <a:rPr lang="en-US" sz="2400" dirty="0">
                <a:latin typeface="Times New Roman" panose="02020603050405020304" pitchFamily="18" charset="0"/>
                <a:cs typeface="Times New Roman" panose="02020603050405020304" pitchFamily="18" charset="0"/>
              </a:rPr>
              <a:t>        //$display("the give x value is </a:t>
            </a:r>
            <a:r>
              <a:rPr lang="en-US" sz="2400" dirty="0" err="1">
                <a:latin typeface="Times New Roman" panose="02020603050405020304" pitchFamily="18" charset="0"/>
                <a:cs typeface="Times New Roman" panose="02020603050405020304" pitchFamily="18" charset="0"/>
              </a:rPr>
              <a:t>nither</a:t>
            </a:r>
            <a:r>
              <a:rPr lang="en-US" sz="2400" dirty="0">
                <a:latin typeface="Times New Roman" panose="02020603050405020304" pitchFamily="18" charset="0"/>
                <a:cs typeface="Times New Roman" panose="02020603050405020304" pitchFamily="18" charset="0"/>
              </a:rPr>
              <a:t> 4 or 8");</a:t>
            </a:r>
          </a:p>
          <a:p>
            <a:pPr marL="809625" indent="0">
              <a:buNone/>
            </a:pPr>
            <a:r>
              <a:rPr lang="en-US" sz="2400" dirty="0">
                <a:latin typeface="Times New Roman" panose="02020603050405020304" pitchFamily="18" charset="0"/>
                <a:cs typeface="Times New Roman" panose="02020603050405020304" pitchFamily="18" charset="0"/>
              </a:rPr>
              <a:t>    end</a:t>
            </a:r>
          </a:p>
          <a:p>
            <a:pPr marL="809625" indent="0">
              <a:buNone/>
            </a:pPr>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7542D95-1D8E-4C3F-E307-09120CC2D1AF}"/>
              </a:ext>
            </a:extLst>
          </p:cNvPr>
          <p:cNvSpPr>
            <a:spLocks noGrp="1"/>
          </p:cNvSpPr>
          <p:nvPr>
            <p:ph type="dt" sz="half" idx="10"/>
          </p:nvPr>
        </p:nvSpPr>
        <p:spPr/>
        <p:txBody>
          <a:bodyPr/>
          <a:lstStyle/>
          <a:p>
            <a:fld id="{9C13D71F-7B11-43BC-B32C-679EF83C4108}" type="datetime1">
              <a:rPr lang="en-IN" smtClean="0"/>
              <a:pPr/>
              <a:t>31-10-2025</a:t>
            </a:fld>
            <a:endParaRPr lang="en-IN"/>
          </a:p>
        </p:txBody>
      </p:sp>
      <p:sp>
        <p:nvSpPr>
          <p:cNvPr id="5" name="Footer Placeholder 4">
            <a:extLst>
              <a:ext uri="{FF2B5EF4-FFF2-40B4-BE49-F238E27FC236}">
                <a16:creationId xmlns:a16="http://schemas.microsoft.com/office/drawing/2014/main" id="{04031C11-09C0-958F-44D5-7842FC3A697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45F3241-3014-534A-3762-DD7BE68B4A7B}"/>
              </a:ext>
            </a:extLst>
          </p:cNvPr>
          <p:cNvSpPr>
            <a:spLocks noGrp="1"/>
          </p:cNvSpPr>
          <p:nvPr>
            <p:ph type="sldNum" sz="quarter" idx="12"/>
          </p:nvPr>
        </p:nvSpPr>
        <p:spPr/>
        <p:txBody>
          <a:bodyPr/>
          <a:lstStyle/>
          <a:p>
            <a:fld id="{56BB8B7D-B437-4E80-9B4F-EB7501C8BBDD}" type="slidenum">
              <a:rPr lang="en-IN" smtClean="0"/>
              <a:pPr/>
              <a:t>86</a:t>
            </a:fld>
            <a:endParaRPr lang="en-IN"/>
          </a:p>
        </p:txBody>
      </p:sp>
    </p:spTree>
    <p:extLst>
      <p:ext uri="{BB962C8B-B14F-4D97-AF65-F5344CB8AC3E}">
        <p14:creationId xmlns:p14="http://schemas.microsoft.com/office/powerpoint/2010/main" val="4096553998"/>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6426D-77C3-A7CE-7953-AF86DC677B00}"/>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A976B3E6-2734-E997-9353-E750BA9D222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case statement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All case statements </a:t>
            </a:r>
            <a:r>
              <a:rPr lang="en-US" sz="2400" dirty="0">
                <a:highlight>
                  <a:srgbClr val="FFFF00"/>
                </a:highlight>
                <a:latin typeface="Times New Roman" panose="02020603050405020304" pitchFamily="18" charset="0"/>
                <a:cs typeface="Times New Roman" panose="02020603050405020304" pitchFamily="18" charset="0"/>
              </a:rPr>
              <a:t>can be qualified by unique or unique0 keywords </a:t>
            </a:r>
            <a:r>
              <a:rPr lang="en-US" sz="2400" dirty="0">
                <a:latin typeface="Times New Roman" panose="02020603050405020304" pitchFamily="18" charset="0"/>
                <a:cs typeface="Times New Roman" panose="02020603050405020304" pitchFamily="18" charset="0"/>
              </a:rPr>
              <a:t>to perform violation checks like we saw in if-else-if construct.</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unique</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unique0</a:t>
            </a:r>
            <a:r>
              <a:rPr lang="en-US" sz="2400" dirty="0">
                <a:latin typeface="Times New Roman" panose="02020603050405020304" pitchFamily="18" charset="0"/>
                <a:cs typeface="Times New Roman" panose="02020603050405020304" pitchFamily="18" charset="0"/>
              </a:rPr>
              <a:t> ensure that there is </a:t>
            </a:r>
            <a:r>
              <a:rPr lang="en-US" sz="2400" dirty="0">
                <a:highlight>
                  <a:srgbClr val="FFFF00"/>
                </a:highlight>
                <a:latin typeface="Times New Roman" panose="02020603050405020304" pitchFamily="18" charset="0"/>
                <a:cs typeface="Times New Roman" panose="02020603050405020304" pitchFamily="18" charset="0"/>
              </a:rPr>
              <a:t>no overlapping case items </a:t>
            </a:r>
            <a:r>
              <a:rPr lang="en-US" sz="2400" dirty="0">
                <a:latin typeface="Times New Roman" panose="02020603050405020304" pitchFamily="18" charset="0"/>
                <a:cs typeface="Times New Roman" panose="02020603050405020304" pitchFamily="18" charset="0"/>
              </a:rPr>
              <a:t>and hence can </a:t>
            </a:r>
            <a:r>
              <a:rPr lang="en-US" sz="2400" dirty="0">
                <a:highlight>
                  <a:srgbClr val="FFFF00"/>
                </a:highlight>
                <a:latin typeface="Times New Roman" panose="02020603050405020304" pitchFamily="18" charset="0"/>
                <a:cs typeface="Times New Roman" panose="02020603050405020304" pitchFamily="18" charset="0"/>
              </a:rPr>
              <a:t>be evaluated in parallel</a:t>
            </a:r>
            <a:r>
              <a:rPr lang="en-US" sz="2400" dirty="0">
                <a:latin typeface="Times New Roman" panose="02020603050405020304" pitchFamily="18" charset="0"/>
                <a:cs typeface="Times New Roman" panose="02020603050405020304" pitchFamily="18" charset="0"/>
              </a:rPr>
              <a:t>. If there are overlapping case items, then a violation is reported.</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If </a:t>
            </a:r>
            <a:r>
              <a:rPr lang="en-US" dirty="0">
                <a:solidFill>
                  <a:srgbClr val="FF0000"/>
                </a:solidFill>
                <a:latin typeface="Times New Roman" panose="02020603050405020304" pitchFamily="18" charset="0"/>
                <a:cs typeface="Times New Roman" panose="02020603050405020304" pitchFamily="18" charset="0"/>
              </a:rPr>
              <a:t>more than one case item is found to match the given expression</a:t>
            </a:r>
            <a:r>
              <a:rPr lang="en-US" dirty="0">
                <a:latin typeface="Times New Roman" panose="02020603050405020304" pitchFamily="18" charset="0"/>
                <a:cs typeface="Times New Roman" panose="02020603050405020304" pitchFamily="18" charset="0"/>
              </a:rPr>
              <a:t>, then a </a:t>
            </a:r>
            <a:r>
              <a:rPr lang="en-US" dirty="0">
                <a:solidFill>
                  <a:srgbClr val="FF0000"/>
                </a:solidFill>
                <a:latin typeface="Times New Roman" panose="02020603050405020304" pitchFamily="18" charset="0"/>
                <a:cs typeface="Times New Roman" panose="02020603050405020304" pitchFamily="18" charset="0"/>
              </a:rPr>
              <a:t>violation is reported </a:t>
            </a:r>
            <a:r>
              <a:rPr lang="en-US" dirty="0">
                <a:latin typeface="Times New Roman" panose="02020603050405020304" pitchFamily="18" charset="0"/>
                <a:cs typeface="Times New Roman" panose="02020603050405020304" pitchFamily="18" charset="0"/>
              </a:rPr>
              <a:t>and the first matching expression is executed</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If </a:t>
            </a:r>
            <a:r>
              <a:rPr lang="en-US" dirty="0">
                <a:solidFill>
                  <a:srgbClr val="FF0000"/>
                </a:solidFill>
                <a:latin typeface="Times New Roman" panose="02020603050405020304" pitchFamily="18" charset="0"/>
                <a:cs typeface="Times New Roman" panose="02020603050405020304" pitchFamily="18" charset="0"/>
              </a:rPr>
              <a:t>no case item is found to match the given expression</a:t>
            </a:r>
            <a:r>
              <a:rPr lang="en-US" dirty="0">
                <a:latin typeface="Times New Roman" panose="02020603050405020304" pitchFamily="18" charset="0"/>
                <a:cs typeface="Times New Roman" panose="02020603050405020304" pitchFamily="18" charset="0"/>
              </a:rPr>
              <a:t>, then a violation is reported </a:t>
            </a:r>
            <a:r>
              <a:rPr lang="en-US" dirty="0">
                <a:solidFill>
                  <a:srgbClr val="FF0000"/>
                </a:solidFill>
                <a:highlight>
                  <a:srgbClr val="FFFF00"/>
                </a:highlight>
                <a:latin typeface="Times New Roman" panose="02020603050405020304" pitchFamily="18" charset="0"/>
                <a:cs typeface="Times New Roman" panose="02020603050405020304" pitchFamily="18" charset="0"/>
              </a:rPr>
              <a:t>only for unique</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unique0</a:t>
            </a:r>
            <a:r>
              <a:rPr lang="en-US" sz="2400" dirty="0">
                <a:latin typeface="Times New Roman" panose="02020603050405020304" pitchFamily="18" charset="0"/>
                <a:cs typeface="Times New Roman" panose="02020603050405020304" pitchFamily="18" charset="0"/>
              </a:rPr>
              <a:t> does </a:t>
            </a:r>
            <a:r>
              <a:rPr lang="en-US" sz="2400" dirty="0">
                <a:solidFill>
                  <a:srgbClr val="FF0000"/>
                </a:solidFill>
                <a:latin typeface="Times New Roman" panose="02020603050405020304" pitchFamily="18" charset="0"/>
                <a:cs typeface="Times New Roman" panose="02020603050405020304" pitchFamily="18" charset="0"/>
              </a:rPr>
              <a:t>not report a violation if no items match </a:t>
            </a:r>
            <a:r>
              <a:rPr lang="en-US" sz="2400" dirty="0">
                <a:latin typeface="Times New Roman" panose="02020603050405020304" pitchFamily="18" charset="0"/>
                <a:cs typeface="Times New Roman" panose="02020603050405020304" pitchFamily="18" charset="0"/>
              </a:rPr>
              <a:t>the expression</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4D5D4ED-598D-579F-699C-EF2E30609C8C}"/>
              </a:ext>
            </a:extLst>
          </p:cNvPr>
          <p:cNvSpPr>
            <a:spLocks noGrp="1"/>
          </p:cNvSpPr>
          <p:nvPr>
            <p:ph type="dt" sz="half" idx="10"/>
          </p:nvPr>
        </p:nvSpPr>
        <p:spPr/>
        <p:txBody>
          <a:bodyPr/>
          <a:lstStyle/>
          <a:p>
            <a:fld id="{1D05D8C8-C745-4E31-9130-A3CE5C394976}" type="datetime1">
              <a:rPr lang="en-IN" smtClean="0"/>
              <a:pPr/>
              <a:t>31-10-2025</a:t>
            </a:fld>
            <a:endParaRPr lang="en-IN"/>
          </a:p>
        </p:txBody>
      </p:sp>
      <p:sp>
        <p:nvSpPr>
          <p:cNvPr id="5" name="Footer Placeholder 4">
            <a:extLst>
              <a:ext uri="{FF2B5EF4-FFF2-40B4-BE49-F238E27FC236}">
                <a16:creationId xmlns:a16="http://schemas.microsoft.com/office/drawing/2014/main" id="{458004F6-05CB-62C3-A22E-C0F00182608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ED2571E-3A43-501C-94CA-8D93E03C656D}"/>
              </a:ext>
            </a:extLst>
          </p:cNvPr>
          <p:cNvSpPr>
            <a:spLocks noGrp="1"/>
          </p:cNvSpPr>
          <p:nvPr>
            <p:ph type="sldNum" sz="quarter" idx="12"/>
          </p:nvPr>
        </p:nvSpPr>
        <p:spPr/>
        <p:txBody>
          <a:bodyPr/>
          <a:lstStyle/>
          <a:p>
            <a:fld id="{56BB8B7D-B437-4E80-9B4F-EB7501C8BBDD}" type="slidenum">
              <a:rPr lang="en-IN" smtClean="0"/>
              <a:pPr/>
              <a:t>87</a:t>
            </a:fld>
            <a:endParaRPr lang="en-IN"/>
          </a:p>
        </p:txBody>
      </p:sp>
    </p:spTree>
    <p:extLst>
      <p:ext uri="{BB962C8B-B14F-4D97-AF65-F5344CB8AC3E}">
        <p14:creationId xmlns:p14="http://schemas.microsoft.com/office/powerpoint/2010/main" val="27306135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AACCC-E7FD-68D8-E830-89DA23225B4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Conditional Statements</a:t>
            </a:r>
            <a:endParaRPr lang="en-IN" sz="3600" dirty="0"/>
          </a:p>
        </p:txBody>
      </p:sp>
      <p:sp>
        <p:nvSpPr>
          <p:cNvPr id="3" name="Content Placeholder 2">
            <a:extLst>
              <a:ext uri="{FF2B5EF4-FFF2-40B4-BE49-F238E27FC236}">
                <a16:creationId xmlns:a16="http://schemas.microsoft.com/office/drawing/2014/main" id="{A50CD35B-94C7-2F68-DA90-E7D42018658D}"/>
              </a:ext>
            </a:extLst>
          </p:cNvPr>
          <p:cNvSpPr>
            <a:spLocks noGrp="1"/>
          </p:cNvSpPr>
          <p:nvPr>
            <p:ph idx="1"/>
          </p:nvPr>
        </p:nvSpPr>
        <p:spPr>
          <a:xfrm>
            <a:off x="199196" y="1082861"/>
            <a:ext cx="11271315" cy="5263587"/>
          </a:xfrm>
        </p:spPr>
        <p:txBody>
          <a:bodyPr>
            <a:normAutofit fontScale="92500" lnSpcReduction="10000"/>
          </a:bodyPr>
          <a:lstStyle/>
          <a:p>
            <a:pPr marL="116840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unique_case_example</a:t>
            </a:r>
            <a:r>
              <a:rPr lang="en-US" sz="2000" dirty="0">
                <a:latin typeface="Times New Roman" panose="02020603050405020304" pitchFamily="18" charset="0"/>
                <a:cs typeface="Times New Roman" panose="02020603050405020304" pitchFamily="18" charset="0"/>
              </a:rPr>
              <a:t>;</a:t>
            </a:r>
          </a:p>
          <a:p>
            <a:pPr marL="1168400" indent="0">
              <a:buNone/>
            </a:pPr>
            <a:r>
              <a:rPr lang="en-US" sz="2000" dirty="0">
                <a:latin typeface="Times New Roman" panose="02020603050405020304" pitchFamily="18" charset="0"/>
                <a:cs typeface="Times New Roman" panose="02020603050405020304" pitchFamily="18" charset="0"/>
              </a:rPr>
              <a:t>  bit [3:0] data;</a:t>
            </a:r>
          </a:p>
          <a:p>
            <a:pPr marL="1168400" indent="0">
              <a:buNone/>
            </a:pPr>
            <a:r>
              <a:rPr lang="en-US" sz="2000" dirty="0">
                <a:latin typeface="Times New Roman" panose="02020603050405020304" pitchFamily="18" charset="0"/>
                <a:cs typeface="Times New Roman" panose="02020603050405020304" pitchFamily="18" charset="0"/>
              </a:rPr>
              <a:t>  initial begin</a:t>
            </a:r>
          </a:p>
          <a:p>
            <a:pPr marL="1168400" indent="0">
              <a:buNone/>
            </a:pPr>
            <a:r>
              <a:rPr lang="en-US" sz="2000" dirty="0">
                <a:latin typeface="Times New Roman" panose="02020603050405020304" pitchFamily="18" charset="0"/>
                <a:cs typeface="Times New Roman" panose="02020603050405020304" pitchFamily="18" charset="0"/>
              </a:rPr>
              <a:t>    data =5;</a:t>
            </a:r>
          </a:p>
          <a:p>
            <a:pPr marL="1168400" indent="0">
              <a:buNone/>
            </a:pPr>
            <a:r>
              <a:rPr lang="en-US" sz="2000" dirty="0">
                <a:latin typeface="Times New Roman" panose="02020603050405020304" pitchFamily="18" charset="0"/>
                <a:cs typeface="Times New Roman" panose="02020603050405020304" pitchFamily="18" charset="0"/>
              </a:rPr>
              <a:t>    unique case(data)</a:t>
            </a:r>
          </a:p>
          <a:p>
            <a:pPr marL="1168400" indent="0">
              <a:buNone/>
            </a:pPr>
            <a:r>
              <a:rPr lang="en-US" sz="2000" dirty="0">
                <a:latin typeface="Times New Roman" panose="02020603050405020304" pitchFamily="18" charset="0"/>
                <a:cs typeface="Times New Roman" panose="02020603050405020304" pitchFamily="18" charset="0"/>
              </a:rPr>
              <a:t>      0:$display("the given data is 0");</a:t>
            </a:r>
          </a:p>
          <a:p>
            <a:pPr marL="1168400" indent="0">
              <a:buNone/>
            </a:pPr>
            <a:r>
              <a:rPr lang="en-US" sz="2000" dirty="0">
                <a:latin typeface="Times New Roman" panose="02020603050405020304" pitchFamily="18" charset="0"/>
                <a:cs typeface="Times New Roman" panose="02020603050405020304" pitchFamily="18" charset="0"/>
              </a:rPr>
              <a:t>      1:$display("the given data is 1");</a:t>
            </a:r>
          </a:p>
          <a:p>
            <a:pPr marL="1168400" indent="0">
              <a:buNone/>
            </a:pPr>
            <a:r>
              <a:rPr lang="en-US" sz="2000" dirty="0">
                <a:latin typeface="Times New Roman" panose="02020603050405020304" pitchFamily="18" charset="0"/>
                <a:cs typeface="Times New Roman" panose="02020603050405020304" pitchFamily="18" charset="0"/>
              </a:rPr>
              <a:t>      3: $display("the given data is 3");</a:t>
            </a:r>
          </a:p>
          <a:p>
            <a:pPr marL="1168400" indent="0">
              <a:buNone/>
            </a:pPr>
            <a:r>
              <a:rPr lang="en-US" sz="2000" dirty="0">
                <a:latin typeface="Times New Roman" panose="02020603050405020304" pitchFamily="18" charset="0"/>
                <a:cs typeface="Times New Roman" panose="02020603050405020304" pitchFamily="18" charset="0"/>
              </a:rPr>
              <a:t>      // default:$display("no match");//then it will not show the warning </a:t>
            </a:r>
          </a:p>
          <a:p>
            <a:pPr marL="1168400" indent="0">
              <a:buNone/>
            </a:pPr>
            <a:r>
              <a:rPr lang="en-US" sz="2000" dirty="0">
                <a:latin typeface="Times New Roman" panose="02020603050405020304" pitchFamily="18" charset="0"/>
                <a:cs typeface="Times New Roman" panose="02020603050405020304" pitchFamily="18" charset="0"/>
              </a:rPr>
              <a:t>      //test case when multiple data are same</a:t>
            </a:r>
          </a:p>
          <a:p>
            <a:pPr marL="1168400" indent="0">
              <a:buNone/>
            </a:pPr>
            <a:r>
              <a:rPr lang="en-US" sz="2000" dirty="0">
                <a:latin typeface="Times New Roman" panose="02020603050405020304" pitchFamily="18" charset="0"/>
                <a:cs typeface="Times New Roman" panose="02020603050405020304" pitchFamily="18" charset="0"/>
              </a:rPr>
              <a:t>      //5:$display("the given data is :%0d", data);</a:t>
            </a:r>
          </a:p>
          <a:p>
            <a:pPr marL="1168400" indent="0">
              <a:buNone/>
            </a:pPr>
            <a:r>
              <a:rPr lang="en-US" sz="2000" dirty="0">
                <a:latin typeface="Times New Roman" panose="02020603050405020304" pitchFamily="18" charset="0"/>
                <a:cs typeface="Times New Roman" panose="02020603050405020304" pitchFamily="18" charset="0"/>
              </a:rPr>
              <a:t>      //4:$display("the given data is 4");</a:t>
            </a:r>
          </a:p>
          <a:p>
            <a:pPr marL="1168400" indent="0">
              <a:buNone/>
            </a:pPr>
            <a:r>
              <a:rPr lang="en-US" sz="2000" dirty="0">
                <a:latin typeface="Times New Roman" panose="02020603050405020304" pitchFamily="18" charset="0"/>
                <a:cs typeface="Times New Roman" panose="02020603050405020304" pitchFamily="18" charset="0"/>
              </a:rPr>
              <a:t>     // 5:$display("the given data again is : %0d",data);</a:t>
            </a:r>
          </a:p>
          <a:p>
            <a:pPr marL="116840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endcase</a:t>
            </a:r>
            <a:endParaRPr lang="en-US" sz="2000" dirty="0">
              <a:latin typeface="Times New Roman" panose="02020603050405020304" pitchFamily="18" charset="0"/>
              <a:cs typeface="Times New Roman" panose="02020603050405020304" pitchFamily="18" charset="0"/>
            </a:endParaRPr>
          </a:p>
          <a:p>
            <a:pPr marL="1168400" indent="0">
              <a:buNone/>
            </a:pPr>
            <a:r>
              <a:rPr lang="en-US" sz="2000" dirty="0">
                <a:latin typeface="Times New Roman" panose="02020603050405020304" pitchFamily="18" charset="0"/>
                <a:cs typeface="Times New Roman" panose="02020603050405020304" pitchFamily="18" charset="0"/>
              </a:rPr>
              <a:t>  end</a:t>
            </a:r>
          </a:p>
          <a:p>
            <a:pPr marL="1168400" indent="0">
              <a:buNone/>
            </a:pPr>
            <a:r>
              <a:rPr lang="en-US" sz="2000" dirty="0" err="1">
                <a:latin typeface="Times New Roman" panose="02020603050405020304" pitchFamily="18" charset="0"/>
                <a:cs typeface="Times New Roman" panose="02020603050405020304" pitchFamily="18" charset="0"/>
              </a:rPr>
              <a:t>endmodule</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52D38C7F-6818-9170-2171-EA7EE3267C9D}"/>
              </a:ext>
            </a:extLst>
          </p:cNvPr>
          <p:cNvSpPr>
            <a:spLocks noGrp="1"/>
          </p:cNvSpPr>
          <p:nvPr>
            <p:ph type="dt" sz="half" idx="10"/>
          </p:nvPr>
        </p:nvSpPr>
        <p:spPr/>
        <p:txBody>
          <a:bodyPr/>
          <a:lstStyle/>
          <a:p>
            <a:fld id="{55458029-E7C9-4CEE-B06A-F51289E4B4DB}" type="datetime1">
              <a:rPr lang="en-IN" smtClean="0"/>
              <a:pPr/>
              <a:t>31-10-2025</a:t>
            </a:fld>
            <a:endParaRPr lang="en-IN"/>
          </a:p>
        </p:txBody>
      </p:sp>
      <p:sp>
        <p:nvSpPr>
          <p:cNvPr id="6" name="Footer Placeholder 5">
            <a:extLst>
              <a:ext uri="{FF2B5EF4-FFF2-40B4-BE49-F238E27FC236}">
                <a16:creationId xmlns:a16="http://schemas.microsoft.com/office/drawing/2014/main" id="{9FB7FAE2-610B-B75C-A3FE-228419340C3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B86C27E-47DB-7CAC-445F-0178D7FE3E6E}"/>
              </a:ext>
            </a:extLst>
          </p:cNvPr>
          <p:cNvSpPr>
            <a:spLocks noGrp="1"/>
          </p:cNvSpPr>
          <p:nvPr>
            <p:ph type="sldNum" sz="quarter" idx="12"/>
          </p:nvPr>
        </p:nvSpPr>
        <p:spPr/>
        <p:txBody>
          <a:bodyPr/>
          <a:lstStyle/>
          <a:p>
            <a:fld id="{56BB8B7D-B437-4E80-9B4F-EB7501C8BBDD}" type="slidenum">
              <a:rPr lang="en-IN" smtClean="0"/>
              <a:pPr/>
              <a:t>88</a:t>
            </a:fld>
            <a:endParaRPr lang="en-IN"/>
          </a:p>
        </p:txBody>
      </p:sp>
    </p:spTree>
    <p:extLst>
      <p:ext uri="{BB962C8B-B14F-4D97-AF65-F5344CB8AC3E}">
        <p14:creationId xmlns:p14="http://schemas.microsoft.com/office/powerpoint/2010/main" val="1615097709"/>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B0106-CAD4-52E2-D341-88B0A8BB7766}"/>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Functions</a:t>
            </a:r>
            <a:endParaRPr lang="en-IN" sz="3600" dirty="0"/>
          </a:p>
        </p:txBody>
      </p:sp>
      <p:sp>
        <p:nvSpPr>
          <p:cNvPr id="3" name="Content Placeholder 2">
            <a:extLst>
              <a:ext uri="{FF2B5EF4-FFF2-40B4-BE49-F238E27FC236}">
                <a16:creationId xmlns:a16="http://schemas.microsoft.com/office/drawing/2014/main" id="{737769A4-ECF1-46C6-5127-F084B0F9192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 Verilog Functions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Function can contain declarations of range, returned type, parameters, input arguments, registers, and events.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function without a range or return type declaration returns a </a:t>
            </a:r>
            <a:r>
              <a:rPr lang="en-US" dirty="0">
                <a:solidFill>
                  <a:srgbClr val="FF0000"/>
                </a:solidFill>
                <a:latin typeface="Times New Roman" panose="02020603050405020304" pitchFamily="18" charset="0"/>
                <a:cs typeface="Times New Roman" panose="02020603050405020304" pitchFamily="18" charset="0"/>
              </a:rPr>
              <a:t>one-bit value</a:t>
            </a:r>
          </a:p>
          <a:p>
            <a:pPr lvl="2">
              <a:buFont typeface="Wingdings" panose="05000000000000000000" pitchFamily="2" charset="2"/>
              <a:buChar char="v"/>
            </a:pPr>
            <a:r>
              <a:rPr lang="en-US" dirty="0">
                <a:solidFill>
                  <a:srgbClr val="FF0000"/>
                </a:solidFill>
                <a:latin typeface="Times New Roman" panose="02020603050405020304" pitchFamily="18" charset="0"/>
                <a:cs typeface="Times New Roman" panose="02020603050405020304" pitchFamily="18" charset="0"/>
              </a:rPr>
              <a:t>Any expression </a:t>
            </a:r>
            <a:r>
              <a:rPr lang="en-US" dirty="0">
                <a:latin typeface="Times New Roman" panose="02020603050405020304" pitchFamily="18" charset="0"/>
                <a:cs typeface="Times New Roman" panose="02020603050405020304" pitchFamily="18" charset="0"/>
              </a:rPr>
              <a:t>can be used as a function call argument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Functions cannot contain any </a:t>
            </a:r>
            <a:r>
              <a:rPr lang="en-US" dirty="0">
                <a:solidFill>
                  <a:srgbClr val="FF0000"/>
                </a:solidFill>
                <a:latin typeface="Times New Roman" panose="02020603050405020304" pitchFamily="18" charset="0"/>
                <a:cs typeface="Times New Roman" panose="02020603050405020304" pitchFamily="18" charset="0"/>
              </a:rPr>
              <a:t>time-controlled statements</a:t>
            </a:r>
            <a:r>
              <a:rPr lang="en-US" dirty="0">
                <a:latin typeface="Times New Roman" panose="02020603050405020304" pitchFamily="18" charset="0"/>
                <a:cs typeface="Times New Roman" panose="02020603050405020304" pitchFamily="18" charset="0"/>
              </a:rPr>
              <a:t>, and they </a:t>
            </a:r>
            <a:r>
              <a:rPr lang="en-US" dirty="0">
                <a:solidFill>
                  <a:srgbClr val="FF0000"/>
                </a:solidFill>
                <a:latin typeface="Times New Roman" panose="02020603050405020304" pitchFamily="18" charset="0"/>
                <a:cs typeface="Times New Roman" panose="02020603050405020304" pitchFamily="18" charset="0"/>
              </a:rPr>
              <a:t>cannot enable tasks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Functions can return only </a:t>
            </a:r>
            <a:r>
              <a:rPr lang="en-US" dirty="0">
                <a:solidFill>
                  <a:srgbClr val="FF0000"/>
                </a:solidFill>
                <a:latin typeface="Times New Roman" panose="02020603050405020304" pitchFamily="18" charset="0"/>
                <a:cs typeface="Times New Roman" panose="02020603050405020304" pitchFamily="18" charset="0"/>
              </a:rPr>
              <a:t>one value.</a:t>
            </a:r>
          </a:p>
          <a:p>
            <a:pPr lvl="1">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42AFC29-9D93-8763-480D-30070EDF39CA}"/>
              </a:ext>
            </a:extLst>
          </p:cNvPr>
          <p:cNvSpPr>
            <a:spLocks noGrp="1"/>
          </p:cNvSpPr>
          <p:nvPr>
            <p:ph type="dt" sz="half" idx="10"/>
          </p:nvPr>
        </p:nvSpPr>
        <p:spPr/>
        <p:txBody>
          <a:bodyPr/>
          <a:lstStyle/>
          <a:p>
            <a:fld id="{469EED51-A872-4193-976E-708B4D8FBBAD}" type="datetime1">
              <a:rPr lang="en-IN" smtClean="0"/>
              <a:pPr/>
              <a:t>31-10-2025</a:t>
            </a:fld>
            <a:endParaRPr lang="en-IN"/>
          </a:p>
        </p:txBody>
      </p:sp>
      <p:sp>
        <p:nvSpPr>
          <p:cNvPr id="5" name="Footer Placeholder 4">
            <a:extLst>
              <a:ext uri="{FF2B5EF4-FFF2-40B4-BE49-F238E27FC236}">
                <a16:creationId xmlns:a16="http://schemas.microsoft.com/office/drawing/2014/main" id="{5FE63FF9-5861-117A-0093-38370123A33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C11B877-2DB1-1A00-0B2E-D798AFF96A5B}"/>
              </a:ext>
            </a:extLst>
          </p:cNvPr>
          <p:cNvSpPr>
            <a:spLocks noGrp="1"/>
          </p:cNvSpPr>
          <p:nvPr>
            <p:ph type="sldNum" sz="quarter" idx="12"/>
          </p:nvPr>
        </p:nvSpPr>
        <p:spPr/>
        <p:txBody>
          <a:bodyPr/>
          <a:lstStyle/>
          <a:p>
            <a:fld id="{56BB8B7D-B437-4E80-9B4F-EB7501C8BBDD}" type="slidenum">
              <a:rPr lang="en-IN" smtClean="0"/>
              <a:pPr/>
              <a:t>89</a:t>
            </a:fld>
            <a:endParaRPr lang="en-IN"/>
          </a:p>
        </p:txBody>
      </p:sp>
    </p:spTree>
    <p:extLst>
      <p:ext uri="{BB962C8B-B14F-4D97-AF65-F5344CB8AC3E}">
        <p14:creationId xmlns:p14="http://schemas.microsoft.com/office/powerpoint/2010/main" val="18984632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B4AD4-68D4-F9D9-50B1-15F29B81F497}"/>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Functions</a:t>
            </a:r>
            <a:endParaRPr lang="en-IN" sz="3600" dirty="0"/>
          </a:p>
        </p:txBody>
      </p:sp>
      <p:sp>
        <p:nvSpPr>
          <p:cNvPr id="3" name="Content Placeholder 2">
            <a:extLst>
              <a:ext uri="{FF2B5EF4-FFF2-40B4-BE49-F238E27FC236}">
                <a16:creationId xmlns:a16="http://schemas.microsoft.com/office/drawing/2014/main" id="{28690CCA-C17A-EAD0-B9E1-EB44FE6D352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function can be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static</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automatic</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Function</a:t>
            </a:r>
          </a:p>
          <a:p>
            <a:pPr lvl="2"/>
            <a:r>
              <a:rPr lang="en-US" dirty="0">
                <a:latin typeface="Times New Roman" panose="02020603050405020304" pitchFamily="18" charset="0"/>
                <a:cs typeface="Times New Roman" panose="02020603050405020304" pitchFamily="18" charset="0"/>
              </a:rPr>
              <a:t>Static functions share the </a:t>
            </a:r>
            <a:r>
              <a:rPr lang="en-US" dirty="0">
                <a:solidFill>
                  <a:srgbClr val="FF0000"/>
                </a:solidFill>
                <a:latin typeface="Times New Roman" panose="02020603050405020304" pitchFamily="18" charset="0"/>
                <a:cs typeface="Times New Roman" panose="02020603050405020304" pitchFamily="18" charset="0"/>
              </a:rPr>
              <a:t>same storage space </a:t>
            </a:r>
            <a:r>
              <a:rPr lang="en-US" dirty="0">
                <a:latin typeface="Times New Roman" panose="02020603050405020304" pitchFamily="18" charset="0"/>
                <a:cs typeface="Times New Roman" panose="02020603050405020304" pitchFamily="18" charset="0"/>
              </a:rPr>
              <a:t>for all function calls.</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Automatic Function</a:t>
            </a:r>
          </a:p>
          <a:p>
            <a:pPr lvl="2"/>
            <a:r>
              <a:rPr lang="en-US" dirty="0">
                <a:latin typeface="Times New Roman" panose="02020603050405020304" pitchFamily="18" charset="0"/>
                <a:cs typeface="Times New Roman" panose="02020603050405020304" pitchFamily="18" charset="0"/>
              </a:rPr>
              <a:t>Automatic functions allocate </a:t>
            </a:r>
            <a:r>
              <a:rPr lang="en-US" dirty="0">
                <a:solidFill>
                  <a:srgbClr val="FF0000"/>
                </a:solidFill>
                <a:latin typeface="Times New Roman" panose="02020603050405020304" pitchFamily="18" charset="0"/>
                <a:cs typeface="Times New Roman" panose="02020603050405020304" pitchFamily="18" charset="0"/>
              </a:rPr>
              <a:t>unique, stacked storage </a:t>
            </a:r>
            <a:r>
              <a:rPr lang="en-US" dirty="0">
                <a:latin typeface="Times New Roman" panose="02020603050405020304" pitchFamily="18" charset="0"/>
                <a:cs typeface="Times New Roman" panose="02020603050405020304" pitchFamily="18" charset="0"/>
              </a:rPr>
              <a:t>for each function call.</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83D3251-F7C7-3941-56F8-D5A6E61BB9B7}"/>
              </a:ext>
            </a:extLst>
          </p:cNvPr>
          <p:cNvSpPr>
            <a:spLocks noGrp="1"/>
          </p:cNvSpPr>
          <p:nvPr>
            <p:ph type="dt" sz="half" idx="10"/>
          </p:nvPr>
        </p:nvSpPr>
        <p:spPr/>
        <p:txBody>
          <a:bodyPr/>
          <a:lstStyle/>
          <a:p>
            <a:fld id="{CE48D3C4-30E5-4537-AAC6-28AE0416D11E}" type="datetime1">
              <a:rPr lang="en-IN" smtClean="0"/>
              <a:pPr/>
              <a:t>31-10-2025</a:t>
            </a:fld>
            <a:endParaRPr lang="en-IN"/>
          </a:p>
        </p:txBody>
      </p:sp>
      <p:sp>
        <p:nvSpPr>
          <p:cNvPr id="5" name="Footer Placeholder 4">
            <a:extLst>
              <a:ext uri="{FF2B5EF4-FFF2-40B4-BE49-F238E27FC236}">
                <a16:creationId xmlns:a16="http://schemas.microsoft.com/office/drawing/2014/main" id="{BACAF7C7-AC9B-DFC1-726C-B83A2A3D66A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C43C2C0-9D59-D138-38C0-1678C48685FC}"/>
              </a:ext>
            </a:extLst>
          </p:cNvPr>
          <p:cNvSpPr>
            <a:spLocks noGrp="1"/>
          </p:cNvSpPr>
          <p:nvPr>
            <p:ph type="sldNum" sz="quarter" idx="12"/>
          </p:nvPr>
        </p:nvSpPr>
        <p:spPr/>
        <p:txBody>
          <a:bodyPr/>
          <a:lstStyle/>
          <a:p>
            <a:fld id="{56BB8B7D-B437-4E80-9B4F-EB7501C8BBDD}" type="slidenum">
              <a:rPr lang="en-IN" smtClean="0"/>
              <a:pPr/>
              <a:t>90</a:t>
            </a:fld>
            <a:endParaRPr lang="en-IN"/>
          </a:p>
        </p:txBody>
      </p:sp>
    </p:spTree>
    <p:extLst>
      <p:ext uri="{BB962C8B-B14F-4D97-AF65-F5344CB8AC3E}">
        <p14:creationId xmlns:p14="http://schemas.microsoft.com/office/powerpoint/2010/main" val="24489230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F987C-A88D-8813-484A-9ED969D5CF81}"/>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Functions</a:t>
            </a:r>
            <a:endParaRPr lang="en-IN" sz="3600" dirty="0"/>
          </a:p>
        </p:txBody>
      </p:sp>
      <p:sp>
        <p:nvSpPr>
          <p:cNvPr id="3" name="Content Placeholder 2">
            <a:extLst>
              <a:ext uri="{FF2B5EF4-FFF2-40B4-BE49-F238E27FC236}">
                <a16:creationId xmlns:a16="http://schemas.microsoft.com/office/drawing/2014/main" id="{7ACD67EC-0D6A-0CAD-5524-CBD6D6DBD9F9}"/>
              </a:ext>
            </a:extLst>
          </p:cNvPr>
          <p:cNvSpPr>
            <a:spLocks noGrp="1"/>
          </p:cNvSpPr>
          <p:nvPr>
            <p:ph idx="1"/>
          </p:nvPr>
        </p:nvSpPr>
        <p:spPr>
          <a:xfrm>
            <a:off x="609600" y="856527"/>
            <a:ext cx="5053781" cy="5269637"/>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static_example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int increment(input int value);</a:t>
            </a:r>
          </a:p>
          <a:p>
            <a:pPr marL="0" indent="0">
              <a:buNone/>
            </a:pPr>
            <a:r>
              <a:rPr lang="en-US" sz="2000" dirty="0">
                <a:latin typeface="Times New Roman" panose="02020603050405020304" pitchFamily="18" charset="0"/>
                <a:cs typeface="Times New Roman" panose="02020603050405020304" pitchFamily="18" charset="0"/>
              </a:rPr>
              <a:t>        static int counter = 0; </a:t>
            </a:r>
          </a:p>
          <a:p>
            <a:pPr marL="0" indent="0">
              <a:buNone/>
            </a:pPr>
            <a:r>
              <a:rPr lang="en-US" sz="2000" dirty="0">
                <a:latin typeface="Times New Roman" panose="02020603050405020304" pitchFamily="18" charset="0"/>
                <a:cs typeface="Times New Roman" panose="02020603050405020304" pitchFamily="18" charset="0"/>
              </a:rPr>
              <a:t>        counter = counter + value; </a:t>
            </a:r>
          </a:p>
          <a:p>
            <a:pPr marL="0" indent="0">
              <a:buNone/>
            </a:pPr>
            <a:r>
              <a:rPr lang="en-US" sz="2000" dirty="0">
                <a:latin typeface="Times New Roman" panose="02020603050405020304" pitchFamily="18" charset="0"/>
                <a:cs typeface="Times New Roman" panose="02020603050405020304" pitchFamily="18" charset="0"/>
              </a:rPr>
              <a:t>        return counter;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initial begin</a:t>
            </a:r>
          </a:p>
          <a:p>
            <a:pPr marL="0" indent="0">
              <a:buNone/>
            </a:pPr>
            <a:r>
              <a:rPr lang="en-US" sz="2000" dirty="0">
                <a:latin typeface="Times New Roman" panose="02020603050405020304" pitchFamily="18" charset="0"/>
                <a:cs typeface="Times New Roman" panose="02020603050405020304" pitchFamily="18" charset="0"/>
              </a:rPr>
              <a:t>            $display("Call 1: %0d", increment(1)); </a:t>
            </a:r>
          </a:p>
          <a:p>
            <a:pPr marL="0" indent="0">
              <a:buNone/>
            </a:pPr>
            <a:r>
              <a:rPr lang="en-US" sz="2000" dirty="0">
                <a:latin typeface="Times New Roman" panose="02020603050405020304" pitchFamily="18" charset="0"/>
                <a:cs typeface="Times New Roman" panose="02020603050405020304" pitchFamily="18" charset="0"/>
              </a:rPr>
              <a:t>            $display("Call 2: %0d", increment(2)); </a:t>
            </a:r>
          </a:p>
          <a:p>
            <a:pPr marL="0" indent="0">
              <a:buNone/>
            </a:pPr>
            <a:r>
              <a:rPr lang="en-US" sz="2000" dirty="0">
                <a:latin typeface="Times New Roman" panose="02020603050405020304" pitchFamily="18" charset="0"/>
                <a:cs typeface="Times New Roman" panose="02020603050405020304" pitchFamily="18" charset="0"/>
              </a:rPr>
              <a:t>            $display("Call 3: %0d", increment(3)); </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err="1">
                <a:latin typeface="Times New Roman" panose="02020603050405020304" pitchFamily="18" charset="0"/>
                <a:cs typeface="Times New Roman" panose="02020603050405020304" pitchFamily="18" charset="0"/>
              </a:rPr>
              <a:t>endmodule</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DF823B2-EBCF-F736-CABD-3FFD44DD1C5D}"/>
              </a:ext>
            </a:extLst>
          </p:cNvPr>
          <p:cNvSpPr>
            <a:spLocks noGrp="1"/>
          </p:cNvSpPr>
          <p:nvPr>
            <p:ph type="dt" sz="half" idx="10"/>
          </p:nvPr>
        </p:nvSpPr>
        <p:spPr/>
        <p:txBody>
          <a:bodyPr/>
          <a:lstStyle/>
          <a:p>
            <a:fld id="{1D7F31D6-E2C8-46F5-804B-CC0094B462AB}" type="datetime1">
              <a:rPr lang="en-IN" smtClean="0"/>
              <a:pPr/>
              <a:t>31-10-2025</a:t>
            </a:fld>
            <a:endParaRPr lang="en-IN"/>
          </a:p>
        </p:txBody>
      </p:sp>
      <p:sp>
        <p:nvSpPr>
          <p:cNvPr id="6" name="Footer Placeholder 5">
            <a:extLst>
              <a:ext uri="{FF2B5EF4-FFF2-40B4-BE49-F238E27FC236}">
                <a16:creationId xmlns:a16="http://schemas.microsoft.com/office/drawing/2014/main" id="{691C1ED4-DCBE-51A2-8BDD-84E04AC87EE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FCEADF9-9426-3E03-EECF-9D661B20F937}"/>
              </a:ext>
            </a:extLst>
          </p:cNvPr>
          <p:cNvSpPr>
            <a:spLocks noGrp="1"/>
          </p:cNvSpPr>
          <p:nvPr>
            <p:ph type="sldNum" sz="quarter" idx="12"/>
          </p:nvPr>
        </p:nvSpPr>
        <p:spPr/>
        <p:txBody>
          <a:bodyPr/>
          <a:lstStyle/>
          <a:p>
            <a:fld id="{56BB8B7D-B437-4E80-9B4F-EB7501C8BBDD}" type="slidenum">
              <a:rPr lang="en-IN" smtClean="0"/>
              <a:pPr/>
              <a:t>91</a:t>
            </a:fld>
            <a:endParaRPr lang="en-IN"/>
          </a:p>
        </p:txBody>
      </p:sp>
      <p:sp>
        <p:nvSpPr>
          <p:cNvPr id="4" name="TextBox 3">
            <a:extLst>
              <a:ext uri="{FF2B5EF4-FFF2-40B4-BE49-F238E27FC236}">
                <a16:creationId xmlns:a16="http://schemas.microsoft.com/office/drawing/2014/main" id="{EDC48E1E-C149-69F1-F9D3-F14F5B50033C}"/>
              </a:ext>
            </a:extLst>
          </p:cNvPr>
          <p:cNvSpPr txBox="1"/>
          <p:nvPr/>
        </p:nvSpPr>
        <p:spPr>
          <a:xfrm>
            <a:off x="5994400" y="1254093"/>
            <a:ext cx="548640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automatic_function_example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function automatic int increment(input int value);</a:t>
            </a:r>
          </a:p>
          <a:p>
            <a:r>
              <a:rPr lang="en-US" sz="2000" dirty="0">
                <a:latin typeface="Times New Roman" panose="02020603050405020304" pitchFamily="18" charset="0"/>
                <a:cs typeface="Times New Roman" panose="02020603050405020304" pitchFamily="18" charset="0"/>
              </a:rPr>
              <a:t>    int counter =0;</a:t>
            </a:r>
          </a:p>
          <a:p>
            <a:r>
              <a:rPr lang="en-US" sz="2000" dirty="0">
                <a:latin typeface="Times New Roman" panose="02020603050405020304" pitchFamily="18" charset="0"/>
                <a:cs typeface="Times New Roman" panose="02020603050405020304" pitchFamily="18" charset="0"/>
              </a:rPr>
              <a:t>    counter =counter +value;</a:t>
            </a:r>
          </a:p>
          <a:p>
            <a:r>
              <a:rPr lang="en-US" sz="2000" dirty="0">
                <a:latin typeface="Times New Roman" panose="02020603050405020304" pitchFamily="18" charset="0"/>
                <a:cs typeface="Times New Roman" panose="02020603050405020304" pitchFamily="18" charset="0"/>
              </a:rPr>
              <a:t>    return counter;</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initial begin</a:t>
            </a:r>
          </a:p>
          <a:p>
            <a:r>
              <a:rPr lang="en-US" sz="2000" dirty="0">
                <a:latin typeface="Times New Roman" panose="02020603050405020304" pitchFamily="18" charset="0"/>
                <a:cs typeface="Times New Roman" panose="02020603050405020304" pitchFamily="18" charset="0"/>
              </a:rPr>
              <a:t>    $display("count 1: %0d",increment(1));</a:t>
            </a:r>
          </a:p>
          <a:p>
            <a:r>
              <a:rPr lang="en-US" sz="2000" dirty="0">
                <a:latin typeface="Times New Roman" panose="02020603050405020304" pitchFamily="18" charset="0"/>
                <a:cs typeface="Times New Roman" panose="02020603050405020304" pitchFamily="18" charset="0"/>
              </a:rPr>
              <a:t>    $display("count 2: %0d",increment(2));</a:t>
            </a:r>
          </a:p>
          <a:p>
            <a:r>
              <a:rPr lang="en-US" sz="2000" dirty="0">
                <a:latin typeface="Times New Roman" panose="02020603050405020304" pitchFamily="18" charset="0"/>
                <a:cs typeface="Times New Roman" panose="02020603050405020304" pitchFamily="18" charset="0"/>
              </a:rPr>
              <a:t>    $display("count 3: %0d",increment(6));</a:t>
            </a:r>
          </a:p>
          <a:p>
            <a:r>
              <a:rPr lang="en-US" sz="2000" dirty="0">
                <a:latin typeface="Times New Roman" panose="02020603050405020304" pitchFamily="18" charset="0"/>
                <a:cs typeface="Times New Roman" panose="02020603050405020304" pitchFamily="18" charset="0"/>
              </a:rPr>
              <a:t>  end</a:t>
            </a:r>
          </a:p>
          <a:p>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08470"/>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59D05-EA39-35A7-FA5B-153DE16E7034}"/>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Functions</a:t>
            </a:r>
            <a:endParaRPr lang="en-IN" sz="3600" dirty="0"/>
          </a:p>
        </p:txBody>
      </p:sp>
      <p:sp>
        <p:nvSpPr>
          <p:cNvPr id="3" name="Content Placeholder 2">
            <a:extLst>
              <a:ext uri="{FF2B5EF4-FFF2-40B4-BE49-F238E27FC236}">
                <a16:creationId xmlns:a16="http://schemas.microsoft.com/office/drawing/2014/main" id="{9E54CA31-F98A-360A-E223-5C723466D9C1}"/>
              </a:ext>
            </a:extLst>
          </p:cNvPr>
          <p:cNvSpPr>
            <a:spLocks noGrp="1"/>
          </p:cNvSpPr>
          <p:nvPr>
            <p:ph idx="1"/>
          </p:nvPr>
        </p:nvSpPr>
        <p:spPr>
          <a:xfrm>
            <a:off x="364221" y="1138219"/>
            <a:ext cx="11665974" cy="5315937"/>
          </a:xfrm>
        </p:spPr>
        <p:txBody>
          <a:bodyPr>
            <a:normAutofit/>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allows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declare an </a:t>
            </a:r>
            <a:r>
              <a:rPr lang="en-US" sz="2400" dirty="0">
                <a:solidFill>
                  <a:srgbClr val="FF0000"/>
                </a:solidFill>
                <a:latin typeface="Times New Roman" panose="02020603050405020304" pitchFamily="18" charset="0"/>
                <a:cs typeface="Times New Roman" panose="02020603050405020304" pitchFamily="18" charset="0"/>
              </a:rPr>
              <a:t>automatic variable in static functions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declare the </a:t>
            </a:r>
            <a:r>
              <a:rPr lang="en-US" sz="2400" dirty="0">
                <a:solidFill>
                  <a:srgbClr val="FF0000"/>
                </a:solidFill>
                <a:latin typeface="Times New Roman" panose="02020603050405020304" pitchFamily="18" charset="0"/>
                <a:cs typeface="Times New Roman" panose="02020603050405020304" pitchFamily="18" charset="0"/>
              </a:rPr>
              <a:t>static variable in automatic functions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More capabilities for declaring function ports</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Multiple statements </a:t>
            </a:r>
            <a:r>
              <a:rPr lang="en-US" sz="2400" dirty="0">
                <a:latin typeface="Times New Roman" panose="02020603050405020304" pitchFamily="18" charset="0"/>
                <a:cs typeface="Times New Roman" panose="02020603050405020304" pitchFamily="18" charset="0"/>
              </a:rPr>
              <a:t>within a function </a:t>
            </a:r>
            <a:r>
              <a:rPr lang="en-US" sz="2400" dirty="0">
                <a:solidFill>
                  <a:srgbClr val="FF0000"/>
                </a:solidFill>
                <a:latin typeface="Times New Roman" panose="02020603050405020304" pitchFamily="18" charset="0"/>
                <a:cs typeface="Times New Roman" panose="02020603050405020304" pitchFamily="18" charset="0"/>
              </a:rPr>
              <a:t>without requiring a </a:t>
            </a:r>
            <a:r>
              <a:rPr lang="en-US" sz="2400" dirty="0">
                <a:latin typeface="Times New Roman" panose="02020603050405020304" pitchFamily="18" charset="0"/>
                <a:cs typeface="Times New Roman" panose="02020603050405020304" pitchFamily="18" charset="0"/>
              </a:rPr>
              <a:t>begin…end or fork…join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Returning from the function before reaching the end of the function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Passing values by </a:t>
            </a:r>
            <a:r>
              <a:rPr lang="en-US" sz="2400" dirty="0">
                <a:solidFill>
                  <a:srgbClr val="FF0000"/>
                </a:solidFill>
                <a:latin typeface="Times New Roman" panose="02020603050405020304" pitchFamily="18" charset="0"/>
                <a:cs typeface="Times New Roman" panose="02020603050405020304" pitchFamily="18" charset="0"/>
              </a:rPr>
              <a:t>reference, value, names, and position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Default argument values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Default argument type is </a:t>
            </a:r>
            <a:r>
              <a:rPr lang="en-US" sz="2400" dirty="0">
                <a:solidFill>
                  <a:srgbClr val="FF0000"/>
                </a:solidFill>
                <a:latin typeface="Times New Roman" panose="02020603050405020304" pitchFamily="18" charset="0"/>
                <a:cs typeface="Times New Roman" panose="02020603050405020304" pitchFamily="18" charset="0"/>
              </a:rPr>
              <a:t>logic</a:t>
            </a:r>
            <a:r>
              <a:rPr lang="en-US" sz="2400" dirty="0">
                <a:latin typeface="Times New Roman" panose="02020603050405020304" pitchFamily="18" charset="0"/>
                <a:cs typeface="Times New Roman" panose="02020603050405020304" pitchFamily="18" charset="0"/>
              </a:rPr>
              <a:t> if no type has been specified.</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 </a:t>
            </a:r>
            <a:r>
              <a:rPr lang="en-US" sz="2400" dirty="0">
                <a:solidFill>
                  <a:srgbClr val="FF0000"/>
                </a:solidFill>
                <a:latin typeface="Times New Roman" panose="02020603050405020304" pitchFamily="18" charset="0"/>
                <a:cs typeface="Times New Roman" panose="02020603050405020304" pitchFamily="18" charset="0"/>
              </a:rPr>
              <a:t>output and </a:t>
            </a:r>
            <a:r>
              <a:rPr lang="en-US" sz="2400" dirty="0" err="1">
                <a:solidFill>
                  <a:srgbClr val="FF0000"/>
                </a:solidFill>
                <a:latin typeface="Times New Roman" panose="02020603050405020304" pitchFamily="18" charset="0"/>
                <a:cs typeface="Times New Roman" panose="02020603050405020304" pitchFamily="18" charset="0"/>
              </a:rPr>
              <a:t>inout</a:t>
            </a:r>
            <a:r>
              <a:rPr lang="en-US" sz="2400" dirty="0">
                <a:solidFill>
                  <a:srgbClr val="FF0000"/>
                </a:solidFill>
                <a:latin typeface="Times New Roman" panose="02020603050405020304" pitchFamily="18" charset="0"/>
                <a:cs typeface="Times New Roman" panose="02020603050405020304" pitchFamily="18" charset="0"/>
              </a:rPr>
              <a:t> ports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default direction of argument is </a:t>
            </a:r>
            <a:r>
              <a:rPr lang="en-US" sz="2400" dirty="0">
                <a:solidFill>
                  <a:srgbClr val="FF0000"/>
                </a:solidFill>
                <a:latin typeface="Times New Roman" panose="02020603050405020304" pitchFamily="18" charset="0"/>
                <a:cs typeface="Times New Roman" panose="02020603050405020304" pitchFamily="18" charset="0"/>
              </a:rPr>
              <a:t>input</a:t>
            </a:r>
            <a:r>
              <a:rPr lang="en-US" sz="2400" dirty="0">
                <a:latin typeface="Times New Roman" panose="02020603050405020304" pitchFamily="18" charset="0"/>
                <a:cs typeface="Times New Roman" panose="02020603050405020304" pitchFamily="18" charset="0"/>
              </a:rPr>
              <a:t> if no direction has been specified.</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248E5EE-3A6F-5120-8508-CBC10C4036A7}"/>
              </a:ext>
            </a:extLst>
          </p:cNvPr>
          <p:cNvSpPr>
            <a:spLocks noGrp="1"/>
          </p:cNvSpPr>
          <p:nvPr>
            <p:ph type="dt" sz="half" idx="10"/>
          </p:nvPr>
        </p:nvSpPr>
        <p:spPr/>
        <p:txBody>
          <a:bodyPr/>
          <a:lstStyle/>
          <a:p>
            <a:fld id="{7DE083D3-7261-4095-B043-A01D5CD8EB17}" type="datetime1">
              <a:rPr lang="en-IN" smtClean="0"/>
              <a:pPr/>
              <a:t>31-10-2025</a:t>
            </a:fld>
            <a:endParaRPr lang="en-IN"/>
          </a:p>
        </p:txBody>
      </p:sp>
      <p:sp>
        <p:nvSpPr>
          <p:cNvPr id="5" name="Footer Placeholder 4">
            <a:extLst>
              <a:ext uri="{FF2B5EF4-FFF2-40B4-BE49-F238E27FC236}">
                <a16:creationId xmlns:a16="http://schemas.microsoft.com/office/drawing/2014/main" id="{68B2FC7E-F0C6-42E6-AE92-0F15CB48C67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CBE335C-2DEF-F42B-52FA-29EF2E5EFE80}"/>
              </a:ext>
            </a:extLst>
          </p:cNvPr>
          <p:cNvSpPr>
            <a:spLocks noGrp="1"/>
          </p:cNvSpPr>
          <p:nvPr>
            <p:ph type="sldNum" sz="quarter" idx="12"/>
          </p:nvPr>
        </p:nvSpPr>
        <p:spPr/>
        <p:txBody>
          <a:bodyPr/>
          <a:lstStyle/>
          <a:p>
            <a:fld id="{56BB8B7D-B437-4E80-9B4F-EB7501C8BBDD}" type="slidenum">
              <a:rPr lang="en-IN" smtClean="0"/>
              <a:pPr/>
              <a:t>92</a:t>
            </a:fld>
            <a:endParaRPr lang="en-IN"/>
          </a:p>
        </p:txBody>
      </p:sp>
    </p:spTree>
    <p:extLst>
      <p:ext uri="{BB962C8B-B14F-4D97-AF65-F5344CB8AC3E}">
        <p14:creationId xmlns:p14="http://schemas.microsoft.com/office/powerpoint/2010/main" val="38039954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56A50-E249-8DF3-D519-53AB60F1F25F}"/>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Task</a:t>
            </a:r>
            <a:endParaRPr lang="en-IN" sz="3600" dirty="0"/>
          </a:p>
        </p:txBody>
      </p:sp>
      <p:sp>
        <p:nvSpPr>
          <p:cNvPr id="3" name="Content Placeholder 2">
            <a:extLst>
              <a:ext uri="{FF2B5EF4-FFF2-40B4-BE49-F238E27FC236}">
                <a16:creationId xmlns:a16="http://schemas.microsoft.com/office/drawing/2014/main" id="{4B0AB41F-07B6-D7B5-77B3-BCCC8D395256}"/>
              </a:ext>
            </a:extLst>
          </p:cNvPr>
          <p:cNvSpPr>
            <a:spLocks noGrp="1"/>
          </p:cNvSpPr>
          <p:nvPr>
            <p:ph idx="1"/>
          </p:nvPr>
        </p:nvSpPr>
        <p:spPr/>
        <p:txBody>
          <a:bodyPr/>
          <a:lstStyle/>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
              <a:tabLst/>
              <a:defRPr/>
            </a:pPr>
            <a:r>
              <a:rPr kumimoji="0" lang="en-US" sz="24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ea typeface="+mn-ea"/>
                <a:cs typeface="Times New Roman" panose="02020603050405020304" pitchFamily="18" charset="0"/>
              </a:rPr>
              <a:t>SystemVerilog Task</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A function is meant to do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some processing on the input and return a single value</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whereas a task is more general and can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calculate multiple result values and return them using output and </a:t>
            </a:r>
            <a:r>
              <a:rPr kumimoji="0" lang="en-US" sz="2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inout</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type arguments</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a:t>
            </a:r>
          </a:p>
          <a:p>
            <a:pPr lvl="1" indent="-342900">
              <a:buFont typeface="Wingdings" panose="05000000000000000000" pitchFamily="2" charset="2"/>
              <a:buChar char="Ø"/>
              <a:defRPr/>
            </a:pP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Tasks can contain simulation time consuming elements such as </a:t>
            </a:r>
            <a:r>
              <a:rPr kumimoji="0" lang="en-US" sz="2400" b="0" i="0" u="none" strike="noStrike" kern="1200" cap="none" spc="0" normalizeH="0" baseline="0" noProof="0" dirty="0">
                <a:ln>
                  <a:noFill/>
                </a:ln>
                <a:effectLst/>
                <a:highlight>
                  <a:srgbClr val="FFFF00"/>
                </a:highlight>
                <a:uLnTx/>
                <a:uFillTx/>
                <a:latin typeface="Times New Roman" panose="02020603050405020304" pitchFamily="18" charset="0"/>
                <a:ea typeface="+mn-ea"/>
                <a:cs typeface="Times New Roman" panose="02020603050405020304" pitchFamily="18" charset="0"/>
              </a:rPr>
              <a:t>@, </a:t>
            </a:r>
            <a:r>
              <a:rPr kumimoji="0" lang="en-US" sz="2400" b="0" i="0" u="none" strike="noStrike" kern="1200" cap="none" spc="0" normalizeH="0" baseline="0" noProof="0" dirty="0" err="1">
                <a:ln>
                  <a:noFill/>
                </a:ln>
                <a:effectLst/>
                <a:highlight>
                  <a:srgbClr val="FFFF00"/>
                </a:highlight>
                <a:uLnTx/>
                <a:uFillTx/>
                <a:latin typeface="Times New Roman" panose="02020603050405020304" pitchFamily="18" charset="0"/>
                <a:ea typeface="+mn-ea"/>
                <a:cs typeface="Times New Roman" panose="02020603050405020304" pitchFamily="18" charset="0"/>
              </a:rPr>
              <a:t>posedge</a:t>
            </a:r>
            <a:r>
              <a:rPr kumimoji="0" lang="en-US" sz="2400" b="0" i="0" u="none" strike="noStrike" kern="1200" cap="none" spc="0" normalizeH="0" baseline="0" noProof="0" dirty="0">
                <a:ln>
                  <a:noFill/>
                </a:ln>
                <a:effectLst/>
                <a:highlight>
                  <a:srgbClr val="FFFF00"/>
                </a:highlight>
                <a:uLnTx/>
                <a:uFillTx/>
                <a:latin typeface="Times New Roman" panose="02020603050405020304" pitchFamily="18" charset="0"/>
                <a:ea typeface="+mn-ea"/>
                <a:cs typeface="Times New Roman" panose="02020603050405020304" pitchFamily="18" charset="0"/>
              </a:rPr>
              <a:t> </a:t>
            </a:r>
            <a:r>
              <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and others</a:t>
            </a:r>
          </a:p>
          <a:p>
            <a:pPr>
              <a:buFont typeface="Wingdings" panose="05000000000000000000" pitchFamily="2" charset="2"/>
              <a:buChar char="§"/>
              <a:defRP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Task can be</a:t>
            </a:r>
          </a:p>
          <a:p>
            <a:pPr lvl="1">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Static Task.</a:t>
            </a:r>
          </a:p>
          <a:p>
            <a:pPr lvl="1">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Automatic Task.</a:t>
            </a:r>
          </a:p>
          <a:p>
            <a:pPr lvl="1">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Global Task.</a:t>
            </a:r>
          </a:p>
          <a:p>
            <a:pPr lvl="1" indent="-342900">
              <a:buFont typeface="Wingdings" panose="05000000000000000000" pitchFamily="2" charset="2"/>
              <a:buChar char="§"/>
              <a:defRPr/>
            </a:pPr>
            <a:endParaRPr kumimoji="0" lang="en-US" sz="2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7CAB040F-B80F-9747-5DC9-3DB9D720759B}"/>
              </a:ext>
            </a:extLst>
          </p:cNvPr>
          <p:cNvSpPr>
            <a:spLocks noGrp="1"/>
          </p:cNvSpPr>
          <p:nvPr>
            <p:ph type="dt" sz="half" idx="10"/>
          </p:nvPr>
        </p:nvSpPr>
        <p:spPr/>
        <p:txBody>
          <a:bodyPr/>
          <a:lstStyle/>
          <a:p>
            <a:fld id="{D4AB0847-E01B-4A8F-97CD-5187641FCB37}" type="datetime1">
              <a:rPr lang="en-IN" smtClean="0"/>
              <a:pPr/>
              <a:t>31-10-2025</a:t>
            </a:fld>
            <a:endParaRPr lang="en-IN"/>
          </a:p>
        </p:txBody>
      </p:sp>
      <p:sp>
        <p:nvSpPr>
          <p:cNvPr id="5" name="Footer Placeholder 4">
            <a:extLst>
              <a:ext uri="{FF2B5EF4-FFF2-40B4-BE49-F238E27FC236}">
                <a16:creationId xmlns:a16="http://schemas.microsoft.com/office/drawing/2014/main" id="{B7E9F4AC-C732-4F13-9232-13E6EABF754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BE91471-EF2D-C9B2-C4F8-2448EFB9E31A}"/>
              </a:ext>
            </a:extLst>
          </p:cNvPr>
          <p:cNvSpPr>
            <a:spLocks noGrp="1"/>
          </p:cNvSpPr>
          <p:nvPr>
            <p:ph type="sldNum" sz="quarter" idx="12"/>
          </p:nvPr>
        </p:nvSpPr>
        <p:spPr/>
        <p:txBody>
          <a:bodyPr/>
          <a:lstStyle/>
          <a:p>
            <a:fld id="{56BB8B7D-B437-4E80-9B4F-EB7501C8BBDD}" type="slidenum">
              <a:rPr lang="en-IN" smtClean="0"/>
              <a:pPr/>
              <a:t>93</a:t>
            </a:fld>
            <a:endParaRPr lang="en-IN"/>
          </a:p>
        </p:txBody>
      </p:sp>
    </p:spTree>
    <p:extLst>
      <p:ext uri="{BB962C8B-B14F-4D97-AF65-F5344CB8AC3E}">
        <p14:creationId xmlns:p14="http://schemas.microsoft.com/office/powerpoint/2010/main" val="1385824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53CE3-14E7-2617-74C3-B681DF07E8AB}"/>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Task</a:t>
            </a:r>
            <a:endParaRPr lang="en-IN" sz="3600" dirty="0"/>
          </a:p>
        </p:txBody>
      </p:sp>
      <p:sp>
        <p:nvSpPr>
          <p:cNvPr id="3" name="Content Placeholder 2">
            <a:extLst>
              <a:ext uri="{FF2B5EF4-FFF2-40B4-BE49-F238E27FC236}">
                <a16:creationId xmlns:a16="http://schemas.microsoft.com/office/drawing/2014/main" id="{08BFBA8E-6D9C-9737-4708-085F3F969AC0}"/>
              </a:ext>
            </a:extLst>
          </p:cNvPr>
          <p:cNvSpPr>
            <a:spLocks noGrp="1"/>
          </p:cNvSpPr>
          <p:nvPr>
            <p:ph idx="1"/>
          </p:nvPr>
        </p:nvSpPr>
        <p:spPr>
          <a:xfrm>
            <a:off x="368710" y="937549"/>
            <a:ext cx="11444748" cy="5188615"/>
          </a:xfrm>
        </p:spPr>
        <p:txBody>
          <a:bodyPr/>
          <a:lstStyle/>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1F497D">
                    <a:lumMod val="60000"/>
                    <a:lumOff val="40000"/>
                  </a:srgbClr>
                </a:solidFill>
                <a:effectLst/>
                <a:uLnTx/>
                <a:uFillTx/>
                <a:latin typeface="Times New Roman" panose="02020603050405020304" pitchFamily="18" charset="0"/>
                <a:ea typeface="+mn-ea"/>
                <a:cs typeface="Times New Roman" panose="02020603050405020304" pitchFamily="18" charset="0"/>
              </a:rPr>
              <a:t>Static Task</a:t>
            </a:r>
          </a:p>
          <a:p>
            <a:pPr lvl="2" indent="-285750">
              <a:buFont typeface="Wingdings" panose="05000000000000000000" pitchFamily="2" charset="2"/>
              <a:buChar char="Ø"/>
              <a:defRPr/>
            </a:pPr>
            <a:r>
              <a:rPr kumimoji="0" lang="en-US"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Static tasks share the </a:t>
            </a:r>
            <a:r>
              <a:rPr kumimoji="0" lang="en-US"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same storage space </a:t>
            </a:r>
            <a:r>
              <a:rPr kumimoji="0" lang="en-US"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for all task calls.</a:t>
            </a:r>
          </a:p>
          <a:p>
            <a:pPr lvl="1">
              <a:buFont typeface="Wingdings" panose="05000000000000000000" pitchFamily="2" charset="2"/>
              <a:buChar char="Ø"/>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Automatic Task</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Automatic tasks allocate </a:t>
            </a:r>
            <a:r>
              <a:rPr lang="en-US" dirty="0">
                <a:solidFill>
                  <a:srgbClr val="FF0000"/>
                </a:solidFill>
                <a:latin typeface="Times New Roman" panose="02020603050405020304" pitchFamily="18" charset="0"/>
                <a:cs typeface="Times New Roman" panose="02020603050405020304" pitchFamily="18" charset="0"/>
              </a:rPr>
              <a:t>unique, stacked storage </a:t>
            </a:r>
            <a:r>
              <a:rPr lang="en-US" dirty="0">
                <a:latin typeface="Times New Roman" panose="02020603050405020304" pitchFamily="18" charset="0"/>
                <a:cs typeface="Times New Roman" panose="02020603050405020304" pitchFamily="18" charset="0"/>
              </a:rPr>
              <a:t>for each task call.</a:t>
            </a:r>
          </a:p>
          <a:p>
            <a:pPr lvl="1">
              <a:buFont typeface="Wingdings" panose="05000000000000000000" pitchFamily="2" charset="2"/>
              <a:buChar char="Ø"/>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Global Task</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Tasks that are declared </a:t>
            </a:r>
            <a:r>
              <a:rPr lang="en-US" dirty="0">
                <a:solidFill>
                  <a:srgbClr val="FF0000"/>
                </a:solidFill>
                <a:latin typeface="Times New Roman" panose="02020603050405020304" pitchFamily="18" charset="0"/>
                <a:cs typeface="Times New Roman" panose="02020603050405020304" pitchFamily="18" charset="0"/>
              </a:rPr>
              <a:t>outside all modules </a:t>
            </a:r>
            <a:r>
              <a:rPr lang="en-US" dirty="0">
                <a:latin typeface="Times New Roman" panose="02020603050405020304" pitchFamily="18" charset="0"/>
                <a:cs typeface="Times New Roman" panose="02020603050405020304" pitchFamily="18" charset="0"/>
              </a:rPr>
              <a:t>are called </a:t>
            </a:r>
            <a:r>
              <a:rPr lang="en-US" dirty="0">
                <a:solidFill>
                  <a:srgbClr val="FF0000"/>
                </a:solidFill>
                <a:highlight>
                  <a:srgbClr val="FFFF00"/>
                </a:highlight>
                <a:latin typeface="Times New Roman" panose="02020603050405020304" pitchFamily="18" charset="0"/>
                <a:cs typeface="Times New Roman" panose="02020603050405020304" pitchFamily="18" charset="0"/>
              </a:rPr>
              <a:t>global tasks </a:t>
            </a:r>
            <a:r>
              <a:rPr lang="en-US" dirty="0">
                <a:latin typeface="Times New Roman" panose="02020603050405020304" pitchFamily="18" charset="0"/>
                <a:cs typeface="Times New Roman" panose="02020603050405020304" pitchFamily="18" charset="0"/>
              </a:rPr>
              <a:t>as they have a global scope and can be </a:t>
            </a:r>
            <a:r>
              <a:rPr lang="en-US" dirty="0">
                <a:solidFill>
                  <a:srgbClr val="FF0000"/>
                </a:solidFill>
                <a:latin typeface="Times New Roman" panose="02020603050405020304" pitchFamily="18" charset="0"/>
                <a:cs typeface="Times New Roman" panose="02020603050405020304" pitchFamily="18" charset="0"/>
              </a:rPr>
              <a:t>called within any module</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the task was </a:t>
            </a:r>
            <a:r>
              <a:rPr lang="en-US" dirty="0">
                <a:solidFill>
                  <a:srgbClr val="FF0000"/>
                </a:solidFill>
                <a:latin typeface="Times New Roman" panose="02020603050405020304" pitchFamily="18" charset="0"/>
                <a:cs typeface="Times New Roman" panose="02020603050405020304" pitchFamily="18" charset="0"/>
              </a:rPr>
              <a:t>declared within the module</a:t>
            </a:r>
            <a:r>
              <a:rPr lang="en-US" dirty="0">
                <a:latin typeface="Times New Roman" panose="02020603050405020304" pitchFamily="18" charset="0"/>
                <a:cs typeface="Times New Roman" panose="02020603050405020304" pitchFamily="18" charset="0"/>
              </a:rPr>
              <a:t>, it would have to be called in </a:t>
            </a:r>
            <a:r>
              <a:rPr lang="en-US" dirty="0">
                <a:solidFill>
                  <a:srgbClr val="FF0000"/>
                </a:solidFill>
                <a:latin typeface="Times New Roman" panose="02020603050405020304" pitchFamily="18" charset="0"/>
                <a:cs typeface="Times New Roman" panose="02020603050405020304" pitchFamily="18" charset="0"/>
              </a:rPr>
              <a:t>reference to the module instance name</a:t>
            </a:r>
            <a:r>
              <a:rPr lang="en-US"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5C6390C-64E9-A7C3-1EE8-E38203039FD0}"/>
              </a:ext>
            </a:extLst>
          </p:cNvPr>
          <p:cNvSpPr>
            <a:spLocks noGrp="1"/>
          </p:cNvSpPr>
          <p:nvPr>
            <p:ph type="dt" sz="half" idx="10"/>
          </p:nvPr>
        </p:nvSpPr>
        <p:spPr/>
        <p:txBody>
          <a:bodyPr/>
          <a:lstStyle/>
          <a:p>
            <a:fld id="{E0846782-6622-424D-B8E8-619F94574AE6}" type="datetime1">
              <a:rPr lang="en-IN" smtClean="0"/>
              <a:pPr/>
              <a:t>31-10-2025</a:t>
            </a:fld>
            <a:endParaRPr lang="en-IN"/>
          </a:p>
        </p:txBody>
      </p:sp>
      <p:sp>
        <p:nvSpPr>
          <p:cNvPr id="5" name="Footer Placeholder 4">
            <a:extLst>
              <a:ext uri="{FF2B5EF4-FFF2-40B4-BE49-F238E27FC236}">
                <a16:creationId xmlns:a16="http://schemas.microsoft.com/office/drawing/2014/main" id="{BA491AE5-28BF-7A2F-57AF-A8DDC9F2F81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54A555B-67D1-0323-4AB9-2BE5F421DBE4}"/>
              </a:ext>
            </a:extLst>
          </p:cNvPr>
          <p:cNvSpPr>
            <a:spLocks noGrp="1"/>
          </p:cNvSpPr>
          <p:nvPr>
            <p:ph type="sldNum" sz="quarter" idx="12"/>
          </p:nvPr>
        </p:nvSpPr>
        <p:spPr/>
        <p:txBody>
          <a:bodyPr/>
          <a:lstStyle/>
          <a:p>
            <a:fld id="{56BB8B7D-B437-4E80-9B4F-EB7501C8BBDD}" type="slidenum">
              <a:rPr lang="en-IN" smtClean="0"/>
              <a:pPr/>
              <a:t>94</a:t>
            </a:fld>
            <a:endParaRPr lang="en-IN"/>
          </a:p>
        </p:txBody>
      </p:sp>
    </p:spTree>
    <p:extLst>
      <p:ext uri="{BB962C8B-B14F-4D97-AF65-F5344CB8AC3E}">
        <p14:creationId xmlns:p14="http://schemas.microsoft.com/office/powerpoint/2010/main" val="41665858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E9A7-41ED-A8E6-CCE1-D330EF8B8B9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Task</a:t>
            </a:r>
            <a:endParaRPr lang="en-IN" sz="3600" dirty="0"/>
          </a:p>
        </p:txBody>
      </p:sp>
      <p:sp>
        <p:nvSpPr>
          <p:cNvPr id="3" name="Content Placeholder 2">
            <a:extLst>
              <a:ext uri="{FF2B5EF4-FFF2-40B4-BE49-F238E27FC236}">
                <a16:creationId xmlns:a16="http://schemas.microsoft.com/office/drawing/2014/main" id="{08C23C62-8046-7119-FFB3-F115A61A1C06}"/>
              </a:ext>
            </a:extLst>
          </p:cNvPr>
          <p:cNvSpPr>
            <a:spLocks noGrp="1"/>
          </p:cNvSpPr>
          <p:nvPr>
            <p:ph idx="1"/>
          </p:nvPr>
        </p:nvSpPr>
        <p:spPr>
          <a:xfrm>
            <a:off x="1176759" y="954651"/>
            <a:ext cx="3667432" cy="470852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static_task</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initial begin</a:t>
            </a:r>
          </a:p>
          <a:p>
            <a:pPr marL="0" indent="0">
              <a:buNone/>
            </a:pPr>
            <a:r>
              <a:rPr lang="en-US" sz="2400" dirty="0">
                <a:latin typeface="Times New Roman" panose="02020603050405020304" pitchFamily="18" charset="0"/>
                <a:cs typeface="Times New Roman" panose="02020603050405020304" pitchFamily="18" charset="0"/>
              </a:rPr>
              <a:t>    display();</a:t>
            </a:r>
          </a:p>
          <a:p>
            <a:pPr marL="0" indent="0">
              <a:buNone/>
            </a:pPr>
            <a:r>
              <a:rPr lang="en-US" sz="2400" dirty="0">
                <a:latin typeface="Times New Roman" panose="02020603050405020304" pitchFamily="18" charset="0"/>
                <a:cs typeface="Times New Roman" panose="02020603050405020304" pitchFamily="18" charset="0"/>
              </a:rPr>
              <a:t>    #1 display();</a:t>
            </a:r>
          </a:p>
          <a:p>
            <a:pPr marL="0" indent="0">
              <a:buNone/>
            </a:pPr>
            <a:r>
              <a:rPr lang="en-US" sz="2400" dirty="0">
                <a:latin typeface="Times New Roman" panose="02020603050405020304" pitchFamily="18" charset="0"/>
                <a:cs typeface="Times New Roman" panose="02020603050405020304" pitchFamily="18" charset="0"/>
              </a:rPr>
              <a:t>    #1 display();</a:t>
            </a:r>
          </a:p>
          <a:p>
            <a:pPr marL="0" indent="0">
              <a:buNone/>
            </a:pPr>
            <a:r>
              <a:rPr lang="en-US" sz="2400" dirty="0">
                <a:latin typeface="Times New Roman" panose="02020603050405020304" pitchFamily="18" charset="0"/>
                <a:cs typeface="Times New Roman" panose="02020603050405020304" pitchFamily="18" charset="0"/>
              </a:rPr>
              <a:t>    #1 display();</a:t>
            </a:r>
          </a:p>
          <a:p>
            <a:pPr marL="0" indent="0">
              <a:buNone/>
            </a:pPr>
            <a:r>
              <a:rPr lang="en-US" sz="2400" dirty="0">
                <a:latin typeface="Times New Roman" panose="02020603050405020304" pitchFamily="18" charset="0"/>
                <a:cs typeface="Times New Roman" panose="02020603050405020304" pitchFamily="18" charset="0"/>
              </a:rPr>
              <a:t>  end</a:t>
            </a: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DA69EB-ED66-D37E-B06B-18D67D0436C0}"/>
              </a:ext>
            </a:extLst>
          </p:cNvPr>
          <p:cNvSpPr>
            <a:spLocks noGrp="1"/>
          </p:cNvSpPr>
          <p:nvPr>
            <p:ph type="dt" sz="half" idx="10"/>
          </p:nvPr>
        </p:nvSpPr>
        <p:spPr/>
        <p:txBody>
          <a:bodyPr/>
          <a:lstStyle/>
          <a:p>
            <a:fld id="{B066639F-52F6-45C4-84C0-57BEA87AF6A8}" type="datetime1">
              <a:rPr lang="en-IN" smtClean="0"/>
              <a:pPr/>
              <a:t>31-10-2025</a:t>
            </a:fld>
            <a:endParaRPr lang="en-IN"/>
          </a:p>
        </p:txBody>
      </p:sp>
      <p:sp>
        <p:nvSpPr>
          <p:cNvPr id="6" name="Footer Placeholder 5">
            <a:extLst>
              <a:ext uri="{FF2B5EF4-FFF2-40B4-BE49-F238E27FC236}">
                <a16:creationId xmlns:a16="http://schemas.microsoft.com/office/drawing/2014/main" id="{8DA05226-4E15-687A-1F7B-3EF0E45EAA0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FF16A055-50D4-6F78-E6CA-B7F0EC57A117}"/>
              </a:ext>
            </a:extLst>
          </p:cNvPr>
          <p:cNvSpPr>
            <a:spLocks noGrp="1"/>
          </p:cNvSpPr>
          <p:nvPr>
            <p:ph type="sldNum" sz="quarter" idx="12"/>
          </p:nvPr>
        </p:nvSpPr>
        <p:spPr/>
        <p:txBody>
          <a:bodyPr/>
          <a:lstStyle/>
          <a:p>
            <a:fld id="{56BB8B7D-B437-4E80-9B4F-EB7501C8BBDD}" type="slidenum">
              <a:rPr lang="en-IN" smtClean="0"/>
              <a:pPr/>
              <a:t>95</a:t>
            </a:fld>
            <a:endParaRPr lang="en-IN"/>
          </a:p>
        </p:txBody>
      </p:sp>
      <p:sp>
        <p:nvSpPr>
          <p:cNvPr id="4" name="TextBox 3">
            <a:extLst>
              <a:ext uri="{FF2B5EF4-FFF2-40B4-BE49-F238E27FC236}">
                <a16:creationId xmlns:a16="http://schemas.microsoft.com/office/drawing/2014/main" id="{083A2E9D-C541-A711-B0B8-D6A0B5CF45E2}"/>
              </a:ext>
            </a:extLst>
          </p:cNvPr>
          <p:cNvSpPr txBox="1"/>
          <p:nvPr/>
        </p:nvSpPr>
        <p:spPr>
          <a:xfrm>
            <a:off x="5062244" y="954651"/>
            <a:ext cx="6184490" cy="3785652"/>
          </a:xfrm>
          <a:prstGeom prst="rect">
            <a:avLst/>
          </a:prstGeom>
          <a:noFill/>
        </p:spPr>
        <p:txBody>
          <a:bodyPr wrap="square" rtlCol="0">
            <a:spAutoFit/>
          </a:bodyPr>
          <a:lstStyle/>
          <a:p>
            <a:pPr marL="0" indent="0">
              <a:buNone/>
            </a:pPr>
            <a:r>
              <a:rPr lang="en-US" sz="2400" dirty="0">
                <a:latin typeface="Times New Roman" panose="02020603050405020304" pitchFamily="18" charset="0"/>
                <a:cs typeface="Times New Roman" panose="02020603050405020304" pitchFamily="18" charset="0"/>
              </a:rPr>
              <a:t>//add automatic for automatic task ..</a:t>
            </a:r>
          </a:p>
          <a:p>
            <a:pPr marL="0" indent="0">
              <a:buNone/>
            </a:pPr>
            <a:r>
              <a:rPr lang="en-US" sz="2400" dirty="0">
                <a:latin typeface="Times New Roman" panose="02020603050405020304" pitchFamily="18" charset="0"/>
                <a:cs typeface="Times New Roman" panose="02020603050405020304" pitchFamily="18" charset="0"/>
              </a:rPr>
              <a:t>  task  display();</a:t>
            </a:r>
          </a:p>
          <a:p>
            <a:pPr marL="0" indent="0">
              <a:buNone/>
            </a:pPr>
            <a:r>
              <a:rPr lang="en-US" sz="2400" dirty="0">
                <a:latin typeface="Times New Roman" panose="02020603050405020304" pitchFamily="18" charset="0"/>
                <a:cs typeface="Times New Roman" panose="02020603050405020304" pitchFamily="18" charset="0"/>
              </a:rPr>
              <a:t>    integer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=0;</a:t>
            </a:r>
          </a:p>
          <a:p>
            <a:pPr marL="0" indent="0">
              <a:buNone/>
            </a:pPr>
            <a:r>
              <a:rPr lang="en-US" sz="2400" dirty="0">
                <a:latin typeface="Times New Roman" panose="02020603050405020304" pitchFamily="18" charset="0"/>
                <a:cs typeface="Times New Roman" panose="02020603050405020304" pitchFamily="18" charset="0"/>
              </a:rPr>
              <a:t>    begin</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=i+1;</a:t>
            </a:r>
          </a:p>
          <a:p>
            <a:pPr marL="0" indent="0">
              <a:buNone/>
            </a:pPr>
            <a:r>
              <a:rPr lang="en-US" sz="2400" dirty="0">
                <a:latin typeface="Times New Roman" panose="02020603050405020304" pitchFamily="18" charset="0"/>
                <a:cs typeface="Times New Roman" panose="02020603050405020304" pitchFamily="18" charset="0"/>
              </a:rPr>
              <a:t>      $display("the value of I : %0b",i);</a:t>
            </a:r>
          </a:p>
          <a:p>
            <a:pPr marL="0" indent="0">
              <a:buNone/>
            </a:pPr>
            <a:r>
              <a:rPr lang="en-US" sz="2400" dirty="0">
                <a:latin typeface="Times New Roman" panose="02020603050405020304" pitchFamily="18" charset="0"/>
                <a:cs typeface="Times New Roman" panose="02020603050405020304" pitchFamily="18" charset="0"/>
              </a:rPr>
              <a:t>               end</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endtask</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030139756"/>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B8E0A-4166-DE9E-7418-EB5380F7827C}"/>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Task</a:t>
            </a:r>
            <a:endParaRPr lang="en-IN" sz="3600" dirty="0"/>
          </a:p>
        </p:txBody>
      </p:sp>
      <p:sp>
        <p:nvSpPr>
          <p:cNvPr id="3" name="Content Placeholder 2">
            <a:extLst>
              <a:ext uri="{FF2B5EF4-FFF2-40B4-BE49-F238E27FC236}">
                <a16:creationId xmlns:a16="http://schemas.microsoft.com/office/drawing/2014/main" id="{9BB8F2B5-7727-DCE2-2042-E046F3254E3D}"/>
              </a:ext>
            </a:extLst>
          </p:cNvPr>
          <p:cNvSpPr>
            <a:spLocks noGrp="1"/>
          </p:cNvSpPr>
          <p:nvPr>
            <p:ph idx="1"/>
          </p:nvPr>
        </p:nvSpPr>
        <p:spPr>
          <a:xfrm>
            <a:off x="1451077" y="940444"/>
            <a:ext cx="5105383" cy="4525963"/>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//declared as global task</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task display();</a:t>
            </a:r>
          </a:p>
          <a:p>
            <a:pPr marL="0" indent="0">
              <a:buNone/>
            </a:pPr>
            <a:r>
              <a:rPr lang="en-US" sz="2400" dirty="0">
                <a:latin typeface="Times New Roman" panose="02020603050405020304" pitchFamily="18" charset="0"/>
                <a:cs typeface="Times New Roman" panose="02020603050405020304" pitchFamily="18" charset="0"/>
              </a:rPr>
              <a:t>$display("Hello World !");</a:t>
            </a:r>
          </a:p>
          <a:p>
            <a:pPr marL="0" indent="0">
              <a:buNone/>
            </a:pPr>
            <a:r>
              <a:rPr lang="en-US" sz="2400" dirty="0" err="1">
                <a:latin typeface="Times New Roman" panose="02020603050405020304" pitchFamily="18" charset="0"/>
                <a:cs typeface="Times New Roman" panose="02020603050405020304" pitchFamily="18" charset="0"/>
              </a:rPr>
              <a:t>endtask</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global_task_example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initial begin</a:t>
            </a:r>
          </a:p>
          <a:p>
            <a:pPr marL="0" indent="0">
              <a:buNone/>
            </a:pPr>
            <a:r>
              <a:rPr lang="en-US" sz="2400" dirty="0">
                <a:latin typeface="Times New Roman" panose="02020603050405020304" pitchFamily="18" charset="0"/>
                <a:cs typeface="Times New Roman" panose="02020603050405020304" pitchFamily="18" charset="0"/>
              </a:rPr>
              <a:t>display();</a:t>
            </a:r>
          </a:p>
          <a:p>
            <a:pPr marL="0" indent="0">
              <a:buNone/>
            </a:pPr>
            <a:r>
              <a:rPr lang="en-US" sz="2400" dirty="0">
                <a:latin typeface="Times New Roman" panose="02020603050405020304" pitchFamily="18" charset="0"/>
                <a:cs typeface="Times New Roman" panose="02020603050405020304" pitchFamily="18" charset="0"/>
              </a:rPr>
              <a:t>end</a:t>
            </a:r>
          </a:p>
          <a:p>
            <a:pPr marL="0" indent="0">
              <a:buNone/>
            </a:pPr>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7B7E5EC-6292-9897-638E-ACC96C6CB4FF}"/>
              </a:ext>
            </a:extLst>
          </p:cNvPr>
          <p:cNvSpPr>
            <a:spLocks noGrp="1"/>
          </p:cNvSpPr>
          <p:nvPr>
            <p:ph type="dt" sz="half" idx="10"/>
          </p:nvPr>
        </p:nvSpPr>
        <p:spPr/>
        <p:txBody>
          <a:bodyPr/>
          <a:lstStyle/>
          <a:p>
            <a:fld id="{B391680A-10BD-4602-8349-FA2D65A0EE82}" type="datetime1">
              <a:rPr lang="en-IN" smtClean="0"/>
              <a:pPr/>
              <a:t>31-10-2025</a:t>
            </a:fld>
            <a:endParaRPr lang="en-IN"/>
          </a:p>
        </p:txBody>
      </p:sp>
      <p:sp>
        <p:nvSpPr>
          <p:cNvPr id="6" name="Footer Placeholder 5">
            <a:extLst>
              <a:ext uri="{FF2B5EF4-FFF2-40B4-BE49-F238E27FC236}">
                <a16:creationId xmlns:a16="http://schemas.microsoft.com/office/drawing/2014/main" id="{F89E17A3-E2C0-2EC3-AC1E-1FBE94623E1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5D7DD76-3737-15CF-51A4-C946BF557845}"/>
              </a:ext>
            </a:extLst>
          </p:cNvPr>
          <p:cNvSpPr>
            <a:spLocks noGrp="1"/>
          </p:cNvSpPr>
          <p:nvPr>
            <p:ph type="sldNum" sz="quarter" idx="12"/>
          </p:nvPr>
        </p:nvSpPr>
        <p:spPr/>
        <p:txBody>
          <a:bodyPr/>
          <a:lstStyle/>
          <a:p>
            <a:fld id="{56BB8B7D-B437-4E80-9B4F-EB7501C8BBDD}" type="slidenum">
              <a:rPr lang="en-IN" smtClean="0"/>
              <a:pPr/>
              <a:t>96</a:t>
            </a:fld>
            <a:endParaRPr lang="en-IN"/>
          </a:p>
        </p:txBody>
      </p:sp>
      <p:sp>
        <p:nvSpPr>
          <p:cNvPr id="4" name="TextBox 3">
            <a:extLst>
              <a:ext uri="{FF2B5EF4-FFF2-40B4-BE49-F238E27FC236}">
                <a16:creationId xmlns:a16="http://schemas.microsoft.com/office/drawing/2014/main" id="{3F894E53-0BAF-9953-5410-A5B7E84C8706}"/>
              </a:ext>
            </a:extLst>
          </p:cNvPr>
          <p:cNvSpPr txBox="1"/>
          <p:nvPr/>
        </p:nvSpPr>
        <p:spPr>
          <a:xfrm>
            <a:off x="5594679" y="940444"/>
            <a:ext cx="4810962" cy="563231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when declared inside the module </a:t>
            </a:r>
          </a:p>
          <a:p>
            <a:r>
              <a:rPr lang="en-US" sz="2400" dirty="0">
                <a:latin typeface="Times New Roman" panose="02020603050405020304" pitchFamily="18" charset="0"/>
                <a:cs typeface="Times New Roman" panose="02020603050405020304" pitchFamily="18" charset="0"/>
              </a:rPr>
              <a:t>module tb;</a:t>
            </a:r>
          </a:p>
          <a:p>
            <a:r>
              <a:rPr lang="en-US" sz="2400" dirty="0">
                <a:latin typeface="Times New Roman" panose="02020603050405020304" pitchFamily="18" charset="0"/>
                <a:cs typeface="Times New Roman" panose="02020603050405020304" pitchFamily="18" charset="0"/>
              </a:rPr>
              <a:t>des u0();</a:t>
            </a:r>
          </a:p>
          <a:p>
            <a:r>
              <a:rPr lang="en-US" sz="2400" dirty="0">
                <a:latin typeface="Times New Roman" panose="02020603050405020304" pitchFamily="18" charset="0"/>
                <a:cs typeface="Times New Roman" panose="02020603050405020304" pitchFamily="18" charset="0"/>
              </a:rPr>
              <a:t>initial begin</a:t>
            </a:r>
          </a:p>
          <a:p>
            <a:r>
              <a:rPr lang="en-US" sz="2400" dirty="0">
                <a:latin typeface="Times New Roman" panose="02020603050405020304" pitchFamily="18" charset="0"/>
                <a:cs typeface="Times New Roman" panose="02020603050405020304" pitchFamily="18" charset="0"/>
              </a:rPr>
              <a:t>u0.display(); </a:t>
            </a:r>
          </a:p>
          <a:p>
            <a:r>
              <a:rPr lang="en-US" sz="2400" dirty="0">
                <a:latin typeface="Times New Roman" panose="02020603050405020304" pitchFamily="18" charset="0"/>
                <a:cs typeface="Times New Roman" panose="02020603050405020304" pitchFamily="18" charset="0"/>
              </a:rPr>
              <a:t>end</a:t>
            </a:r>
          </a:p>
          <a:p>
            <a:r>
              <a:rPr lang="en-US" sz="2400" dirty="0" err="1">
                <a:latin typeface="Times New Roman" panose="02020603050405020304" pitchFamily="18" charset="0"/>
                <a:cs typeface="Times New Roman" panose="02020603050405020304" pitchFamily="18" charset="0"/>
              </a:rPr>
              <a:t>endmodule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module des;</a:t>
            </a:r>
          </a:p>
          <a:p>
            <a:r>
              <a:rPr lang="en-US" sz="2400" dirty="0">
                <a:latin typeface="Times New Roman" panose="02020603050405020304" pitchFamily="18" charset="0"/>
                <a:cs typeface="Times New Roman" panose="02020603050405020304" pitchFamily="18" charset="0"/>
              </a:rPr>
              <a:t>initial begin</a:t>
            </a:r>
          </a:p>
          <a:p>
            <a:r>
              <a:rPr lang="en-US" sz="2400" dirty="0">
                <a:latin typeface="Times New Roman" panose="02020603050405020304" pitchFamily="18" charset="0"/>
                <a:cs typeface="Times New Roman" panose="02020603050405020304" pitchFamily="18" charset="0"/>
              </a:rPr>
              <a:t>display(); </a:t>
            </a:r>
          </a:p>
          <a:p>
            <a:r>
              <a:rPr lang="en-US" sz="2400" dirty="0">
                <a:latin typeface="Times New Roman" panose="02020603050405020304" pitchFamily="18" charset="0"/>
                <a:cs typeface="Times New Roman" panose="02020603050405020304" pitchFamily="18" charset="0"/>
              </a:rPr>
              <a:t>end</a:t>
            </a:r>
          </a:p>
          <a:p>
            <a:r>
              <a:rPr lang="en-US" sz="2400" dirty="0">
                <a:latin typeface="Times New Roman" panose="02020603050405020304" pitchFamily="18" charset="0"/>
                <a:cs typeface="Times New Roman" panose="02020603050405020304" pitchFamily="18" charset="0"/>
              </a:rPr>
              <a:t>task display();</a:t>
            </a:r>
          </a:p>
          <a:p>
            <a:r>
              <a:rPr lang="en-US" sz="2400" dirty="0">
                <a:latin typeface="Times New Roman" panose="02020603050405020304" pitchFamily="18" charset="0"/>
                <a:cs typeface="Times New Roman" panose="02020603050405020304" pitchFamily="18" charset="0"/>
              </a:rPr>
              <a:t>$display("Hello World");</a:t>
            </a:r>
          </a:p>
          <a:p>
            <a:r>
              <a:rPr lang="en-US" sz="2400" dirty="0" err="1">
                <a:latin typeface="Times New Roman" panose="02020603050405020304" pitchFamily="18" charset="0"/>
                <a:cs typeface="Times New Roman" panose="02020603050405020304" pitchFamily="18" charset="0"/>
              </a:rPr>
              <a:t>endtask</a:t>
            </a:r>
            <a:r>
              <a:rPr lang="en-US" sz="2400" dirty="0">
                <a:latin typeface="Times New Roman" panose="02020603050405020304" pitchFamily="18" charset="0"/>
                <a:cs typeface="Times New Roman" panose="02020603050405020304" pitchFamily="18" charset="0"/>
              </a:rPr>
              <a:t> </a:t>
            </a:r>
          </a:p>
          <a:p>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3289346"/>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1655-CF1B-EEAE-634D-30196CADC86E}"/>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SystemVerilog Task</a:t>
            </a:r>
            <a:endParaRPr lang="en-IN" sz="3600" dirty="0"/>
          </a:p>
        </p:txBody>
      </p:sp>
      <p:sp>
        <p:nvSpPr>
          <p:cNvPr id="3" name="Content Placeholder 2">
            <a:extLst>
              <a:ext uri="{FF2B5EF4-FFF2-40B4-BE49-F238E27FC236}">
                <a16:creationId xmlns:a16="http://schemas.microsoft.com/office/drawing/2014/main" id="{2E3B35E2-9B15-39F6-64C5-59484EA6EA98}"/>
              </a:ext>
            </a:extLst>
          </p:cNvPr>
          <p:cNvSpPr>
            <a:spLocks noGrp="1"/>
          </p:cNvSpPr>
          <p:nvPr>
            <p:ph idx="1"/>
          </p:nvPr>
        </p:nvSpPr>
        <p:spPr>
          <a:xfrm>
            <a:off x="609600" y="995423"/>
            <a:ext cx="11203858" cy="5130742"/>
          </a:xfrm>
        </p:spPr>
        <p:txBody>
          <a:bodyPr/>
          <a:lstStyle/>
          <a:p>
            <a:pPr>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allows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declare an </a:t>
            </a:r>
            <a:r>
              <a:rPr lang="en-US" sz="2400" dirty="0">
                <a:solidFill>
                  <a:srgbClr val="FF0000"/>
                </a:solidFill>
                <a:latin typeface="Times New Roman" panose="02020603050405020304" pitchFamily="18" charset="0"/>
                <a:cs typeface="Times New Roman" panose="02020603050405020304" pitchFamily="18" charset="0"/>
              </a:rPr>
              <a:t>automatic variable in a static task</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declare a </a:t>
            </a:r>
            <a:r>
              <a:rPr lang="en-US" sz="2400" dirty="0">
                <a:solidFill>
                  <a:srgbClr val="FF0000"/>
                </a:solidFill>
                <a:latin typeface="Times New Roman" panose="02020603050405020304" pitchFamily="18" charset="0"/>
                <a:cs typeface="Times New Roman" panose="02020603050405020304" pitchFamily="18" charset="0"/>
              </a:rPr>
              <a:t>static variable in an automatic task</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More capabilities for declaring task port multiple statements within task without requiring a begin…end or fork…join block</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Returning from the task before reaching the end of the task</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Passing values by </a:t>
            </a:r>
            <a:r>
              <a:rPr lang="en-US" sz="2400" dirty="0">
                <a:solidFill>
                  <a:srgbClr val="FF0000"/>
                </a:solidFill>
                <a:latin typeface="Times New Roman" panose="02020603050405020304" pitchFamily="18" charset="0"/>
                <a:cs typeface="Times New Roman" panose="02020603050405020304" pitchFamily="18" charset="0"/>
              </a:rPr>
              <a:t>reference, value, names, and position </a:t>
            </a:r>
          </a:p>
          <a:p>
            <a:pPr lvl="1">
              <a:buFont typeface="Wingdings" panose="05000000000000000000" pitchFamily="2" charset="2"/>
              <a:buChar char="v"/>
            </a:pPr>
            <a:r>
              <a:rPr lang="en-US" sz="2400" dirty="0">
                <a:solidFill>
                  <a:srgbClr val="FF0000"/>
                </a:solidFill>
                <a:latin typeface="Times New Roman" panose="02020603050405020304" pitchFamily="18" charset="0"/>
                <a:cs typeface="Times New Roman" panose="02020603050405020304" pitchFamily="18" charset="0"/>
              </a:rPr>
              <a:t>Default argument values</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default direction of argument is input if no direction has been  specified</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Default arguments type is </a:t>
            </a:r>
            <a:r>
              <a:rPr lang="en-US" sz="2400" dirty="0">
                <a:highlight>
                  <a:srgbClr val="FFFF00"/>
                </a:highlight>
                <a:latin typeface="Times New Roman" panose="02020603050405020304" pitchFamily="18" charset="0"/>
                <a:cs typeface="Times New Roman" panose="02020603050405020304" pitchFamily="18" charset="0"/>
              </a:rPr>
              <a:t>logic </a:t>
            </a:r>
            <a:r>
              <a:rPr lang="en-US" sz="2400" dirty="0">
                <a:latin typeface="Times New Roman" panose="02020603050405020304" pitchFamily="18" charset="0"/>
                <a:cs typeface="Times New Roman" panose="02020603050405020304" pitchFamily="18" charset="0"/>
              </a:rPr>
              <a:t>if no type has been specified</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4A26F03-F7CA-E15C-BDE3-EADFC6FFA3CE}"/>
              </a:ext>
            </a:extLst>
          </p:cNvPr>
          <p:cNvSpPr>
            <a:spLocks noGrp="1"/>
          </p:cNvSpPr>
          <p:nvPr>
            <p:ph type="dt" sz="half" idx="10"/>
          </p:nvPr>
        </p:nvSpPr>
        <p:spPr/>
        <p:txBody>
          <a:bodyPr/>
          <a:lstStyle/>
          <a:p>
            <a:fld id="{E604D11F-0DCA-4FCA-829E-24E86841E897}" type="datetime1">
              <a:rPr lang="en-IN" smtClean="0"/>
              <a:pPr/>
              <a:t>31-10-2025</a:t>
            </a:fld>
            <a:endParaRPr lang="en-IN"/>
          </a:p>
        </p:txBody>
      </p:sp>
      <p:sp>
        <p:nvSpPr>
          <p:cNvPr id="5" name="Footer Placeholder 4">
            <a:extLst>
              <a:ext uri="{FF2B5EF4-FFF2-40B4-BE49-F238E27FC236}">
                <a16:creationId xmlns:a16="http://schemas.microsoft.com/office/drawing/2014/main" id="{69B81362-D8A9-A2ED-7F1F-AB55D0279B2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3589CA0-8EC4-D796-61B5-641FDFF7E260}"/>
              </a:ext>
            </a:extLst>
          </p:cNvPr>
          <p:cNvSpPr>
            <a:spLocks noGrp="1"/>
          </p:cNvSpPr>
          <p:nvPr>
            <p:ph type="sldNum" sz="quarter" idx="12"/>
          </p:nvPr>
        </p:nvSpPr>
        <p:spPr/>
        <p:txBody>
          <a:bodyPr/>
          <a:lstStyle/>
          <a:p>
            <a:fld id="{56BB8B7D-B437-4E80-9B4F-EB7501C8BBDD}" type="slidenum">
              <a:rPr lang="en-IN" smtClean="0"/>
              <a:pPr/>
              <a:t>97</a:t>
            </a:fld>
            <a:endParaRPr lang="en-IN"/>
          </a:p>
        </p:txBody>
      </p:sp>
    </p:spTree>
    <p:extLst>
      <p:ext uri="{BB962C8B-B14F-4D97-AF65-F5344CB8AC3E}">
        <p14:creationId xmlns:p14="http://schemas.microsoft.com/office/powerpoint/2010/main" val="83126639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a:latin typeface="Times New Roman" panose="02020603050405020304" charset="0"/>
                <a:cs typeface="Times New Roman" panose="02020603050405020304" charset="0"/>
              </a:rPr>
              <a:t>Task and Function Argument Passing</a:t>
            </a:r>
          </a:p>
        </p:txBody>
      </p:sp>
      <p:sp>
        <p:nvSpPr>
          <p:cNvPr id="5" name="Content Placeholder 4"/>
          <p:cNvSpPr>
            <a:spLocks noGrp="1"/>
          </p:cNvSpPr>
          <p:nvPr>
            <p:ph idx="1"/>
          </p:nvPr>
        </p:nvSpPr>
        <p:spPr>
          <a:xfrm>
            <a:off x="728870" y="1510748"/>
            <a:ext cx="10972800" cy="4253948"/>
          </a:xfrm>
        </p:spPr>
        <p:txBody>
          <a:bodyPr/>
          <a:lstStyle/>
          <a:p>
            <a:pPr>
              <a:buFont typeface="Wingdings" panose="05000000000000000000" charset="0"/>
              <a:buChar char="§"/>
            </a:pPr>
            <a:r>
              <a:rPr lang="en-US" sz="2400" dirty="0">
                <a:latin typeface="Times New Roman" panose="02020603050405020304" charset="0"/>
                <a:cs typeface="Times New Roman" panose="02020603050405020304" charset="0"/>
              </a:rPr>
              <a:t>SystemVerilog provides below means for passing arguments to functions  and tasks,</a:t>
            </a:r>
          </a:p>
          <a:p>
            <a:pPr lvl="1">
              <a:buFont typeface="Wingdings" panose="05000000000000000000" charset="0"/>
              <a:buChar char="Ø"/>
            </a:pPr>
            <a:r>
              <a:rPr lang="en-US" sz="2400" dirty="0">
                <a:latin typeface="Times New Roman" panose="02020603050405020304" charset="0"/>
                <a:cs typeface="Times New Roman" panose="02020603050405020304" charset="0"/>
              </a:rPr>
              <a:t>argument pass by value</a:t>
            </a:r>
          </a:p>
          <a:p>
            <a:pPr lvl="1">
              <a:buFont typeface="Wingdings" panose="05000000000000000000" charset="0"/>
              <a:buChar char="Ø"/>
            </a:pPr>
            <a:r>
              <a:rPr lang="en-US" sz="2400" dirty="0">
                <a:latin typeface="Times New Roman" panose="02020603050405020304" charset="0"/>
                <a:cs typeface="Times New Roman" panose="02020603050405020304" charset="0"/>
              </a:rPr>
              <a:t>argument pass by reference</a:t>
            </a:r>
          </a:p>
          <a:p>
            <a:pPr lvl="1">
              <a:buFont typeface="Wingdings" panose="05000000000000000000" charset="0"/>
              <a:buChar char="Ø"/>
            </a:pPr>
            <a:r>
              <a:rPr lang="en-US" sz="2400" dirty="0">
                <a:latin typeface="Times New Roman" panose="02020603050405020304" charset="0"/>
                <a:cs typeface="Times New Roman" panose="02020603050405020304" charset="0"/>
              </a:rPr>
              <a:t>argument pass by name</a:t>
            </a:r>
          </a:p>
          <a:p>
            <a:pPr lvl="1">
              <a:buFont typeface="Wingdings" panose="05000000000000000000" charset="0"/>
              <a:buChar char="Ø"/>
            </a:pPr>
            <a:r>
              <a:rPr lang="en-US" sz="2400" dirty="0">
                <a:latin typeface="Times New Roman" panose="02020603050405020304" charset="0"/>
                <a:cs typeface="Times New Roman" panose="02020603050405020304" charset="0"/>
              </a:rPr>
              <a:t>argument pass by position</a:t>
            </a:r>
          </a:p>
          <a:p>
            <a:pPr lvl="0">
              <a:buFont typeface="Wingdings" panose="05000000000000000000" charset="0"/>
              <a:buChar char="§"/>
            </a:pPr>
            <a:r>
              <a:rPr lang="en-US" sz="2400" dirty="0">
                <a:latin typeface="Times New Roman" panose="02020603050405020304" charset="0"/>
                <a:cs typeface="Times New Roman" panose="02020603050405020304" charset="0"/>
              </a:rPr>
              <a:t>Also, functions and tasks can have </a:t>
            </a:r>
            <a:r>
              <a:rPr lang="en-US" sz="2400" dirty="0">
                <a:solidFill>
                  <a:srgbClr val="FF0000"/>
                </a:solidFill>
                <a:latin typeface="Times New Roman" panose="02020603050405020304" charset="0"/>
                <a:cs typeface="Times New Roman" panose="02020603050405020304" charset="0"/>
              </a:rPr>
              <a:t>default argument values.</a:t>
            </a:r>
          </a:p>
          <a:p>
            <a:pPr lvl="1">
              <a:buFont typeface="Wingdings" panose="05000000000000000000" charset="0"/>
              <a:buChar char="§"/>
            </a:pPr>
            <a:endParaRPr lang="en-US" sz="2100" dirty="0">
              <a:latin typeface="Times New Roman" panose="02020603050405020304" charset="0"/>
              <a:cs typeface="Times New Roman" panose="02020603050405020304" charset="0"/>
            </a:endParaRPr>
          </a:p>
          <a:p>
            <a:pPr lvl="0">
              <a:buFont typeface="Wingdings" panose="05000000000000000000" charset="0"/>
              <a:buChar char="Ø"/>
            </a:pPr>
            <a:endParaRPr lang="en-US" sz="2400" dirty="0">
              <a:latin typeface="Times New Roman" panose="02020603050405020304" charset="0"/>
              <a:cs typeface="Times New Roman" panose="02020603050405020304" charset="0"/>
            </a:endParaRPr>
          </a:p>
        </p:txBody>
      </p:sp>
      <p:sp>
        <p:nvSpPr>
          <p:cNvPr id="2" name="Date Placeholder 1">
            <a:extLst>
              <a:ext uri="{FF2B5EF4-FFF2-40B4-BE49-F238E27FC236}">
                <a16:creationId xmlns:a16="http://schemas.microsoft.com/office/drawing/2014/main" id="{E44F4710-5484-8092-D49E-9E962D5A35D7}"/>
              </a:ext>
            </a:extLst>
          </p:cNvPr>
          <p:cNvSpPr>
            <a:spLocks noGrp="1"/>
          </p:cNvSpPr>
          <p:nvPr>
            <p:ph type="dt" sz="half" idx="10"/>
          </p:nvPr>
        </p:nvSpPr>
        <p:spPr/>
        <p:txBody>
          <a:bodyPr/>
          <a:lstStyle/>
          <a:p>
            <a:fld id="{37934EED-46EA-47B3-95D7-33EDEE1DD716}" type="datetime1">
              <a:rPr lang="en-IN" smtClean="0"/>
              <a:pPr/>
              <a:t>31-10-2025</a:t>
            </a:fld>
            <a:endParaRPr lang="en-IN"/>
          </a:p>
        </p:txBody>
      </p:sp>
      <p:sp>
        <p:nvSpPr>
          <p:cNvPr id="3" name="Footer Placeholder 2">
            <a:extLst>
              <a:ext uri="{FF2B5EF4-FFF2-40B4-BE49-F238E27FC236}">
                <a16:creationId xmlns:a16="http://schemas.microsoft.com/office/drawing/2014/main" id="{81AEBBF9-CF39-E239-6BB4-ACC2161D5EB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3687F36-6291-34F0-833B-E5B69BD1AAF2}"/>
              </a:ext>
            </a:extLst>
          </p:cNvPr>
          <p:cNvSpPr>
            <a:spLocks noGrp="1"/>
          </p:cNvSpPr>
          <p:nvPr>
            <p:ph type="sldNum" sz="quarter" idx="12"/>
          </p:nvPr>
        </p:nvSpPr>
        <p:spPr/>
        <p:txBody>
          <a:bodyPr/>
          <a:lstStyle/>
          <a:p>
            <a:fld id="{56BB8B7D-B437-4E80-9B4F-EB7501C8BBDD}" type="slidenum">
              <a:rPr lang="en-IN" smtClean="0"/>
              <a:pPr/>
              <a:t>98</a:t>
            </a:fld>
            <a:endParaRPr lang="en-I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Argument pass by value</a:t>
            </a:r>
            <a:endParaRPr lang="en-US" sz="2400" dirty="0">
              <a:solidFill>
                <a:schemeClr val="accent1">
                  <a:lumMod val="75000"/>
                </a:schemeClr>
              </a:solidFill>
              <a:latin typeface="Times New Roman" panose="02020603050405020304" charset="0"/>
              <a:cs typeface="Times New Roman" panose="02020603050405020304" charset="0"/>
            </a:endParaRPr>
          </a:p>
          <a:p>
            <a:pPr lvl="1">
              <a:buFont typeface="Wingdings" panose="05000000000000000000" charset="0"/>
              <a:buChar char="Ø"/>
            </a:pPr>
            <a:r>
              <a:rPr lang="en-US" sz="2400" dirty="0">
                <a:latin typeface="Times New Roman" panose="02020603050405020304" charset="0"/>
                <a:cs typeface="Times New Roman" panose="02020603050405020304" charset="0"/>
              </a:rPr>
              <a:t>In argument pass by value, the argument passing mechanism works by copying each argument into the subroutine area.</a:t>
            </a:r>
          </a:p>
          <a:p>
            <a:pPr lvl="1">
              <a:buFont typeface="Wingdings" panose="05000000000000000000" charset="0"/>
              <a:buChar char="Ø"/>
            </a:pPr>
            <a:r>
              <a:rPr lang="en-US" sz="2400" dirty="0">
                <a:latin typeface="Times New Roman" panose="02020603050405020304" charset="0"/>
                <a:cs typeface="Times New Roman" panose="02020603050405020304" charset="0"/>
              </a:rPr>
              <a:t>If any changes to arguments within the subroutine, those changes will not be visible outside the subroutine.</a:t>
            </a:r>
          </a:p>
          <a:p>
            <a:pPr lvl="1">
              <a:buFont typeface="Wingdings" panose="05000000000000000000" charset="0"/>
              <a:buChar char="Ø"/>
            </a:pPr>
            <a:endParaRPr lang="en-US" sz="24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29A5C316-5159-8BD0-DDDD-82AB69C8E10C}"/>
              </a:ext>
            </a:extLst>
          </p:cNvPr>
          <p:cNvSpPr>
            <a:spLocks noGrp="1"/>
          </p:cNvSpPr>
          <p:nvPr>
            <p:ph type="dt" sz="half" idx="10"/>
          </p:nvPr>
        </p:nvSpPr>
        <p:spPr/>
        <p:txBody>
          <a:bodyPr/>
          <a:lstStyle/>
          <a:p>
            <a:fld id="{3E172845-78EE-4E01-BFD1-333EBE21E7A5}" type="datetime1">
              <a:rPr lang="en-IN" smtClean="0"/>
              <a:pPr/>
              <a:t>31-10-2025</a:t>
            </a:fld>
            <a:endParaRPr lang="en-IN"/>
          </a:p>
        </p:txBody>
      </p:sp>
      <p:sp>
        <p:nvSpPr>
          <p:cNvPr id="5" name="Footer Placeholder 4">
            <a:extLst>
              <a:ext uri="{FF2B5EF4-FFF2-40B4-BE49-F238E27FC236}">
                <a16:creationId xmlns:a16="http://schemas.microsoft.com/office/drawing/2014/main" id="{E88DCF80-5C92-2DB5-7E21-463C55951DA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29CDE81-BAC2-7190-066C-D597D63D7418}"/>
              </a:ext>
            </a:extLst>
          </p:cNvPr>
          <p:cNvSpPr>
            <a:spLocks noGrp="1"/>
          </p:cNvSpPr>
          <p:nvPr>
            <p:ph type="sldNum" sz="quarter" idx="12"/>
          </p:nvPr>
        </p:nvSpPr>
        <p:spPr/>
        <p:txBody>
          <a:bodyPr/>
          <a:lstStyle/>
          <a:p>
            <a:fld id="{56BB8B7D-B437-4E80-9B4F-EB7501C8BBDD}" type="slidenum">
              <a:rPr lang="en-IN" smtClean="0"/>
              <a:pPr/>
              <a:t>99</a:t>
            </a:fld>
            <a:endParaRPr lang="en-I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normAutofit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arg_value_example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int a, res;</a:t>
            </a:r>
          </a:p>
          <a:p>
            <a:pPr marL="809625" indent="0">
              <a:buNone/>
            </a:pPr>
            <a:r>
              <a:rPr lang="en-US" sz="2000" dirty="0">
                <a:latin typeface="Times New Roman" panose="02020603050405020304" charset="0"/>
                <a:cs typeface="Times New Roman" panose="02020603050405020304" charset="0"/>
              </a:rPr>
              <a:t>  initial begin</a:t>
            </a:r>
          </a:p>
          <a:p>
            <a:pPr marL="809625" indent="0">
              <a:buNone/>
            </a:pPr>
            <a:r>
              <a:rPr lang="en-US" sz="2000" dirty="0">
                <a:latin typeface="Times New Roman" panose="02020603050405020304" charset="0"/>
                <a:cs typeface="Times New Roman" panose="02020603050405020304" charset="0"/>
              </a:rPr>
              <a:t>    a =$</a:t>
            </a:r>
            <a:r>
              <a:rPr lang="en-US" sz="2000" dirty="0" err="1">
                <a:latin typeface="Times New Roman" panose="02020603050405020304" charset="0"/>
                <a:cs typeface="Times New Roman" panose="02020603050405020304" charset="0"/>
              </a:rPr>
              <a:t>urandom_range</a:t>
            </a:r>
            <a:r>
              <a:rPr lang="en-US" sz="2000" dirty="0">
                <a:latin typeface="Times New Roman" panose="02020603050405020304" charset="0"/>
                <a:cs typeface="Times New Roman" panose="02020603050405020304" charset="0"/>
              </a:rPr>
              <a:t>(3,10);</a:t>
            </a:r>
          </a:p>
          <a:p>
            <a:pPr marL="809625" indent="0">
              <a:buNone/>
            </a:pPr>
            <a:r>
              <a:rPr lang="en-US" sz="2000" dirty="0">
                <a:latin typeface="Times New Roman" panose="02020603050405020304" charset="0"/>
                <a:cs typeface="Times New Roman" panose="02020603050405020304" charset="0"/>
              </a:rPr>
              <a:t>  $display("the vale of a:%0d and res: %0d", </a:t>
            </a:r>
            <a:r>
              <a:rPr lang="en-US" sz="2000" dirty="0" err="1">
                <a:latin typeface="Times New Roman" panose="02020603050405020304" charset="0"/>
                <a:cs typeface="Times New Roman" panose="02020603050405020304" charset="0"/>
              </a:rPr>
              <a:t>a,res</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res = </a:t>
            </a:r>
            <a:r>
              <a:rPr lang="en-US" sz="2000" dirty="0" err="1">
                <a:latin typeface="Times New Roman" panose="02020603050405020304" charset="0"/>
                <a:cs typeface="Times New Roman" panose="02020603050405020304" charset="0"/>
              </a:rPr>
              <a:t>fn</a:t>
            </a:r>
            <a:r>
              <a:rPr lang="en-US" sz="2000" dirty="0">
                <a:latin typeface="Times New Roman" panose="02020603050405020304" charset="0"/>
                <a:cs typeface="Times New Roman" panose="02020603050405020304" charset="0"/>
              </a:rPr>
              <a:t>(a);</a:t>
            </a:r>
          </a:p>
          <a:p>
            <a:pPr marL="809625" indent="0">
              <a:buNone/>
            </a:pPr>
            <a:r>
              <a:rPr lang="en-US" sz="2000" dirty="0">
                <a:latin typeface="Times New Roman" panose="02020603050405020304" charset="0"/>
                <a:cs typeface="Times New Roman" panose="02020603050405020304" charset="0"/>
              </a:rPr>
              <a:t>  $display("the vale of a:%0d and res: %0d", </a:t>
            </a:r>
            <a:r>
              <a:rPr lang="en-US" sz="2000" dirty="0" err="1">
                <a:latin typeface="Times New Roman" panose="02020603050405020304" charset="0"/>
                <a:cs typeface="Times New Roman" panose="02020603050405020304" charset="0"/>
              </a:rPr>
              <a:t>a,res</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end</a:t>
            </a:r>
          </a:p>
          <a:p>
            <a:pPr marL="809625" indent="0">
              <a:buNone/>
            </a:pPr>
            <a:r>
              <a:rPr lang="en-US" sz="2000" dirty="0">
                <a:latin typeface="Times New Roman" panose="02020603050405020304" charset="0"/>
                <a:cs typeface="Times New Roman" panose="02020603050405020304" charset="0"/>
              </a:rPr>
              <a:t>  function int </a:t>
            </a:r>
            <a:r>
              <a:rPr lang="en-US" sz="2000" dirty="0" err="1">
                <a:latin typeface="Times New Roman" panose="02020603050405020304" charset="0"/>
                <a:cs typeface="Times New Roman" panose="02020603050405020304" charset="0"/>
              </a:rPr>
              <a:t>fn</a:t>
            </a:r>
            <a:r>
              <a:rPr lang="en-US" sz="2000" dirty="0">
                <a:latin typeface="Times New Roman" panose="02020603050405020304" charset="0"/>
                <a:cs typeface="Times New Roman" panose="02020603050405020304" charset="0"/>
              </a:rPr>
              <a:t>(input int a);</a:t>
            </a:r>
          </a:p>
          <a:p>
            <a:pPr marL="809625" indent="0">
              <a:buNone/>
            </a:pPr>
            <a:r>
              <a:rPr lang="en-US" sz="2000" dirty="0">
                <a:latin typeface="Times New Roman" panose="02020603050405020304" charset="0"/>
                <a:cs typeface="Times New Roman" panose="02020603050405020304" charset="0"/>
              </a:rPr>
              <a:t>    a= a+5;</a:t>
            </a:r>
          </a:p>
          <a:p>
            <a:pPr marL="809625" indent="0">
              <a:buNone/>
            </a:pPr>
            <a:r>
              <a:rPr lang="en-US" sz="2000" dirty="0">
                <a:latin typeface="Times New Roman" panose="02020603050405020304" charset="0"/>
                <a:cs typeface="Times New Roman" panose="02020603050405020304" charset="0"/>
              </a:rPr>
              <a:t>    return a*10;</a:t>
            </a:r>
          </a:p>
          <a:p>
            <a:pPr marL="809625"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endfunction</a:t>
            </a:r>
            <a:endParaRPr lang="en-US" sz="2000" dirty="0">
              <a:latin typeface="Times New Roman" panose="02020603050405020304" charset="0"/>
              <a:cs typeface="Times New Roman" panose="02020603050405020304" charset="0"/>
            </a:endParaRP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4907C32B-E194-8E42-017E-99B35C41248B}"/>
              </a:ext>
            </a:extLst>
          </p:cNvPr>
          <p:cNvSpPr>
            <a:spLocks noGrp="1"/>
          </p:cNvSpPr>
          <p:nvPr>
            <p:ph type="dt" sz="half" idx="10"/>
          </p:nvPr>
        </p:nvSpPr>
        <p:spPr/>
        <p:txBody>
          <a:bodyPr/>
          <a:lstStyle/>
          <a:p>
            <a:fld id="{3CA68E3D-2386-4F98-A21E-10C170C5D00A}" type="datetime1">
              <a:rPr lang="en-IN" smtClean="0"/>
              <a:pPr/>
              <a:t>31-10-2025</a:t>
            </a:fld>
            <a:endParaRPr lang="en-IN"/>
          </a:p>
        </p:txBody>
      </p:sp>
      <p:sp>
        <p:nvSpPr>
          <p:cNvPr id="5" name="Footer Placeholder 4">
            <a:extLst>
              <a:ext uri="{FF2B5EF4-FFF2-40B4-BE49-F238E27FC236}">
                <a16:creationId xmlns:a16="http://schemas.microsoft.com/office/drawing/2014/main" id="{138F941C-47C5-FADC-8FBA-98754CEF6A1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A1ED09B-F299-A4C4-CE44-17CF633CD247}"/>
              </a:ext>
            </a:extLst>
          </p:cNvPr>
          <p:cNvSpPr>
            <a:spLocks noGrp="1"/>
          </p:cNvSpPr>
          <p:nvPr>
            <p:ph type="sldNum" sz="quarter" idx="12"/>
          </p:nvPr>
        </p:nvSpPr>
        <p:spPr/>
        <p:txBody>
          <a:bodyPr/>
          <a:lstStyle/>
          <a:p>
            <a:fld id="{56BB8B7D-B437-4E80-9B4F-EB7501C8BBDD}" type="slidenum">
              <a:rPr lang="en-IN" smtClean="0"/>
              <a:pPr/>
              <a:t>100</a:t>
            </a:fld>
            <a:endParaRPr lang="en-I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normAutofit lnSpcReduction="10000"/>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Argument pass by reference</a:t>
            </a:r>
          </a:p>
          <a:p>
            <a:pPr lvl="1">
              <a:buFont typeface="Wingdings" panose="05000000000000000000" charset="0"/>
              <a:buChar char="Ø"/>
            </a:pPr>
            <a:r>
              <a:rPr lang="en-US" sz="2400" dirty="0">
                <a:latin typeface="Times New Roman" panose="02020603050405020304" charset="0"/>
                <a:cs typeface="Times New Roman" panose="02020603050405020304" charset="0"/>
              </a:rPr>
              <a:t>In pass by reference, a </a:t>
            </a:r>
            <a:r>
              <a:rPr lang="en-US" sz="2400" dirty="0">
                <a:highlight>
                  <a:srgbClr val="FFFF00"/>
                </a:highlight>
                <a:latin typeface="Times New Roman" panose="02020603050405020304" charset="0"/>
                <a:cs typeface="Times New Roman" panose="02020603050405020304" charset="0"/>
              </a:rPr>
              <a:t>reference to the original argument</a:t>
            </a:r>
            <a:r>
              <a:rPr lang="en-US" sz="2400" dirty="0">
                <a:latin typeface="Times New Roman" panose="02020603050405020304" charset="0"/>
                <a:cs typeface="Times New Roman" panose="02020603050405020304" charset="0"/>
              </a:rPr>
              <a:t> is passed to the subroutine.</a:t>
            </a:r>
          </a:p>
          <a:p>
            <a:pPr lvl="1">
              <a:buFont typeface="Wingdings" panose="05000000000000000000" charset="0"/>
              <a:buChar char="Ø"/>
            </a:pPr>
            <a:r>
              <a:rPr lang="en-US" sz="2400" dirty="0">
                <a:latin typeface="Times New Roman" panose="02020603050405020304" charset="0"/>
                <a:cs typeface="Times New Roman" panose="02020603050405020304" charset="0"/>
              </a:rPr>
              <a:t>As the argument within a subroutine is </a:t>
            </a:r>
            <a:r>
              <a:rPr lang="en-US" sz="2400" dirty="0">
                <a:solidFill>
                  <a:srgbClr val="FF0000"/>
                </a:solidFill>
                <a:latin typeface="Times New Roman" panose="02020603050405020304" charset="0"/>
                <a:cs typeface="Times New Roman" panose="02020603050405020304" charset="0"/>
              </a:rPr>
              <a:t>pointing to an original argument</a:t>
            </a:r>
            <a:r>
              <a:rPr lang="en-US" sz="2400" dirty="0">
                <a:latin typeface="Times New Roman" panose="02020603050405020304" charset="0"/>
                <a:cs typeface="Times New Roman" panose="02020603050405020304" charset="0"/>
              </a:rPr>
              <a:t>, any changes to the argument within subroutine will be </a:t>
            </a:r>
            <a:r>
              <a:rPr lang="en-US" sz="2400" dirty="0">
                <a:solidFill>
                  <a:srgbClr val="FF0000"/>
                </a:solidFill>
                <a:latin typeface="Times New Roman" panose="02020603050405020304" charset="0"/>
                <a:cs typeface="Times New Roman" panose="02020603050405020304" charset="0"/>
              </a:rPr>
              <a:t>visible outside</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To indicate argument, pass by reference, the argument declaration is preceded by keyword </a:t>
            </a:r>
            <a:r>
              <a:rPr lang="en-US" sz="2400" dirty="0">
                <a:solidFill>
                  <a:srgbClr val="FF0000"/>
                </a:solidFill>
                <a:highlight>
                  <a:srgbClr val="FFFF00"/>
                </a:highlight>
                <a:latin typeface="Times New Roman" panose="02020603050405020304" charset="0"/>
                <a:cs typeface="Times New Roman" panose="02020603050405020304" charset="0"/>
              </a:rPr>
              <a:t>ref</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Any modifications to the argument value in a pass by reference can be avoided by using </a:t>
            </a:r>
            <a:r>
              <a:rPr lang="en-US" sz="2400" dirty="0">
                <a:solidFill>
                  <a:srgbClr val="FF0000"/>
                </a:solidFill>
                <a:highlight>
                  <a:srgbClr val="FFFF00"/>
                </a:highlight>
                <a:latin typeface="Times New Roman" panose="02020603050405020304" charset="0"/>
                <a:cs typeface="Times New Roman" panose="02020603050405020304" charset="0"/>
              </a:rPr>
              <a:t>const</a:t>
            </a:r>
            <a:r>
              <a:rPr lang="en-US" sz="2400" dirty="0">
                <a:latin typeface="Times New Roman" panose="02020603050405020304" charset="0"/>
                <a:cs typeface="Times New Roman" panose="02020603050405020304" charset="0"/>
              </a:rPr>
              <a:t> keyword before ref, any attempt in changing the argument value in subroutine will lead to a </a:t>
            </a:r>
            <a:r>
              <a:rPr lang="en-US" sz="2400" dirty="0">
                <a:solidFill>
                  <a:srgbClr val="FF0000"/>
                </a:solidFill>
                <a:latin typeface="Times New Roman" panose="02020603050405020304" charset="0"/>
                <a:cs typeface="Times New Roman" panose="02020603050405020304" charset="0"/>
              </a:rPr>
              <a:t>compilation error</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Its illegal to use argument passing by reference for subroutines with a lifetime of </a:t>
            </a:r>
            <a:r>
              <a:rPr lang="en-US" sz="2400" dirty="0">
                <a:solidFill>
                  <a:srgbClr val="FF0000"/>
                </a:solidFill>
                <a:latin typeface="Times New Roman" panose="02020603050405020304" charset="0"/>
                <a:cs typeface="Times New Roman" panose="02020603050405020304" charset="0"/>
              </a:rPr>
              <a:t>static.</a:t>
            </a:r>
          </a:p>
        </p:txBody>
      </p:sp>
      <p:sp>
        <p:nvSpPr>
          <p:cNvPr id="4" name="Date Placeholder 3">
            <a:extLst>
              <a:ext uri="{FF2B5EF4-FFF2-40B4-BE49-F238E27FC236}">
                <a16:creationId xmlns:a16="http://schemas.microsoft.com/office/drawing/2014/main" id="{B2CEBFFF-A3C8-1392-7AB8-CF6D9A43A57C}"/>
              </a:ext>
            </a:extLst>
          </p:cNvPr>
          <p:cNvSpPr>
            <a:spLocks noGrp="1"/>
          </p:cNvSpPr>
          <p:nvPr>
            <p:ph type="dt" sz="half" idx="10"/>
          </p:nvPr>
        </p:nvSpPr>
        <p:spPr/>
        <p:txBody>
          <a:bodyPr/>
          <a:lstStyle/>
          <a:p>
            <a:fld id="{DECD6A7E-AF6B-4D34-BF29-20692D1F9892}" type="datetime1">
              <a:rPr lang="en-IN" smtClean="0"/>
              <a:pPr/>
              <a:t>31-10-2025</a:t>
            </a:fld>
            <a:endParaRPr lang="en-IN"/>
          </a:p>
        </p:txBody>
      </p:sp>
      <p:sp>
        <p:nvSpPr>
          <p:cNvPr id="5" name="Footer Placeholder 4">
            <a:extLst>
              <a:ext uri="{FF2B5EF4-FFF2-40B4-BE49-F238E27FC236}">
                <a16:creationId xmlns:a16="http://schemas.microsoft.com/office/drawing/2014/main" id="{4D900CEA-2346-F165-E9D2-3227648D792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91A81BA-3BF1-16B2-190D-8B908A3C17BD}"/>
              </a:ext>
            </a:extLst>
          </p:cNvPr>
          <p:cNvSpPr>
            <a:spLocks noGrp="1"/>
          </p:cNvSpPr>
          <p:nvPr>
            <p:ph type="sldNum" sz="quarter" idx="12"/>
          </p:nvPr>
        </p:nvSpPr>
        <p:spPr/>
        <p:txBody>
          <a:bodyPr/>
          <a:lstStyle/>
          <a:p>
            <a:fld id="{56BB8B7D-B437-4E80-9B4F-EB7501C8BBDD}" type="slidenum">
              <a:rPr lang="en-IN" smtClean="0"/>
              <a:pPr/>
              <a:t>101</a:t>
            </a:fld>
            <a:endParaRPr lang="en-I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normAutofit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arg_value_example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int a, res;</a:t>
            </a:r>
          </a:p>
          <a:p>
            <a:pPr marL="809625" indent="0">
              <a:buNone/>
            </a:pPr>
            <a:r>
              <a:rPr lang="en-US" sz="2000" dirty="0">
                <a:latin typeface="Times New Roman" panose="02020603050405020304" charset="0"/>
                <a:cs typeface="Times New Roman" panose="02020603050405020304" charset="0"/>
              </a:rPr>
              <a:t>  initial begin</a:t>
            </a:r>
          </a:p>
          <a:p>
            <a:pPr marL="809625" indent="0">
              <a:buNone/>
            </a:pPr>
            <a:r>
              <a:rPr lang="en-US" sz="2000" dirty="0">
                <a:latin typeface="Times New Roman" panose="02020603050405020304" charset="0"/>
                <a:cs typeface="Times New Roman" panose="02020603050405020304" charset="0"/>
              </a:rPr>
              <a:t>    a =$</a:t>
            </a:r>
            <a:r>
              <a:rPr lang="en-US" sz="2000" dirty="0" err="1">
                <a:latin typeface="Times New Roman" panose="02020603050405020304" charset="0"/>
                <a:cs typeface="Times New Roman" panose="02020603050405020304" charset="0"/>
              </a:rPr>
              <a:t>urandom_range</a:t>
            </a:r>
            <a:r>
              <a:rPr lang="en-US" sz="2000" dirty="0">
                <a:latin typeface="Times New Roman" panose="02020603050405020304" charset="0"/>
                <a:cs typeface="Times New Roman" panose="02020603050405020304" charset="0"/>
              </a:rPr>
              <a:t>(3,10);</a:t>
            </a:r>
          </a:p>
          <a:p>
            <a:pPr marL="809625" indent="0">
              <a:buNone/>
            </a:pPr>
            <a:r>
              <a:rPr lang="en-US" sz="2000" dirty="0">
                <a:latin typeface="Times New Roman" panose="02020603050405020304" charset="0"/>
                <a:cs typeface="Times New Roman" panose="02020603050405020304" charset="0"/>
              </a:rPr>
              <a:t>  $display("the vale of a:%0d and res: %0d", </a:t>
            </a:r>
            <a:r>
              <a:rPr lang="en-US" sz="2000" dirty="0" err="1">
                <a:latin typeface="Times New Roman" panose="02020603050405020304" charset="0"/>
                <a:cs typeface="Times New Roman" panose="02020603050405020304" charset="0"/>
              </a:rPr>
              <a:t>a,res</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res = </a:t>
            </a:r>
            <a:r>
              <a:rPr lang="en-US" sz="2000" dirty="0" err="1">
                <a:latin typeface="Times New Roman" panose="02020603050405020304" charset="0"/>
                <a:cs typeface="Times New Roman" panose="02020603050405020304" charset="0"/>
              </a:rPr>
              <a:t>fn</a:t>
            </a:r>
            <a:r>
              <a:rPr lang="en-US" sz="2000" dirty="0">
                <a:latin typeface="Times New Roman" panose="02020603050405020304" charset="0"/>
                <a:cs typeface="Times New Roman" panose="02020603050405020304" charset="0"/>
              </a:rPr>
              <a:t>(a);</a:t>
            </a:r>
          </a:p>
          <a:p>
            <a:pPr marL="809625" indent="0">
              <a:buNone/>
            </a:pPr>
            <a:r>
              <a:rPr lang="en-US" sz="2000" dirty="0">
                <a:latin typeface="Times New Roman" panose="02020603050405020304" charset="0"/>
                <a:cs typeface="Times New Roman" panose="02020603050405020304" charset="0"/>
              </a:rPr>
              <a:t>  $display("the vale of a:%0d and res: %0d", </a:t>
            </a:r>
            <a:r>
              <a:rPr lang="en-US" sz="2000" dirty="0" err="1">
                <a:latin typeface="Times New Roman" panose="02020603050405020304" charset="0"/>
                <a:cs typeface="Times New Roman" panose="02020603050405020304" charset="0"/>
              </a:rPr>
              <a:t>a,res</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end</a:t>
            </a:r>
          </a:p>
          <a:p>
            <a:pPr marL="809625" indent="0">
              <a:buNone/>
            </a:pPr>
            <a:r>
              <a:rPr lang="en-US" sz="2000" dirty="0">
                <a:latin typeface="Times New Roman" panose="02020603050405020304" charset="0"/>
                <a:cs typeface="Times New Roman" panose="02020603050405020304" charset="0"/>
              </a:rPr>
              <a:t>  function automatic int </a:t>
            </a:r>
            <a:r>
              <a:rPr lang="en-US" sz="2000" dirty="0" err="1">
                <a:latin typeface="Times New Roman" panose="02020603050405020304" charset="0"/>
                <a:cs typeface="Times New Roman" panose="02020603050405020304" charset="0"/>
              </a:rPr>
              <a:t>fn</a:t>
            </a:r>
            <a:r>
              <a:rPr lang="en-US" sz="2000" dirty="0">
                <a:latin typeface="Times New Roman" panose="02020603050405020304" charset="0"/>
                <a:cs typeface="Times New Roman" panose="02020603050405020304" charset="0"/>
              </a:rPr>
              <a:t>(ref int a);</a:t>
            </a:r>
          </a:p>
          <a:p>
            <a:pPr marL="809625" indent="0">
              <a:buNone/>
            </a:pPr>
            <a:r>
              <a:rPr lang="en-US" sz="2000" dirty="0">
                <a:latin typeface="Times New Roman" panose="02020603050405020304" charset="0"/>
                <a:cs typeface="Times New Roman" panose="02020603050405020304" charset="0"/>
              </a:rPr>
              <a:t>    a= a+5;</a:t>
            </a:r>
          </a:p>
          <a:p>
            <a:pPr marL="809625" indent="0">
              <a:buNone/>
            </a:pPr>
            <a:r>
              <a:rPr lang="en-US" sz="2000" dirty="0">
                <a:latin typeface="Times New Roman" panose="02020603050405020304" charset="0"/>
                <a:cs typeface="Times New Roman" panose="02020603050405020304" charset="0"/>
              </a:rPr>
              <a:t>    return a*10;</a:t>
            </a:r>
          </a:p>
          <a:p>
            <a:pPr marL="809625"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endfunction</a:t>
            </a:r>
            <a:endParaRPr lang="en-US" sz="2000" dirty="0">
              <a:latin typeface="Times New Roman" panose="02020603050405020304" charset="0"/>
              <a:cs typeface="Times New Roman" panose="02020603050405020304" charset="0"/>
            </a:endParaRP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C8AAC3F7-4BCF-0C75-7AA5-6CB0DA2BF0E3}"/>
              </a:ext>
            </a:extLst>
          </p:cNvPr>
          <p:cNvSpPr>
            <a:spLocks noGrp="1"/>
          </p:cNvSpPr>
          <p:nvPr>
            <p:ph type="dt" sz="half" idx="10"/>
          </p:nvPr>
        </p:nvSpPr>
        <p:spPr/>
        <p:txBody>
          <a:bodyPr/>
          <a:lstStyle/>
          <a:p>
            <a:fld id="{266433C7-9596-4F36-AAF3-03DC001F57C2}" type="datetime1">
              <a:rPr lang="en-IN" smtClean="0"/>
              <a:pPr/>
              <a:t>31-10-2025</a:t>
            </a:fld>
            <a:endParaRPr lang="en-IN"/>
          </a:p>
        </p:txBody>
      </p:sp>
      <p:sp>
        <p:nvSpPr>
          <p:cNvPr id="5" name="Footer Placeholder 4">
            <a:extLst>
              <a:ext uri="{FF2B5EF4-FFF2-40B4-BE49-F238E27FC236}">
                <a16:creationId xmlns:a16="http://schemas.microsoft.com/office/drawing/2014/main" id="{2ACB008E-E85B-5815-904C-5BA0BECCD9E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5BD931C-1B06-5BEE-70B5-7DBF88F3EB3F}"/>
              </a:ext>
            </a:extLst>
          </p:cNvPr>
          <p:cNvSpPr>
            <a:spLocks noGrp="1"/>
          </p:cNvSpPr>
          <p:nvPr>
            <p:ph type="sldNum" sz="quarter" idx="12"/>
          </p:nvPr>
        </p:nvSpPr>
        <p:spPr/>
        <p:txBody>
          <a:bodyPr/>
          <a:lstStyle/>
          <a:p>
            <a:fld id="{56BB8B7D-B437-4E80-9B4F-EB7501C8BBDD}" type="slidenum">
              <a:rPr lang="en-IN" smtClean="0"/>
              <a:pPr/>
              <a:t>102</a:t>
            </a:fld>
            <a:endParaRPr lang="en-I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Argument pass by name</a:t>
            </a:r>
            <a:endParaRPr lang="en-US" sz="2400" dirty="0">
              <a:latin typeface="Times New Roman" panose="02020603050405020304" charset="0"/>
              <a:cs typeface="Times New Roman" panose="02020603050405020304" charset="0"/>
            </a:endParaRPr>
          </a:p>
          <a:p>
            <a:pPr lvl="1">
              <a:buFont typeface="Wingdings" panose="05000000000000000000" charset="0"/>
              <a:buChar char="Ø"/>
            </a:pPr>
            <a:r>
              <a:rPr lang="en-US" sz="2400" dirty="0">
                <a:latin typeface="Times New Roman" panose="02020603050405020304" charset="0"/>
                <a:cs typeface="Times New Roman" panose="02020603050405020304" charset="0"/>
              </a:rPr>
              <a:t>In argument pass by name, arguments can be passed in </a:t>
            </a:r>
            <a:r>
              <a:rPr lang="en-US" sz="2400" dirty="0">
                <a:highlight>
                  <a:srgbClr val="FFFF00"/>
                </a:highlight>
                <a:latin typeface="Times New Roman" panose="02020603050405020304" charset="0"/>
                <a:cs typeface="Times New Roman" panose="02020603050405020304" charset="0"/>
              </a:rPr>
              <a:t>any order by specifying the name </a:t>
            </a:r>
            <a:r>
              <a:rPr lang="en-US" sz="2400" dirty="0">
                <a:latin typeface="Times New Roman" panose="02020603050405020304" charset="0"/>
                <a:cs typeface="Times New Roman" panose="02020603050405020304" charset="0"/>
              </a:rPr>
              <a:t>of the subroutine argument.</a:t>
            </a:r>
          </a:p>
          <a:p>
            <a:pPr lvl="1">
              <a:buFont typeface="Wingdings" panose="05000000000000000000" charset="0"/>
              <a:buChar char="Ø"/>
            </a:pPr>
            <a:r>
              <a:rPr lang="en-US" sz="2400" dirty="0">
                <a:latin typeface="Times New Roman" panose="02020603050405020304" charset="0"/>
                <a:cs typeface="Times New Roman" panose="02020603050405020304" charset="0"/>
              </a:rPr>
              <a:t>Value to the second argument is passed first by specifying the argument name.</a:t>
            </a:r>
          </a:p>
        </p:txBody>
      </p:sp>
      <p:sp>
        <p:nvSpPr>
          <p:cNvPr id="4" name="Date Placeholder 3">
            <a:extLst>
              <a:ext uri="{FF2B5EF4-FFF2-40B4-BE49-F238E27FC236}">
                <a16:creationId xmlns:a16="http://schemas.microsoft.com/office/drawing/2014/main" id="{B58CB8CD-11C1-16C2-A883-85145E919C10}"/>
              </a:ext>
            </a:extLst>
          </p:cNvPr>
          <p:cNvSpPr>
            <a:spLocks noGrp="1"/>
          </p:cNvSpPr>
          <p:nvPr>
            <p:ph type="dt" sz="half" idx="10"/>
          </p:nvPr>
        </p:nvSpPr>
        <p:spPr/>
        <p:txBody>
          <a:bodyPr/>
          <a:lstStyle/>
          <a:p>
            <a:fld id="{3D930946-A458-4079-ADA2-933F2A4D2101}" type="datetime1">
              <a:rPr lang="en-IN" smtClean="0"/>
              <a:pPr/>
              <a:t>31-10-2025</a:t>
            </a:fld>
            <a:endParaRPr lang="en-IN"/>
          </a:p>
        </p:txBody>
      </p:sp>
      <p:sp>
        <p:nvSpPr>
          <p:cNvPr id="5" name="Footer Placeholder 4">
            <a:extLst>
              <a:ext uri="{FF2B5EF4-FFF2-40B4-BE49-F238E27FC236}">
                <a16:creationId xmlns:a16="http://schemas.microsoft.com/office/drawing/2014/main" id="{AFD9C650-42B9-3000-2FD7-D4C2420A717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C930C38-47A3-5F79-7A24-C85B62794DF2}"/>
              </a:ext>
            </a:extLst>
          </p:cNvPr>
          <p:cNvSpPr>
            <a:spLocks noGrp="1"/>
          </p:cNvSpPr>
          <p:nvPr>
            <p:ph type="sldNum" sz="quarter" idx="12"/>
          </p:nvPr>
        </p:nvSpPr>
        <p:spPr/>
        <p:txBody>
          <a:bodyPr/>
          <a:lstStyle/>
          <a:p>
            <a:fld id="{56BB8B7D-B437-4E80-9B4F-EB7501C8BBDD}" type="slidenum">
              <a:rPr lang="en-IN" smtClean="0"/>
              <a:pPr/>
              <a:t>103</a:t>
            </a:fld>
            <a:endParaRPr lang="en-I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lstStyle/>
          <a:p>
            <a:pPr marL="809625" indent="0">
              <a:buNone/>
            </a:pPr>
            <a:r>
              <a:rPr lang="en-US" sz="2400" dirty="0">
                <a:latin typeface="Times New Roman" panose="02020603050405020304" charset="0"/>
                <a:cs typeface="Times New Roman" panose="02020603050405020304" charset="0"/>
              </a:rPr>
              <a:t>module </a:t>
            </a:r>
            <a:r>
              <a:rPr lang="en-US" sz="2400" dirty="0" err="1">
                <a:latin typeface="Times New Roman" panose="02020603050405020304" charset="0"/>
                <a:cs typeface="Times New Roman" panose="02020603050405020304" charset="0"/>
              </a:rPr>
              <a:t>argument_passing</a:t>
            </a:r>
            <a:r>
              <a:rPr lang="en-US" sz="2400" dirty="0">
                <a:latin typeface="Times New Roman" panose="02020603050405020304" charset="0"/>
                <a:cs typeface="Times New Roman" panose="02020603050405020304" charset="0"/>
              </a:rPr>
              <a:t>;</a:t>
            </a:r>
          </a:p>
          <a:p>
            <a:pPr marL="809625" indent="0">
              <a:buNone/>
            </a:pPr>
            <a:r>
              <a:rPr lang="en-US" sz="2400" dirty="0">
                <a:latin typeface="Times New Roman" panose="02020603050405020304" charset="0"/>
                <a:cs typeface="Times New Roman" panose="02020603050405020304" charset="0"/>
              </a:rPr>
              <a:t>int </a:t>
            </a:r>
            <a:r>
              <a:rPr lang="en-US" sz="2400" dirty="0" err="1">
                <a:latin typeface="Times New Roman" panose="02020603050405020304" charset="0"/>
                <a:cs typeface="Times New Roman" panose="02020603050405020304" charset="0"/>
              </a:rPr>
              <a:t>x,y,z</a:t>
            </a:r>
            <a:r>
              <a:rPr lang="en-US" sz="2400" dirty="0">
                <a:latin typeface="Times New Roman" panose="02020603050405020304" charset="0"/>
                <a:cs typeface="Times New Roman" panose="02020603050405020304" charset="0"/>
              </a:rPr>
              <a:t>;</a:t>
            </a:r>
          </a:p>
          <a:p>
            <a:pPr marL="809625" indent="0">
              <a:buNone/>
            </a:pPr>
            <a:r>
              <a:rPr lang="en-US" sz="2400" dirty="0">
                <a:latin typeface="Times New Roman" panose="02020603050405020304" charset="0"/>
                <a:cs typeface="Times New Roman" panose="02020603050405020304" charset="0"/>
              </a:rPr>
              <a:t>function void display(int </a:t>
            </a:r>
            <a:r>
              <a:rPr lang="en-US" sz="2400" dirty="0" err="1">
                <a:latin typeface="Times New Roman" panose="02020603050405020304" charset="0"/>
                <a:cs typeface="Times New Roman" panose="02020603050405020304" charset="0"/>
              </a:rPr>
              <a:t>x,string</a:t>
            </a:r>
            <a:r>
              <a:rPr lang="en-US" sz="2400" dirty="0">
                <a:latin typeface="Times New Roman" panose="02020603050405020304" charset="0"/>
                <a:cs typeface="Times New Roman" panose="02020603050405020304" charset="0"/>
              </a:rPr>
              <a:t> y);</a:t>
            </a:r>
          </a:p>
          <a:p>
            <a:pPr marL="809625" indent="0">
              <a:buNone/>
            </a:pPr>
            <a:r>
              <a:rPr lang="en-US" sz="2400" dirty="0">
                <a:latin typeface="Times New Roman" panose="02020603050405020304" charset="0"/>
                <a:cs typeface="Times New Roman" panose="02020603050405020304" charset="0"/>
              </a:rPr>
              <a:t>  $display("\</a:t>
            </a:r>
            <a:r>
              <a:rPr lang="en-US" sz="2400" dirty="0" err="1">
                <a:latin typeface="Times New Roman" panose="02020603050405020304" charset="0"/>
                <a:cs typeface="Times New Roman" panose="02020603050405020304" charset="0"/>
              </a:rPr>
              <a:t>tValue</a:t>
            </a:r>
            <a:r>
              <a:rPr lang="en-US" sz="2400" dirty="0">
                <a:latin typeface="Times New Roman" panose="02020603050405020304" charset="0"/>
                <a:cs typeface="Times New Roman" panose="02020603050405020304" charset="0"/>
              </a:rPr>
              <a:t> of x = %0d, y = %0s",x,y);</a:t>
            </a:r>
          </a:p>
          <a:p>
            <a:pPr marL="809625" indent="0">
              <a:buNone/>
            </a:pPr>
            <a:r>
              <a:rPr lang="en-US" sz="2400" dirty="0" err="1">
                <a:latin typeface="Times New Roman" panose="02020603050405020304" charset="0"/>
                <a:cs typeface="Times New Roman" panose="02020603050405020304" charset="0"/>
              </a:rPr>
              <a:t>endfunction</a:t>
            </a:r>
            <a:endParaRPr lang="en-US" sz="2400" dirty="0">
              <a:latin typeface="Times New Roman" panose="02020603050405020304" charset="0"/>
              <a:cs typeface="Times New Roman" panose="02020603050405020304" charset="0"/>
            </a:endParaRPr>
          </a:p>
          <a:p>
            <a:pPr marL="809625" indent="0">
              <a:buNone/>
            </a:pPr>
            <a:r>
              <a:rPr lang="en-US" sz="2400" dirty="0">
                <a:latin typeface="Times New Roman" panose="02020603050405020304" charset="0"/>
                <a:cs typeface="Times New Roman" panose="02020603050405020304" charset="0"/>
              </a:rPr>
              <a:t>initial begin</a:t>
            </a:r>
          </a:p>
          <a:p>
            <a:pPr marL="809625" indent="0">
              <a:buNone/>
            </a:pPr>
            <a:r>
              <a:rPr lang="en-US" sz="2400" dirty="0">
                <a:latin typeface="Times New Roman" panose="02020603050405020304" charset="0"/>
                <a:cs typeface="Times New Roman" panose="02020603050405020304" charset="0"/>
              </a:rPr>
              <a:t>  display(.y("Hello World"),.x(2016));</a:t>
            </a:r>
          </a:p>
          <a:p>
            <a:pPr marL="809625" indent="0">
              <a:buNone/>
            </a:pPr>
            <a:r>
              <a:rPr lang="en-US" sz="2400" dirty="0">
                <a:latin typeface="Times New Roman" panose="02020603050405020304" charset="0"/>
                <a:cs typeface="Times New Roman" panose="02020603050405020304" charset="0"/>
              </a:rPr>
              <a:t>end</a:t>
            </a:r>
          </a:p>
          <a:p>
            <a:pPr marL="809625" indent="0">
              <a:buNone/>
            </a:pPr>
            <a:r>
              <a:rPr lang="en-US" sz="2400" dirty="0" err="1">
                <a:latin typeface="Times New Roman" panose="02020603050405020304" charset="0"/>
                <a:cs typeface="Times New Roman" panose="02020603050405020304" charset="0"/>
              </a:rPr>
              <a:t>endmodule</a:t>
            </a:r>
            <a:endParaRPr lang="en-US" sz="24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260D75A8-A058-852F-A60F-85D1DB5DEE46}"/>
              </a:ext>
            </a:extLst>
          </p:cNvPr>
          <p:cNvSpPr>
            <a:spLocks noGrp="1"/>
          </p:cNvSpPr>
          <p:nvPr>
            <p:ph type="dt" sz="half" idx="10"/>
          </p:nvPr>
        </p:nvSpPr>
        <p:spPr/>
        <p:txBody>
          <a:bodyPr/>
          <a:lstStyle/>
          <a:p>
            <a:fld id="{E75F0997-4C53-4628-B18A-43400D3BE599}" type="datetime1">
              <a:rPr lang="en-IN" smtClean="0"/>
              <a:pPr/>
              <a:t>31-10-2025</a:t>
            </a:fld>
            <a:endParaRPr lang="en-IN"/>
          </a:p>
        </p:txBody>
      </p:sp>
      <p:sp>
        <p:nvSpPr>
          <p:cNvPr id="5" name="Footer Placeholder 4">
            <a:extLst>
              <a:ext uri="{FF2B5EF4-FFF2-40B4-BE49-F238E27FC236}">
                <a16:creationId xmlns:a16="http://schemas.microsoft.com/office/drawing/2014/main" id="{405550E2-DBF1-81C2-1A78-BF0496BF9AF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AE307A9-FF15-C792-CB83-1964AAFB0306}"/>
              </a:ext>
            </a:extLst>
          </p:cNvPr>
          <p:cNvSpPr>
            <a:spLocks noGrp="1"/>
          </p:cNvSpPr>
          <p:nvPr>
            <p:ph type="sldNum" sz="quarter" idx="12"/>
          </p:nvPr>
        </p:nvSpPr>
        <p:spPr/>
        <p:txBody>
          <a:bodyPr/>
          <a:lstStyle/>
          <a:p>
            <a:fld id="{56BB8B7D-B437-4E80-9B4F-EB7501C8BBDD}" type="slidenum">
              <a:rPr lang="en-IN" smtClean="0"/>
              <a:pPr/>
              <a:t>104</a:t>
            </a:fld>
            <a:endParaRPr lang="en-I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lstStyle/>
          <a:p>
            <a:pPr>
              <a:buFont typeface="Wingdings" panose="05000000000000000000" charset="0"/>
              <a:buChar char="§"/>
            </a:pPr>
            <a:r>
              <a:rPr lang="en-US" sz="2400">
                <a:solidFill>
                  <a:schemeClr val="tx2">
                    <a:lumMod val="60000"/>
                    <a:lumOff val="40000"/>
                  </a:schemeClr>
                </a:solidFill>
                <a:latin typeface="Times New Roman" panose="02020603050405020304" charset="0"/>
                <a:cs typeface="Times New Roman" panose="02020603050405020304" charset="0"/>
              </a:rPr>
              <a:t>Default argument values</a:t>
            </a:r>
          </a:p>
          <a:p>
            <a:pPr lvl="1">
              <a:buFont typeface="Wingdings" panose="05000000000000000000" charset="0"/>
              <a:buChar char="Ø"/>
            </a:pPr>
            <a:r>
              <a:rPr lang="en-US" sz="2400">
                <a:latin typeface="Times New Roman" panose="02020603050405020304" charset="0"/>
                <a:cs typeface="Times New Roman" panose="02020603050405020304" charset="0"/>
              </a:rPr>
              <a:t>The default value can be specified to the arguments of the subroutine.</a:t>
            </a:r>
          </a:p>
          <a:p>
            <a:pPr lvl="1">
              <a:buFont typeface="Wingdings" panose="05000000000000000000" charset="0"/>
              <a:buChar char="Ø"/>
            </a:pPr>
            <a:r>
              <a:rPr lang="en-US" sz="2400">
                <a:latin typeface="Times New Roman" panose="02020603050405020304" charset="0"/>
                <a:cs typeface="Times New Roman" panose="02020603050405020304" charset="0"/>
              </a:rPr>
              <a:t>In the subroutine call, arguments with a default value can be omitted from the call.</a:t>
            </a:r>
          </a:p>
          <a:p>
            <a:pPr lvl="1">
              <a:buFont typeface="Wingdings" panose="05000000000000000000" charset="0"/>
              <a:buChar char="Ø"/>
            </a:pPr>
            <a:r>
              <a:rPr lang="en-US" sz="2400">
                <a:latin typeface="Times New Roman" panose="02020603050405020304" charset="0"/>
                <a:cs typeface="Times New Roman" panose="02020603050405020304" charset="0"/>
              </a:rPr>
              <a:t>If any value is passed to an argument with a default value, then the new value will be considered.</a:t>
            </a:r>
          </a:p>
        </p:txBody>
      </p:sp>
      <p:sp>
        <p:nvSpPr>
          <p:cNvPr id="4" name="Date Placeholder 3">
            <a:extLst>
              <a:ext uri="{FF2B5EF4-FFF2-40B4-BE49-F238E27FC236}">
                <a16:creationId xmlns:a16="http://schemas.microsoft.com/office/drawing/2014/main" id="{3920E4BE-E4DE-53EB-77E2-884F80F9CFF1}"/>
              </a:ext>
            </a:extLst>
          </p:cNvPr>
          <p:cNvSpPr>
            <a:spLocks noGrp="1"/>
          </p:cNvSpPr>
          <p:nvPr>
            <p:ph type="dt" sz="half" idx="10"/>
          </p:nvPr>
        </p:nvSpPr>
        <p:spPr/>
        <p:txBody>
          <a:bodyPr/>
          <a:lstStyle/>
          <a:p>
            <a:fld id="{8BE6D3FC-0C6E-4578-9829-E8296FD2A84F}" type="datetime1">
              <a:rPr lang="en-IN" smtClean="0"/>
              <a:pPr/>
              <a:t>31-10-2025</a:t>
            </a:fld>
            <a:endParaRPr lang="en-IN"/>
          </a:p>
        </p:txBody>
      </p:sp>
      <p:sp>
        <p:nvSpPr>
          <p:cNvPr id="5" name="Footer Placeholder 4">
            <a:extLst>
              <a:ext uri="{FF2B5EF4-FFF2-40B4-BE49-F238E27FC236}">
                <a16:creationId xmlns:a16="http://schemas.microsoft.com/office/drawing/2014/main" id="{DAEA311A-4ECB-521A-0077-93D50F04968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52AEB29-A9B9-10D4-A566-FEEED6FC99AA}"/>
              </a:ext>
            </a:extLst>
          </p:cNvPr>
          <p:cNvSpPr>
            <a:spLocks noGrp="1"/>
          </p:cNvSpPr>
          <p:nvPr>
            <p:ph type="sldNum" sz="quarter" idx="12"/>
          </p:nvPr>
        </p:nvSpPr>
        <p:spPr/>
        <p:txBody>
          <a:bodyPr/>
          <a:lstStyle/>
          <a:p>
            <a:fld id="{56BB8B7D-B437-4E80-9B4F-EB7501C8BBDD}" type="slidenum">
              <a:rPr lang="en-IN" smtClean="0"/>
              <a:pPr/>
              <a:t>105</a:t>
            </a:fld>
            <a:endParaRPr lang="en-IN"/>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latin typeface="Times New Roman" panose="02020603050405020304" charset="0"/>
                <a:cs typeface="Times New Roman" panose="02020603050405020304" charset="0"/>
                <a:sym typeface="+mn-ea"/>
              </a:rPr>
              <a:t>Task and Function Argument Passing</a:t>
            </a:r>
            <a:endParaRPr lang="en-US" sz="3600"/>
          </a:p>
        </p:txBody>
      </p:sp>
      <p:sp>
        <p:nvSpPr>
          <p:cNvPr id="3" name="Content Placeholder 2"/>
          <p:cNvSpPr>
            <a:spLocks noGrp="1"/>
          </p:cNvSpPr>
          <p:nvPr>
            <p:ph idx="1"/>
          </p:nvPr>
        </p:nvSpPr>
        <p:spPr/>
        <p:txBody>
          <a:bodyPr>
            <a:normAutofit fontScale="92500" lnSpcReduction="10000"/>
          </a:bodyPr>
          <a:lstStyle/>
          <a:p>
            <a:pPr marL="809625" indent="0">
              <a:buNone/>
            </a:pPr>
            <a:r>
              <a:rPr lang="en-US" sz="2400" dirty="0">
                <a:latin typeface="Times New Roman" panose="02020603050405020304" charset="0"/>
                <a:cs typeface="Times New Roman" panose="02020603050405020304" charset="0"/>
              </a:rPr>
              <a:t>module </a:t>
            </a:r>
            <a:r>
              <a:rPr lang="en-US" sz="2400" dirty="0" err="1">
                <a:latin typeface="Times New Roman" panose="02020603050405020304" charset="0"/>
                <a:cs typeface="Times New Roman" panose="02020603050405020304" charset="0"/>
              </a:rPr>
              <a:t>argument_passing</a:t>
            </a:r>
            <a:r>
              <a:rPr lang="en-US" sz="2400" dirty="0">
                <a:latin typeface="Times New Roman" panose="02020603050405020304" charset="0"/>
                <a:cs typeface="Times New Roman" panose="02020603050405020304" charset="0"/>
              </a:rPr>
              <a:t>;</a:t>
            </a:r>
          </a:p>
          <a:p>
            <a:pPr marL="809625" indent="0">
              <a:buNone/>
            </a:pPr>
            <a:r>
              <a:rPr lang="en-US" sz="2400" dirty="0">
                <a:latin typeface="Times New Roman" panose="02020603050405020304" charset="0"/>
                <a:cs typeface="Times New Roman" panose="02020603050405020304" charset="0"/>
              </a:rPr>
              <a:t>int q;</a:t>
            </a:r>
          </a:p>
          <a:p>
            <a:pPr marL="809625" indent="0">
              <a:buNone/>
            </a:pPr>
            <a:r>
              <a:rPr lang="en-US" sz="2400" dirty="0">
                <a:latin typeface="Times New Roman" panose="02020603050405020304" charset="0"/>
                <a:cs typeface="Times New Roman" panose="02020603050405020304" charset="0"/>
              </a:rPr>
              <a:t>function int sum(int x=5,y=10,z=20);</a:t>
            </a:r>
          </a:p>
          <a:p>
            <a:pPr marL="809625" indent="0">
              <a:buNone/>
            </a:pPr>
            <a:r>
              <a:rPr lang="en-US" sz="2400" dirty="0">
                <a:latin typeface="Times New Roman" panose="02020603050405020304" charset="0"/>
                <a:cs typeface="Times New Roman" panose="02020603050405020304" charset="0"/>
              </a:rPr>
              <a:t>return </a:t>
            </a:r>
            <a:r>
              <a:rPr lang="en-US" sz="2400" dirty="0" err="1">
                <a:latin typeface="Times New Roman" panose="02020603050405020304" charset="0"/>
                <a:cs typeface="Times New Roman" panose="02020603050405020304" charset="0"/>
              </a:rPr>
              <a:t>x+y+z</a:t>
            </a:r>
            <a:r>
              <a:rPr lang="en-US" sz="2400" dirty="0">
                <a:latin typeface="Times New Roman" panose="02020603050405020304" charset="0"/>
                <a:cs typeface="Times New Roman" panose="02020603050405020304" charset="0"/>
              </a:rPr>
              <a:t>; </a:t>
            </a:r>
          </a:p>
          <a:p>
            <a:pPr marL="809625" indent="0">
              <a:buNone/>
            </a:pPr>
            <a:r>
              <a:rPr lang="en-US" sz="2400" dirty="0" err="1">
                <a:latin typeface="Times New Roman" panose="02020603050405020304" charset="0"/>
                <a:cs typeface="Times New Roman" panose="02020603050405020304" charset="0"/>
              </a:rPr>
              <a:t>endfunction</a:t>
            </a:r>
            <a:endParaRPr lang="en-US" sz="2400" dirty="0">
              <a:latin typeface="Times New Roman" panose="02020603050405020304" charset="0"/>
              <a:cs typeface="Times New Roman" panose="02020603050405020304" charset="0"/>
            </a:endParaRPr>
          </a:p>
          <a:p>
            <a:pPr marL="809625" indent="0">
              <a:buNone/>
            </a:pPr>
            <a:r>
              <a:rPr lang="en-US" sz="2400" dirty="0">
                <a:latin typeface="Times New Roman" panose="02020603050405020304" charset="0"/>
                <a:cs typeface="Times New Roman" panose="02020603050405020304" charset="0"/>
              </a:rPr>
              <a:t>initial begin</a:t>
            </a:r>
          </a:p>
          <a:p>
            <a:pPr marL="809625" indent="0">
              <a:buNone/>
            </a:pPr>
            <a:r>
              <a:rPr lang="en-US" sz="2400" dirty="0">
                <a:latin typeface="Times New Roman" panose="02020603050405020304" charset="0"/>
                <a:cs typeface="Times New Roman" panose="02020603050405020304" charset="0"/>
              </a:rPr>
              <a:t>  q = sum( ,5 ,10);</a:t>
            </a:r>
          </a:p>
          <a:p>
            <a:pPr marL="809625" indent="0">
              <a:buNone/>
            </a:pPr>
            <a:r>
              <a:rPr lang="en-US" sz="2400" dirty="0">
                <a:latin typeface="Times New Roman" panose="02020603050405020304" charset="0"/>
                <a:cs typeface="Times New Roman" panose="02020603050405020304" charset="0"/>
              </a:rPr>
              <a:t>  $display("\</a:t>
            </a:r>
            <a:r>
              <a:rPr lang="en-US" sz="2400" dirty="0" err="1">
                <a:latin typeface="Times New Roman" panose="02020603050405020304" charset="0"/>
                <a:cs typeface="Times New Roman" panose="02020603050405020304" charset="0"/>
              </a:rPr>
              <a:t>tValue</a:t>
            </a:r>
            <a:r>
              <a:rPr lang="en-US" sz="2400" dirty="0">
                <a:latin typeface="Times New Roman" panose="02020603050405020304" charset="0"/>
                <a:cs typeface="Times New Roman" panose="02020603050405020304" charset="0"/>
              </a:rPr>
              <a:t> of q = %0d",q);</a:t>
            </a:r>
          </a:p>
          <a:p>
            <a:pPr marL="809625" indent="0">
              <a:buNone/>
            </a:pPr>
            <a:r>
              <a:rPr lang="en-US" sz="2400" dirty="0">
                <a:latin typeface="Times New Roman" panose="02020603050405020304" charset="0"/>
                <a:cs typeface="Times New Roman" panose="02020603050405020304" charset="0"/>
              </a:rPr>
              <a:t>  q= sum(5, ,10);</a:t>
            </a:r>
          </a:p>
          <a:p>
            <a:pPr marL="809625" indent="0">
              <a:buNone/>
            </a:pPr>
            <a:r>
              <a:rPr lang="en-US" sz="2400" dirty="0">
                <a:latin typeface="Times New Roman" panose="02020603050405020304" charset="0"/>
                <a:cs typeface="Times New Roman" panose="02020603050405020304" charset="0"/>
              </a:rPr>
              <a:t>  $display("\</a:t>
            </a:r>
            <a:r>
              <a:rPr lang="en-US" sz="2400" dirty="0" err="1">
                <a:latin typeface="Times New Roman" panose="02020603050405020304" charset="0"/>
                <a:cs typeface="Times New Roman" panose="02020603050405020304" charset="0"/>
              </a:rPr>
              <a:t>tValue</a:t>
            </a:r>
            <a:r>
              <a:rPr lang="en-US" sz="2400" dirty="0">
                <a:latin typeface="Times New Roman" panose="02020603050405020304" charset="0"/>
                <a:cs typeface="Times New Roman" panose="02020603050405020304" charset="0"/>
              </a:rPr>
              <a:t> of q = %0d",q);</a:t>
            </a:r>
          </a:p>
          <a:p>
            <a:pPr marL="809625" indent="0">
              <a:buNone/>
            </a:pPr>
            <a:r>
              <a:rPr lang="en-US" sz="2400" dirty="0">
                <a:latin typeface="Times New Roman" panose="02020603050405020304" charset="0"/>
                <a:cs typeface="Times New Roman" panose="02020603050405020304" charset="0"/>
              </a:rPr>
              <a:t>end</a:t>
            </a:r>
          </a:p>
          <a:p>
            <a:pPr marL="809625" indent="0">
              <a:buNone/>
            </a:pPr>
            <a:r>
              <a:rPr lang="en-US" sz="2400" dirty="0" err="1">
                <a:latin typeface="Times New Roman" panose="02020603050405020304" charset="0"/>
                <a:cs typeface="Times New Roman" panose="02020603050405020304" charset="0"/>
              </a:rPr>
              <a:t>endmodule</a:t>
            </a:r>
            <a:endParaRPr lang="en-US" sz="24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BF7911AC-AEC6-9CF2-8BCC-1B88CAA7D07A}"/>
              </a:ext>
            </a:extLst>
          </p:cNvPr>
          <p:cNvSpPr>
            <a:spLocks noGrp="1"/>
          </p:cNvSpPr>
          <p:nvPr>
            <p:ph type="dt" sz="half" idx="10"/>
          </p:nvPr>
        </p:nvSpPr>
        <p:spPr/>
        <p:txBody>
          <a:bodyPr/>
          <a:lstStyle/>
          <a:p>
            <a:fld id="{294B347C-B84D-4F7F-A60D-6420D509F7EE}" type="datetime1">
              <a:rPr lang="en-IN" smtClean="0"/>
              <a:pPr/>
              <a:t>31-10-2025</a:t>
            </a:fld>
            <a:endParaRPr lang="en-IN"/>
          </a:p>
        </p:txBody>
      </p:sp>
      <p:sp>
        <p:nvSpPr>
          <p:cNvPr id="5" name="Footer Placeholder 4">
            <a:extLst>
              <a:ext uri="{FF2B5EF4-FFF2-40B4-BE49-F238E27FC236}">
                <a16:creationId xmlns:a16="http://schemas.microsoft.com/office/drawing/2014/main" id="{3A2622CE-E97E-94A6-66D9-92D60399A8A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038672D-7627-6D40-B4CF-050E8B8AF76C}"/>
              </a:ext>
            </a:extLst>
          </p:cNvPr>
          <p:cNvSpPr>
            <a:spLocks noGrp="1"/>
          </p:cNvSpPr>
          <p:nvPr>
            <p:ph type="sldNum" sz="quarter" idx="12"/>
          </p:nvPr>
        </p:nvSpPr>
        <p:spPr/>
        <p:txBody>
          <a:bodyPr/>
          <a:lstStyle/>
          <a:p>
            <a:fld id="{56BB8B7D-B437-4E80-9B4F-EB7501C8BBDD}" type="slidenum">
              <a:rPr lang="en-IN" smtClean="0"/>
              <a:pPr/>
              <a:t>106</a:t>
            </a:fld>
            <a:endParaRPr lang="en-I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rPr>
              <a:t>SystemVerilog Processes</a:t>
            </a:r>
          </a:p>
        </p:txBody>
      </p:sp>
      <p:sp>
        <p:nvSpPr>
          <p:cNvPr id="3" name="Content Placeholder 2"/>
          <p:cNvSpPr>
            <a:spLocks noGrp="1"/>
          </p:cNvSpPr>
          <p:nvPr>
            <p:ph idx="1"/>
          </p:nvPr>
        </p:nvSpPr>
        <p:spPr/>
        <p:txBody>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SystemVerilog Threads</a:t>
            </a:r>
            <a:endParaRPr lang="en-US" sz="2400" dirty="0">
              <a:latin typeface="Times New Roman" panose="02020603050405020304" charset="0"/>
              <a:cs typeface="Times New Roman" panose="02020603050405020304" charset="0"/>
            </a:endParaRPr>
          </a:p>
          <a:p>
            <a:pPr lvl="1">
              <a:buFont typeface="Wingdings" panose="05000000000000000000" charset="0"/>
              <a:buChar char="Ø"/>
            </a:pPr>
            <a:r>
              <a:rPr lang="en-US" sz="2100" dirty="0">
                <a:latin typeface="Times New Roman" panose="02020603050405020304" charset="0"/>
                <a:cs typeface="Times New Roman" panose="02020603050405020304" charset="0"/>
              </a:rPr>
              <a:t>A thread or process is any piece of code that gets executed as a </a:t>
            </a:r>
            <a:r>
              <a:rPr lang="en-US" sz="2100" dirty="0">
                <a:solidFill>
                  <a:srgbClr val="FF0000"/>
                </a:solidFill>
                <a:latin typeface="Times New Roman" panose="02020603050405020304" charset="0"/>
                <a:cs typeface="Times New Roman" panose="02020603050405020304" charset="0"/>
              </a:rPr>
              <a:t>separate entity</a:t>
            </a:r>
            <a:r>
              <a:rPr lang="en-US" sz="2100" dirty="0">
                <a:latin typeface="Times New Roman" panose="02020603050405020304" charset="0"/>
                <a:cs typeface="Times New Roman" panose="02020603050405020304" charset="0"/>
              </a:rPr>
              <a:t>. </a:t>
            </a:r>
          </a:p>
          <a:p>
            <a:pPr lvl="1">
              <a:buFont typeface="Wingdings" panose="05000000000000000000" charset="0"/>
              <a:buChar char="Ø"/>
            </a:pPr>
            <a:r>
              <a:rPr lang="en-US" sz="2100" dirty="0">
                <a:latin typeface="Times New Roman" panose="02020603050405020304" charset="0"/>
                <a:cs typeface="Times New Roman" panose="02020603050405020304" charset="0"/>
              </a:rPr>
              <a:t>In </a:t>
            </a:r>
            <a:r>
              <a:rPr lang="en-US" sz="2100" dirty="0" err="1">
                <a:latin typeface="Times New Roman" panose="02020603050405020304" charset="0"/>
                <a:cs typeface="Times New Roman" panose="02020603050405020304" charset="0"/>
              </a:rPr>
              <a:t>verilog</a:t>
            </a:r>
            <a:r>
              <a:rPr lang="en-US" sz="2100" dirty="0">
                <a:latin typeface="Times New Roman" panose="02020603050405020304" charset="0"/>
                <a:cs typeface="Times New Roman" panose="02020603050405020304" charset="0"/>
              </a:rPr>
              <a:t>, each of the initial and always blocks are spawned off as separate threads that start to run in parallel from zero time. </a:t>
            </a:r>
          </a:p>
          <a:p>
            <a:pPr lvl="1">
              <a:buFont typeface="Wingdings" panose="05000000000000000000" charset="0"/>
              <a:buChar char="Ø"/>
            </a:pPr>
            <a:r>
              <a:rPr lang="en-US" sz="2100" dirty="0">
                <a:latin typeface="Times New Roman" panose="02020603050405020304" charset="0"/>
                <a:cs typeface="Times New Roman" panose="02020603050405020304" charset="0"/>
              </a:rPr>
              <a:t>A fork join block also creates different threads that </a:t>
            </a:r>
            <a:r>
              <a:rPr lang="en-US" sz="2100" dirty="0">
                <a:solidFill>
                  <a:srgbClr val="FF0000"/>
                </a:solidFill>
                <a:latin typeface="Times New Roman" panose="02020603050405020304" charset="0"/>
                <a:cs typeface="Times New Roman" panose="02020603050405020304" charset="0"/>
              </a:rPr>
              <a:t>run in parallel</a:t>
            </a:r>
            <a:r>
              <a:rPr lang="en-US" sz="2100" dirty="0">
                <a:latin typeface="Times New Roman" panose="02020603050405020304" charset="0"/>
                <a:cs typeface="Times New Roman" panose="02020603050405020304" charset="0"/>
              </a:rPr>
              <a:t>.</a:t>
            </a:r>
          </a:p>
          <a:p>
            <a:pPr lvl="1">
              <a:buFont typeface="Wingdings" panose="05000000000000000000" charset="0"/>
              <a:buChar char="Ø"/>
            </a:pPr>
            <a:r>
              <a:rPr lang="en-US" sz="2100" dirty="0">
                <a:latin typeface="Times New Roman" panose="02020603050405020304" charset="0"/>
                <a:cs typeface="Times New Roman" panose="02020603050405020304" charset="0"/>
              </a:rPr>
              <a:t>There are </a:t>
            </a:r>
            <a:r>
              <a:rPr lang="en-US" sz="2100" dirty="0">
                <a:highlight>
                  <a:srgbClr val="FFFF00"/>
                </a:highlight>
                <a:latin typeface="Times New Roman" panose="02020603050405020304" charset="0"/>
                <a:cs typeface="Times New Roman" panose="02020603050405020304" charset="0"/>
              </a:rPr>
              <a:t>three</a:t>
            </a:r>
            <a:r>
              <a:rPr lang="en-US" sz="2100" dirty="0">
                <a:latin typeface="Times New Roman" panose="02020603050405020304" charset="0"/>
                <a:cs typeface="Times New Roman" panose="02020603050405020304" charset="0"/>
              </a:rPr>
              <a:t> different styles of fork join in SystemVerilog.</a:t>
            </a:r>
          </a:p>
          <a:p>
            <a:pPr lvl="1">
              <a:buFont typeface="Wingdings" panose="05000000000000000000" charset="0"/>
              <a:buChar char="§"/>
            </a:pPr>
            <a:endParaRPr lang="en-US" sz="2100" dirty="0">
              <a:latin typeface="Times New Roman" panose="02020603050405020304" charset="0"/>
              <a:cs typeface="Times New Roman" panose="02020603050405020304" charset="0"/>
            </a:endParaRPr>
          </a:p>
        </p:txBody>
      </p:sp>
      <p:sp>
        <p:nvSpPr>
          <p:cNvPr id="5" name="Date Placeholder 4">
            <a:extLst>
              <a:ext uri="{FF2B5EF4-FFF2-40B4-BE49-F238E27FC236}">
                <a16:creationId xmlns:a16="http://schemas.microsoft.com/office/drawing/2014/main" id="{63F0DC4F-F66A-3513-3BA8-353D2365749F}"/>
              </a:ext>
            </a:extLst>
          </p:cNvPr>
          <p:cNvSpPr>
            <a:spLocks noGrp="1"/>
          </p:cNvSpPr>
          <p:nvPr>
            <p:ph type="dt" sz="half" idx="10"/>
          </p:nvPr>
        </p:nvSpPr>
        <p:spPr/>
        <p:txBody>
          <a:bodyPr/>
          <a:lstStyle/>
          <a:p>
            <a:fld id="{6360EF98-5459-4ECC-ABAC-F9F1451E052A}" type="datetime1">
              <a:rPr lang="en-IN" smtClean="0"/>
              <a:pPr/>
              <a:t>31-10-2025</a:t>
            </a:fld>
            <a:endParaRPr lang="en-IN"/>
          </a:p>
        </p:txBody>
      </p:sp>
      <p:sp>
        <p:nvSpPr>
          <p:cNvPr id="6" name="Footer Placeholder 5">
            <a:extLst>
              <a:ext uri="{FF2B5EF4-FFF2-40B4-BE49-F238E27FC236}">
                <a16:creationId xmlns:a16="http://schemas.microsoft.com/office/drawing/2014/main" id="{6B1493B4-A7BF-E592-1DE1-D28F41EDE83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46124C5-09F0-36C5-7279-96FAA81649A6}"/>
              </a:ext>
            </a:extLst>
          </p:cNvPr>
          <p:cNvSpPr>
            <a:spLocks noGrp="1"/>
          </p:cNvSpPr>
          <p:nvPr>
            <p:ph type="sldNum" sz="quarter" idx="12"/>
          </p:nvPr>
        </p:nvSpPr>
        <p:spPr/>
        <p:txBody>
          <a:bodyPr/>
          <a:lstStyle/>
          <a:p>
            <a:fld id="{56BB8B7D-B437-4E80-9B4F-EB7501C8BBDD}" type="slidenum">
              <a:rPr lang="en-IN" smtClean="0"/>
              <a:pPr/>
              <a:t>107</a:t>
            </a:fld>
            <a:endParaRPr lang="en-IN"/>
          </a:p>
        </p:txBody>
      </p:sp>
      <p:pic>
        <p:nvPicPr>
          <p:cNvPr id="4" name="Picture 3"/>
          <p:cNvPicPr>
            <a:picLocks noChangeAspect="1"/>
          </p:cNvPicPr>
          <p:nvPr/>
        </p:nvPicPr>
        <p:blipFill>
          <a:blip r:embed="rId2"/>
          <a:stretch>
            <a:fillRect/>
          </a:stretch>
        </p:blipFill>
        <p:spPr>
          <a:xfrm>
            <a:off x="1832292" y="4032730"/>
            <a:ext cx="8527415" cy="220853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Fork Join</a:t>
            </a:r>
          </a:p>
          <a:p>
            <a:pPr lvl="1">
              <a:buFont typeface="Wingdings" panose="05000000000000000000" charset="0"/>
              <a:buChar char="Ø"/>
            </a:pPr>
            <a:r>
              <a:rPr lang="en-US" sz="2100" dirty="0">
                <a:latin typeface="Times New Roman" panose="02020603050405020304" charset="0"/>
                <a:cs typeface="Times New Roman" panose="02020603050405020304" charset="0"/>
              </a:rPr>
              <a:t>Fork-Join will start all the processes inside it parallel and </a:t>
            </a:r>
            <a:r>
              <a:rPr lang="en-US" sz="2100" dirty="0">
                <a:solidFill>
                  <a:srgbClr val="FF0000"/>
                </a:solidFill>
                <a:latin typeface="Times New Roman" panose="02020603050405020304" charset="0"/>
                <a:cs typeface="Times New Roman" panose="02020603050405020304" charset="0"/>
              </a:rPr>
              <a:t>wait for the completion of all the processes</a:t>
            </a:r>
            <a:r>
              <a:rPr lang="en-US" sz="2100" dirty="0">
                <a:latin typeface="Times New Roman" panose="02020603050405020304" charset="0"/>
                <a:cs typeface="Times New Roman" panose="02020603050405020304" charset="0"/>
              </a:rPr>
              <a:t>.</a:t>
            </a:r>
          </a:p>
          <a:p>
            <a:pPr lvl="1">
              <a:buFont typeface="Wingdings" panose="05000000000000000000" charset="0"/>
              <a:buChar char="Ø"/>
            </a:pPr>
            <a:r>
              <a:rPr lang="en-US" sz="2100" dirty="0">
                <a:solidFill>
                  <a:schemeClr val="tx2">
                    <a:lumMod val="60000"/>
                    <a:lumOff val="40000"/>
                  </a:schemeClr>
                </a:solidFill>
                <a:latin typeface="Times New Roman" panose="02020603050405020304" charset="0"/>
                <a:cs typeface="Times New Roman" panose="02020603050405020304" charset="0"/>
              </a:rPr>
              <a:t>Syntax </a:t>
            </a:r>
          </a:p>
          <a:p>
            <a:pPr marL="914400" lvl="2" indent="0">
              <a:buNone/>
            </a:pPr>
            <a:r>
              <a:rPr lang="en-US" dirty="0">
                <a:latin typeface="Times New Roman" panose="02020603050405020304" charset="0"/>
                <a:cs typeface="Times New Roman" panose="02020603050405020304" charset="0"/>
              </a:rPr>
              <a:t>fork</a:t>
            </a:r>
          </a:p>
          <a:p>
            <a:pPr marL="1371600" lvl="3" indent="0">
              <a:buNone/>
            </a:pPr>
            <a:r>
              <a:rPr lang="en-US" dirty="0">
                <a:latin typeface="Times New Roman" panose="02020603050405020304" charset="0"/>
                <a:cs typeface="Times New Roman" panose="02020603050405020304" charset="0"/>
              </a:rPr>
              <a:t>// Thread 1</a:t>
            </a:r>
          </a:p>
          <a:p>
            <a:pPr marL="1371600" lvl="3" indent="0">
              <a:buNone/>
            </a:pPr>
            <a:r>
              <a:rPr lang="en-US" dirty="0">
                <a:latin typeface="Times New Roman" panose="02020603050405020304" charset="0"/>
                <a:cs typeface="Times New Roman" panose="02020603050405020304" charset="0"/>
              </a:rPr>
              <a:t>// Thread 2</a:t>
            </a:r>
          </a:p>
          <a:p>
            <a:pPr marL="1371600" lvl="3" indent="0">
              <a:buNone/>
            </a:pPr>
            <a:r>
              <a:rPr lang="en-US" dirty="0">
                <a:latin typeface="Times New Roman" panose="02020603050405020304" charset="0"/>
                <a:cs typeface="Times New Roman" panose="02020603050405020304" charset="0"/>
              </a:rPr>
              <a:t>// ...</a:t>
            </a:r>
          </a:p>
          <a:p>
            <a:pPr marL="1371600" lvl="3" indent="0">
              <a:buNone/>
            </a:pPr>
            <a:r>
              <a:rPr lang="en-US" dirty="0">
                <a:latin typeface="Times New Roman" panose="02020603050405020304" charset="0"/>
                <a:cs typeface="Times New Roman" panose="02020603050405020304" charset="0"/>
              </a:rPr>
              <a:t>// Thread 3</a:t>
            </a:r>
          </a:p>
          <a:p>
            <a:pPr marL="914400" lvl="2" indent="0">
              <a:buNone/>
            </a:pPr>
            <a:r>
              <a:rPr lang="en-US" dirty="0">
                <a:latin typeface="Times New Roman" panose="02020603050405020304" charset="0"/>
                <a:cs typeface="Times New Roman" panose="02020603050405020304" charset="0"/>
              </a:rPr>
              <a:t>join</a:t>
            </a:r>
          </a:p>
        </p:txBody>
      </p:sp>
      <p:sp>
        <p:nvSpPr>
          <p:cNvPr id="5" name="Date Placeholder 4">
            <a:extLst>
              <a:ext uri="{FF2B5EF4-FFF2-40B4-BE49-F238E27FC236}">
                <a16:creationId xmlns:a16="http://schemas.microsoft.com/office/drawing/2014/main" id="{6204AE14-61E0-4511-B294-614709C581E7}"/>
              </a:ext>
            </a:extLst>
          </p:cNvPr>
          <p:cNvSpPr>
            <a:spLocks noGrp="1"/>
          </p:cNvSpPr>
          <p:nvPr>
            <p:ph type="dt" sz="half" idx="10"/>
          </p:nvPr>
        </p:nvSpPr>
        <p:spPr/>
        <p:txBody>
          <a:bodyPr/>
          <a:lstStyle/>
          <a:p>
            <a:fld id="{95E5BEB3-AA8F-470C-8B3F-FFA80D6D0D8E}" type="datetime1">
              <a:rPr lang="en-IN" smtClean="0"/>
              <a:pPr/>
              <a:t>31-10-2025</a:t>
            </a:fld>
            <a:endParaRPr lang="en-IN"/>
          </a:p>
        </p:txBody>
      </p:sp>
      <p:sp>
        <p:nvSpPr>
          <p:cNvPr id="6" name="Footer Placeholder 5">
            <a:extLst>
              <a:ext uri="{FF2B5EF4-FFF2-40B4-BE49-F238E27FC236}">
                <a16:creationId xmlns:a16="http://schemas.microsoft.com/office/drawing/2014/main" id="{2723D51C-587C-B6FC-752F-356C1685562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76FA632-38D0-3FF6-B53A-B58B16D32D50}"/>
              </a:ext>
            </a:extLst>
          </p:cNvPr>
          <p:cNvSpPr>
            <a:spLocks noGrp="1"/>
          </p:cNvSpPr>
          <p:nvPr>
            <p:ph type="sldNum" sz="quarter" idx="12"/>
          </p:nvPr>
        </p:nvSpPr>
        <p:spPr/>
        <p:txBody>
          <a:bodyPr/>
          <a:lstStyle/>
          <a:p>
            <a:fld id="{56BB8B7D-B437-4E80-9B4F-EB7501C8BBDD}" type="slidenum">
              <a:rPr lang="en-IN" smtClean="0"/>
              <a:pPr/>
              <a:t>108</a:t>
            </a:fld>
            <a:endParaRPr lang="en-IN"/>
          </a:p>
        </p:txBody>
      </p:sp>
      <p:pic>
        <p:nvPicPr>
          <p:cNvPr id="4" name="Picture 3"/>
          <p:cNvPicPr>
            <a:picLocks noChangeAspect="1"/>
          </p:cNvPicPr>
          <p:nvPr/>
        </p:nvPicPr>
        <p:blipFill>
          <a:blip r:embed="rId2"/>
          <a:stretch>
            <a:fillRect/>
          </a:stretch>
        </p:blipFill>
        <p:spPr>
          <a:xfrm>
            <a:off x="6469038" y="2501666"/>
            <a:ext cx="4016745" cy="3505504"/>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a:xfrm>
            <a:off x="609600" y="949124"/>
            <a:ext cx="10972800" cy="5177356"/>
          </a:xfrm>
        </p:spPr>
        <p:txBody>
          <a:bodyPr>
            <a:normAutofit fontScale="92500"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for_join_example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initial begin</a:t>
            </a:r>
          </a:p>
          <a:p>
            <a:pPr marL="809625" indent="0">
              <a:buNone/>
            </a:pPr>
            <a:r>
              <a:rPr lang="en-US" sz="2000" dirty="0">
                <a:latin typeface="Times New Roman" panose="02020603050405020304" charset="0"/>
                <a:cs typeface="Times New Roman" panose="02020603050405020304" charset="0"/>
              </a:rPr>
              <a:t>    fork</a:t>
            </a:r>
          </a:p>
          <a:p>
            <a:pPr marL="809625" indent="0">
              <a:buNone/>
            </a:pPr>
            <a:r>
              <a:rPr lang="en-US" sz="2000" dirty="0">
                <a:latin typeface="Times New Roman" panose="02020603050405020304" charset="0"/>
                <a:cs typeface="Times New Roman" panose="02020603050405020304" charset="0"/>
              </a:rPr>
              <a:t>      #50 $display("[%0t] thread 1 is </a:t>
            </a:r>
            <a:r>
              <a:rPr lang="en-US" sz="2000" dirty="0" err="1">
                <a:latin typeface="Times New Roman" panose="02020603050405020304" charset="0"/>
                <a:cs typeface="Times New Roman" panose="02020603050405020304" charset="0"/>
              </a:rPr>
              <a:t>finished",$time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a:t>
            </a:r>
          </a:p>
          <a:p>
            <a:pPr marL="809625" indent="0">
              <a:buNone/>
            </a:pPr>
            <a:r>
              <a:rPr lang="en-US" sz="2000" dirty="0">
                <a:latin typeface="Times New Roman" panose="02020603050405020304" charset="0"/>
                <a:cs typeface="Times New Roman" panose="02020603050405020304" charset="0"/>
              </a:rPr>
              <a:t>      begin</a:t>
            </a:r>
          </a:p>
          <a:p>
            <a:pPr marL="809625" indent="0">
              <a:buNone/>
            </a:pPr>
            <a:r>
              <a:rPr lang="en-US" sz="2000" dirty="0">
                <a:latin typeface="Times New Roman" panose="02020603050405020304" charset="0"/>
                <a:cs typeface="Times New Roman" panose="02020603050405020304" charset="0"/>
              </a:rPr>
              <a:t>        #10 $display("[%0t] thread 2 is </a:t>
            </a:r>
            <a:r>
              <a:rPr lang="en-US" sz="2000" dirty="0" err="1">
                <a:latin typeface="Times New Roman" panose="02020603050405020304" charset="0"/>
                <a:cs typeface="Times New Roman" panose="02020603050405020304" charset="0"/>
              </a:rPr>
              <a:t>strated</a:t>
            </a:r>
            <a:r>
              <a:rPr lang="en-US" sz="2000" dirty="0">
                <a:latin typeface="Times New Roman" panose="02020603050405020304" charset="0"/>
                <a:cs typeface="Times New Roman" panose="02020603050405020304" charset="0"/>
              </a:rPr>
              <a:t>......", $time);</a:t>
            </a:r>
          </a:p>
          <a:p>
            <a:pPr marL="809625" indent="0">
              <a:buNone/>
            </a:pPr>
            <a:r>
              <a:rPr lang="en-US" sz="2000" dirty="0">
                <a:latin typeface="Times New Roman" panose="02020603050405020304" charset="0"/>
                <a:cs typeface="Times New Roman" panose="02020603050405020304" charset="0"/>
              </a:rPr>
              <a:t>        #20 $display("[%0t] thread 2 is finished......", $time);</a:t>
            </a:r>
          </a:p>
          <a:p>
            <a:pPr marL="809625" indent="0">
              <a:buNone/>
            </a:pPr>
            <a:r>
              <a:rPr lang="en-US" sz="2000" dirty="0">
                <a:latin typeface="Times New Roman" panose="02020603050405020304" charset="0"/>
                <a:cs typeface="Times New Roman" panose="02020603050405020304" charset="0"/>
              </a:rPr>
              <a:t>      end</a:t>
            </a:r>
          </a:p>
          <a:p>
            <a:pPr marL="809625" indent="0">
              <a:buNone/>
            </a:pPr>
            <a:r>
              <a:rPr lang="en-US" sz="2000" dirty="0">
                <a:latin typeface="Times New Roman" panose="02020603050405020304" charset="0"/>
                <a:cs typeface="Times New Roman" panose="02020603050405020304" charset="0"/>
              </a:rPr>
              <a:t>      </a:t>
            </a:r>
          </a:p>
          <a:p>
            <a:pPr marL="809625" indent="0">
              <a:buNone/>
            </a:pPr>
            <a:r>
              <a:rPr lang="en-US" sz="2000" dirty="0">
                <a:latin typeface="Times New Roman" panose="02020603050405020304" charset="0"/>
                <a:cs typeface="Times New Roman" panose="02020603050405020304" charset="0"/>
              </a:rPr>
              <a:t>      #5 $display("[%0t] thread 3 is finished.........", $time);</a:t>
            </a:r>
          </a:p>
          <a:p>
            <a:pPr marL="809625" indent="0">
              <a:buNone/>
            </a:pPr>
            <a:r>
              <a:rPr lang="en-US" sz="2000" dirty="0">
                <a:latin typeface="Times New Roman" panose="02020603050405020304" charset="0"/>
                <a:cs typeface="Times New Roman" panose="02020603050405020304" charset="0"/>
              </a:rPr>
              <a:t>    join</a:t>
            </a:r>
          </a:p>
          <a:p>
            <a:pPr marL="809625" indent="0">
              <a:buNone/>
            </a:pPr>
            <a:r>
              <a:rPr lang="en-US" sz="2000" dirty="0">
                <a:latin typeface="Times New Roman" panose="02020603050405020304" charset="0"/>
                <a:cs typeface="Times New Roman" panose="02020603050405020304" charset="0"/>
              </a:rPr>
              <a:t>    $display("[%0t] Main thread : fork join has finished", $time);</a:t>
            </a:r>
          </a:p>
          <a:p>
            <a:pPr marL="809625" indent="0">
              <a:buNone/>
            </a:pPr>
            <a:r>
              <a:rPr lang="en-US" sz="2000" dirty="0">
                <a:latin typeface="Times New Roman" panose="02020603050405020304" charset="0"/>
                <a:cs typeface="Times New Roman" panose="02020603050405020304" charset="0"/>
              </a:rPr>
              <a:t>  end</a:t>
            </a: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CEA11AC9-4E06-7322-8506-A9575C2594C2}"/>
              </a:ext>
            </a:extLst>
          </p:cNvPr>
          <p:cNvSpPr>
            <a:spLocks noGrp="1"/>
          </p:cNvSpPr>
          <p:nvPr>
            <p:ph type="dt" sz="half" idx="10"/>
          </p:nvPr>
        </p:nvSpPr>
        <p:spPr/>
        <p:txBody>
          <a:bodyPr/>
          <a:lstStyle/>
          <a:p>
            <a:fld id="{9B598ECB-233D-404E-9750-3CC58E910D2C}" type="datetime1">
              <a:rPr lang="en-IN" smtClean="0"/>
              <a:pPr/>
              <a:t>31-10-2025</a:t>
            </a:fld>
            <a:endParaRPr lang="en-IN"/>
          </a:p>
        </p:txBody>
      </p:sp>
      <p:sp>
        <p:nvSpPr>
          <p:cNvPr id="5" name="Footer Placeholder 4">
            <a:extLst>
              <a:ext uri="{FF2B5EF4-FFF2-40B4-BE49-F238E27FC236}">
                <a16:creationId xmlns:a16="http://schemas.microsoft.com/office/drawing/2014/main" id="{14037E68-4DDA-99A7-09F7-C84B211701A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BD9A1E0-74D9-B675-5865-7AA60848C577}"/>
              </a:ext>
            </a:extLst>
          </p:cNvPr>
          <p:cNvSpPr>
            <a:spLocks noGrp="1"/>
          </p:cNvSpPr>
          <p:nvPr>
            <p:ph type="sldNum" sz="quarter" idx="12"/>
          </p:nvPr>
        </p:nvSpPr>
        <p:spPr/>
        <p:txBody>
          <a:bodyPr/>
          <a:lstStyle/>
          <a:p>
            <a:fld id="{56BB8B7D-B437-4E80-9B4F-EB7501C8BBDD}" type="slidenum">
              <a:rPr lang="en-IN" smtClean="0"/>
              <a:pPr/>
              <a:t>109</a:t>
            </a:fld>
            <a:endParaRPr lang="en-IN"/>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lstStyle/>
          <a:p>
            <a:pPr>
              <a:buFont typeface="Wingdings" panose="05000000000000000000" charset="0"/>
              <a:buChar char="§"/>
            </a:pPr>
            <a:r>
              <a:rPr lang="en-US" sz="2400">
                <a:latin typeface="Times New Roman" panose="02020603050405020304" charset="0"/>
                <a:cs typeface="Times New Roman" panose="02020603050405020304" charset="0"/>
              </a:rPr>
              <a:t>Fork join_any</a:t>
            </a:r>
          </a:p>
          <a:p>
            <a:pPr lvl="1">
              <a:buFont typeface="Wingdings" panose="05000000000000000000" charset="0"/>
              <a:buChar char="Ø"/>
            </a:pPr>
            <a:r>
              <a:rPr lang="en-US" sz="2100">
                <a:latin typeface="Times New Roman" panose="02020603050405020304" charset="0"/>
                <a:cs typeface="Times New Roman" panose="02020603050405020304" charset="0"/>
              </a:rPr>
              <a:t>Fork-Join_any will be </a:t>
            </a:r>
            <a:r>
              <a:rPr lang="en-US" sz="2100">
                <a:highlight>
                  <a:srgbClr val="FFFF00"/>
                </a:highlight>
                <a:latin typeface="Times New Roman" panose="02020603050405020304" charset="0"/>
                <a:cs typeface="Times New Roman" panose="02020603050405020304" charset="0"/>
              </a:rPr>
              <a:t>unblocked</a:t>
            </a:r>
            <a:r>
              <a:rPr lang="en-US" sz="2100">
                <a:latin typeface="Times New Roman" panose="02020603050405020304" charset="0"/>
                <a:cs typeface="Times New Roman" panose="02020603050405020304" charset="0"/>
              </a:rPr>
              <a:t> after the </a:t>
            </a:r>
            <a:r>
              <a:rPr lang="en-US" sz="2100">
                <a:solidFill>
                  <a:srgbClr val="FF0000"/>
                </a:solidFill>
                <a:latin typeface="Times New Roman" panose="02020603050405020304" charset="0"/>
                <a:cs typeface="Times New Roman" panose="02020603050405020304" charset="0"/>
              </a:rPr>
              <a:t>completion of any of the Processes</a:t>
            </a:r>
            <a:r>
              <a:rPr lang="en-US" sz="2100">
                <a:latin typeface="Times New Roman" panose="02020603050405020304" charset="0"/>
                <a:cs typeface="Times New Roman" panose="02020603050405020304" charset="0"/>
              </a:rPr>
              <a:t>.</a:t>
            </a:r>
          </a:p>
          <a:p>
            <a:pPr lvl="1">
              <a:buFont typeface="Wingdings" panose="05000000000000000000" charset="0"/>
              <a:buChar char="Ø"/>
            </a:pPr>
            <a:r>
              <a:rPr lang="en-US" sz="2100">
                <a:solidFill>
                  <a:schemeClr val="tx2">
                    <a:lumMod val="60000"/>
                    <a:lumOff val="40000"/>
                  </a:schemeClr>
                </a:solidFill>
                <a:latin typeface="Times New Roman" panose="02020603050405020304" charset="0"/>
                <a:cs typeface="Times New Roman" panose="02020603050405020304" charset="0"/>
              </a:rPr>
              <a:t>Syntax</a:t>
            </a:r>
          </a:p>
          <a:p>
            <a:pPr marL="914400" lvl="2" indent="0">
              <a:buNone/>
            </a:pPr>
            <a:r>
              <a:rPr lang="en-US">
                <a:solidFill>
                  <a:schemeClr val="tx1"/>
                </a:solidFill>
                <a:latin typeface="Times New Roman" panose="02020603050405020304" charset="0"/>
                <a:cs typeface="Times New Roman" panose="02020603050405020304" charset="0"/>
              </a:rPr>
              <a:t>fork</a:t>
            </a:r>
          </a:p>
          <a:p>
            <a:pPr marL="1371600" lvl="3" indent="0">
              <a:buNone/>
            </a:pPr>
            <a:r>
              <a:rPr lang="en-US">
                <a:solidFill>
                  <a:schemeClr val="tx1"/>
                </a:solidFill>
                <a:latin typeface="Times New Roman" panose="02020603050405020304" charset="0"/>
                <a:cs typeface="Times New Roman" panose="02020603050405020304" charset="0"/>
              </a:rPr>
              <a:t>// Thread 1</a:t>
            </a:r>
          </a:p>
          <a:p>
            <a:pPr marL="1371600" lvl="3" indent="0">
              <a:buNone/>
            </a:pPr>
            <a:r>
              <a:rPr lang="en-US">
                <a:solidFill>
                  <a:schemeClr val="tx1"/>
                </a:solidFill>
                <a:latin typeface="Times New Roman" panose="02020603050405020304" charset="0"/>
                <a:cs typeface="Times New Roman" panose="02020603050405020304" charset="0"/>
              </a:rPr>
              <a:t>// Thread 2</a:t>
            </a:r>
          </a:p>
          <a:p>
            <a:pPr marL="1371600" lvl="3" indent="0">
              <a:buNone/>
            </a:pPr>
            <a:r>
              <a:rPr lang="en-US">
                <a:solidFill>
                  <a:schemeClr val="tx1"/>
                </a:solidFill>
                <a:latin typeface="Times New Roman" panose="02020603050405020304" charset="0"/>
                <a:cs typeface="Times New Roman" panose="02020603050405020304" charset="0"/>
              </a:rPr>
              <a:t>// ...</a:t>
            </a:r>
          </a:p>
          <a:p>
            <a:pPr marL="1371600" lvl="3" indent="0">
              <a:buNone/>
            </a:pPr>
            <a:r>
              <a:rPr lang="en-US">
                <a:solidFill>
                  <a:schemeClr val="tx1"/>
                </a:solidFill>
                <a:latin typeface="Times New Roman" panose="02020603050405020304" charset="0"/>
                <a:cs typeface="Times New Roman" panose="02020603050405020304" charset="0"/>
              </a:rPr>
              <a:t>// Thread N</a:t>
            </a:r>
          </a:p>
          <a:p>
            <a:pPr marL="914400" lvl="2" indent="0">
              <a:buNone/>
            </a:pPr>
            <a:r>
              <a:rPr lang="en-US">
                <a:solidFill>
                  <a:schemeClr val="tx1"/>
                </a:solidFill>
                <a:latin typeface="Times New Roman" panose="02020603050405020304" charset="0"/>
                <a:cs typeface="Times New Roman" panose="02020603050405020304" charset="0"/>
              </a:rPr>
              <a:t>join_any</a:t>
            </a:r>
          </a:p>
        </p:txBody>
      </p:sp>
      <p:sp>
        <p:nvSpPr>
          <p:cNvPr id="5" name="Date Placeholder 4">
            <a:extLst>
              <a:ext uri="{FF2B5EF4-FFF2-40B4-BE49-F238E27FC236}">
                <a16:creationId xmlns:a16="http://schemas.microsoft.com/office/drawing/2014/main" id="{744BBCD9-7EFC-FEFF-364F-DEBB4684CA27}"/>
              </a:ext>
            </a:extLst>
          </p:cNvPr>
          <p:cNvSpPr>
            <a:spLocks noGrp="1"/>
          </p:cNvSpPr>
          <p:nvPr>
            <p:ph type="dt" sz="half" idx="10"/>
          </p:nvPr>
        </p:nvSpPr>
        <p:spPr/>
        <p:txBody>
          <a:bodyPr/>
          <a:lstStyle/>
          <a:p>
            <a:fld id="{C796F1B2-7A29-4027-AB4A-9D0AA1E4CD7C}" type="datetime1">
              <a:rPr lang="en-IN" smtClean="0"/>
              <a:pPr/>
              <a:t>31-10-2025</a:t>
            </a:fld>
            <a:endParaRPr lang="en-IN"/>
          </a:p>
        </p:txBody>
      </p:sp>
      <p:sp>
        <p:nvSpPr>
          <p:cNvPr id="6" name="Footer Placeholder 5">
            <a:extLst>
              <a:ext uri="{FF2B5EF4-FFF2-40B4-BE49-F238E27FC236}">
                <a16:creationId xmlns:a16="http://schemas.microsoft.com/office/drawing/2014/main" id="{01CE7323-B713-9D74-89C2-BD16F8D5ADD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A2D3EBE-AA48-D586-8B3C-531299A38E09}"/>
              </a:ext>
            </a:extLst>
          </p:cNvPr>
          <p:cNvSpPr>
            <a:spLocks noGrp="1"/>
          </p:cNvSpPr>
          <p:nvPr>
            <p:ph type="sldNum" sz="quarter" idx="12"/>
          </p:nvPr>
        </p:nvSpPr>
        <p:spPr/>
        <p:txBody>
          <a:bodyPr/>
          <a:lstStyle/>
          <a:p>
            <a:fld id="{56BB8B7D-B437-4E80-9B4F-EB7501C8BBDD}" type="slidenum">
              <a:rPr lang="en-IN" smtClean="0"/>
              <a:pPr/>
              <a:t>110</a:t>
            </a:fld>
            <a:endParaRPr lang="en-IN"/>
          </a:p>
        </p:txBody>
      </p:sp>
      <p:pic>
        <p:nvPicPr>
          <p:cNvPr id="4" name="Picture 3"/>
          <p:cNvPicPr>
            <a:picLocks noChangeAspect="1"/>
          </p:cNvPicPr>
          <p:nvPr/>
        </p:nvPicPr>
        <p:blipFill>
          <a:blip r:embed="rId2"/>
          <a:stretch>
            <a:fillRect/>
          </a:stretch>
        </p:blipFill>
        <p:spPr>
          <a:xfrm>
            <a:off x="7695421" y="2336543"/>
            <a:ext cx="4163060" cy="4246819"/>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a:xfrm>
            <a:off x="609600" y="856527"/>
            <a:ext cx="10972800" cy="5269953"/>
          </a:xfrm>
        </p:spPr>
        <p:txBody>
          <a:bodyPr>
            <a:normAutofit/>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fork_join_any_example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initial begin</a:t>
            </a:r>
          </a:p>
          <a:p>
            <a:pPr marL="809625" indent="0">
              <a:buNone/>
            </a:pPr>
            <a:r>
              <a:rPr lang="en-US" sz="2000" dirty="0">
                <a:latin typeface="Times New Roman" panose="02020603050405020304" charset="0"/>
                <a:cs typeface="Times New Roman" panose="02020603050405020304" charset="0"/>
              </a:rPr>
              <a:t>    fork</a:t>
            </a:r>
          </a:p>
          <a:p>
            <a:pPr marL="809625" indent="0">
              <a:buNone/>
            </a:pPr>
            <a:r>
              <a:rPr lang="en-US" sz="2000" dirty="0">
                <a:latin typeface="Times New Roman" panose="02020603050405020304" charset="0"/>
                <a:cs typeface="Times New Roman" panose="02020603050405020304" charset="0"/>
              </a:rPr>
              <a:t>    print(40,"thread_1");</a:t>
            </a:r>
          </a:p>
          <a:p>
            <a:pPr marL="809625" indent="0">
              <a:buNone/>
            </a:pPr>
            <a:r>
              <a:rPr lang="en-US" sz="2000" dirty="0">
                <a:latin typeface="Times New Roman" panose="02020603050405020304" charset="0"/>
                <a:cs typeface="Times New Roman" panose="02020603050405020304" charset="0"/>
              </a:rPr>
              <a:t>    print(20,"thread_2");</a:t>
            </a:r>
          </a:p>
          <a:p>
            <a:pPr marL="809625" indent="0">
              <a:buNone/>
            </a:pPr>
            <a:r>
              <a:rPr lang="en-US" sz="2000" dirty="0">
                <a:latin typeface="Times New Roman" panose="02020603050405020304" charset="0"/>
                <a:cs typeface="Times New Roman" panose="02020603050405020304" charset="0"/>
              </a:rPr>
              <a:t>    print(10,"thread_3");</a:t>
            </a:r>
          </a:p>
          <a:p>
            <a:pPr marL="809625"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join_any</a:t>
            </a:r>
            <a:endParaRPr lang="en-US" sz="2000" dirty="0">
              <a:latin typeface="Times New Roman" panose="02020603050405020304" charset="0"/>
              <a:cs typeface="Times New Roman" panose="02020603050405020304" charset="0"/>
            </a:endParaRPr>
          </a:p>
          <a:p>
            <a:pPr marL="809625" indent="0">
              <a:buNone/>
            </a:pPr>
            <a:r>
              <a:rPr lang="en-US" sz="2000" dirty="0">
                <a:latin typeface="Times New Roman" panose="02020603050405020304" charset="0"/>
                <a:cs typeface="Times New Roman" panose="02020603050405020304" charset="0"/>
              </a:rPr>
              <a:t>    $display("Main thread: </a:t>
            </a:r>
            <a:r>
              <a:rPr lang="en-US" sz="2000" dirty="0" err="1">
                <a:latin typeface="Times New Roman" panose="02020603050405020304" charset="0"/>
                <a:cs typeface="Times New Roman" panose="02020603050405020304" charset="0"/>
              </a:rPr>
              <a:t>frok</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join_any</a:t>
            </a:r>
            <a:r>
              <a:rPr lang="en-US" sz="2000" dirty="0">
                <a:latin typeface="Times New Roman" panose="02020603050405020304" charset="0"/>
                <a:cs typeface="Times New Roman" panose="02020603050405020304" charset="0"/>
              </a:rPr>
              <a:t> finished");</a:t>
            </a:r>
          </a:p>
          <a:p>
            <a:pPr marL="809625" indent="0">
              <a:buNone/>
            </a:pPr>
            <a:r>
              <a:rPr lang="en-US" sz="2000" dirty="0">
                <a:latin typeface="Times New Roman" panose="02020603050405020304" charset="0"/>
                <a:cs typeface="Times New Roman" panose="02020603050405020304" charset="0"/>
              </a:rPr>
              <a:t>  end</a:t>
            </a:r>
          </a:p>
          <a:p>
            <a:pPr marL="809625" indent="0">
              <a:buNone/>
            </a:pPr>
            <a:r>
              <a:rPr lang="en-US" sz="2000" dirty="0">
                <a:latin typeface="Times New Roman" panose="02020603050405020304" charset="0"/>
                <a:cs typeface="Times New Roman" panose="02020603050405020304" charset="0"/>
              </a:rPr>
              <a:t>    task automatic  print( int _time, string name);</a:t>
            </a:r>
          </a:p>
          <a:p>
            <a:pPr marL="809625" indent="0">
              <a:buNone/>
            </a:pPr>
            <a:r>
              <a:rPr lang="en-US" sz="2000" dirty="0">
                <a:latin typeface="Times New Roman" panose="02020603050405020304" charset="0"/>
                <a:cs typeface="Times New Roman" panose="02020603050405020304" charset="0"/>
              </a:rPr>
              <a:t>      #(_time) $display("[%0t]::%0s",$time,name);</a:t>
            </a:r>
          </a:p>
          <a:p>
            <a:pPr marL="809625"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endtask</a:t>
            </a:r>
            <a:endParaRPr lang="en-US" sz="2000" dirty="0">
              <a:latin typeface="Times New Roman" panose="02020603050405020304" charset="0"/>
              <a:cs typeface="Times New Roman" panose="02020603050405020304" charset="0"/>
            </a:endParaRP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26669284-17B0-28F1-3422-7671779CC9B6}"/>
              </a:ext>
            </a:extLst>
          </p:cNvPr>
          <p:cNvSpPr>
            <a:spLocks noGrp="1"/>
          </p:cNvSpPr>
          <p:nvPr>
            <p:ph type="dt" sz="half" idx="10"/>
          </p:nvPr>
        </p:nvSpPr>
        <p:spPr/>
        <p:txBody>
          <a:bodyPr/>
          <a:lstStyle/>
          <a:p>
            <a:fld id="{C3351D2B-8828-4FC8-8B80-16BB73FB0A00}" type="datetime1">
              <a:rPr lang="en-IN" smtClean="0"/>
              <a:pPr/>
              <a:t>31-10-2025</a:t>
            </a:fld>
            <a:endParaRPr lang="en-IN"/>
          </a:p>
        </p:txBody>
      </p:sp>
      <p:sp>
        <p:nvSpPr>
          <p:cNvPr id="5" name="Footer Placeholder 4">
            <a:extLst>
              <a:ext uri="{FF2B5EF4-FFF2-40B4-BE49-F238E27FC236}">
                <a16:creationId xmlns:a16="http://schemas.microsoft.com/office/drawing/2014/main" id="{7DDF22EC-1ECB-86E5-BFD4-18D46D2A0FF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93711BA-E8C8-EAA0-1A9F-6C7A78ABA944}"/>
              </a:ext>
            </a:extLst>
          </p:cNvPr>
          <p:cNvSpPr>
            <a:spLocks noGrp="1"/>
          </p:cNvSpPr>
          <p:nvPr>
            <p:ph type="sldNum" sz="quarter" idx="12"/>
          </p:nvPr>
        </p:nvSpPr>
        <p:spPr/>
        <p:txBody>
          <a:bodyPr/>
          <a:lstStyle/>
          <a:p>
            <a:fld id="{56BB8B7D-B437-4E80-9B4F-EB7501C8BBDD}" type="slidenum">
              <a:rPr lang="en-IN" smtClean="0"/>
              <a:pPr/>
              <a:t>111</a:t>
            </a:fld>
            <a:endParaRPr lang="en-IN"/>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normAutofit lnSpcReduction="10000"/>
          </a:bodyPr>
          <a:lstStyle/>
          <a:p>
            <a:r>
              <a:rPr lang="en-US" sz="2400" dirty="0">
                <a:solidFill>
                  <a:schemeClr val="tx2">
                    <a:lumMod val="60000"/>
                    <a:lumOff val="40000"/>
                  </a:schemeClr>
                </a:solidFill>
                <a:latin typeface="Times New Roman" panose="02020603050405020304" charset="0"/>
                <a:cs typeface="Times New Roman" panose="02020603050405020304" charset="0"/>
              </a:rPr>
              <a:t>Fork </a:t>
            </a:r>
            <a:r>
              <a:rPr lang="en-US" sz="2400" dirty="0" err="1">
                <a:solidFill>
                  <a:schemeClr val="tx2">
                    <a:lumMod val="60000"/>
                    <a:lumOff val="40000"/>
                  </a:schemeClr>
                </a:solidFill>
                <a:latin typeface="Times New Roman" panose="02020603050405020304" charset="0"/>
                <a:cs typeface="Times New Roman" panose="02020603050405020304" charset="0"/>
              </a:rPr>
              <a:t>join_none</a:t>
            </a:r>
            <a:endParaRPr lang="en-US" sz="2400" dirty="0">
              <a:solidFill>
                <a:schemeClr val="tx2">
                  <a:lumMod val="60000"/>
                  <a:lumOff val="40000"/>
                </a:schemeClr>
              </a:solidFill>
              <a:latin typeface="Times New Roman" panose="02020603050405020304" charset="0"/>
              <a:cs typeface="Times New Roman" panose="02020603050405020304" charset="0"/>
            </a:endParaRPr>
          </a:p>
          <a:p>
            <a:pPr lvl="1">
              <a:buFont typeface="Wingdings" panose="05000000000000000000" charset="0"/>
              <a:buChar char="Ø"/>
            </a:pPr>
            <a:r>
              <a:rPr lang="en-US" sz="2400" dirty="0">
                <a:latin typeface="Times New Roman" panose="02020603050405020304" charset="0"/>
                <a:cs typeface="Times New Roman" panose="02020603050405020304" charset="0"/>
              </a:rPr>
              <a:t>As in the case of Fork-Join and Fork-</a:t>
            </a:r>
            <a:r>
              <a:rPr lang="en-US" sz="2400" dirty="0" err="1">
                <a:latin typeface="Times New Roman" panose="02020603050405020304" charset="0"/>
                <a:cs typeface="Times New Roman" panose="02020603050405020304" charset="0"/>
              </a:rPr>
              <a:t>Join_any</a:t>
            </a:r>
            <a:r>
              <a:rPr lang="en-US" sz="2400" dirty="0">
                <a:latin typeface="Times New Roman" panose="02020603050405020304" charset="0"/>
                <a:cs typeface="Times New Roman" panose="02020603050405020304" charset="0"/>
              </a:rPr>
              <a:t> fork block is </a:t>
            </a:r>
            <a:r>
              <a:rPr lang="en-US" sz="2400" dirty="0">
                <a:solidFill>
                  <a:srgbClr val="FF0000"/>
                </a:solidFill>
                <a:latin typeface="Times New Roman" panose="02020603050405020304" charset="0"/>
                <a:cs typeface="Times New Roman" panose="02020603050405020304" charset="0"/>
              </a:rPr>
              <a:t>blocking</a:t>
            </a:r>
            <a:r>
              <a:rPr lang="en-US" sz="2400" dirty="0">
                <a:latin typeface="Times New Roman" panose="02020603050405020304" charset="0"/>
                <a:cs typeface="Times New Roman" panose="02020603050405020304" charset="0"/>
              </a:rPr>
              <a:t>, but in case of Fork-</a:t>
            </a:r>
            <a:r>
              <a:rPr lang="en-US" sz="2400" dirty="0" err="1">
                <a:latin typeface="Times New Roman" panose="02020603050405020304" charset="0"/>
                <a:cs typeface="Times New Roman" panose="02020603050405020304" charset="0"/>
              </a:rPr>
              <a:t>Join_none</a:t>
            </a:r>
            <a:r>
              <a:rPr lang="en-US" sz="2400" dirty="0">
                <a:latin typeface="Times New Roman" panose="02020603050405020304" charset="0"/>
                <a:cs typeface="Times New Roman" panose="02020603050405020304" charset="0"/>
              </a:rPr>
              <a:t> fork block will be </a:t>
            </a:r>
            <a:r>
              <a:rPr lang="en-US" sz="2400" dirty="0">
                <a:solidFill>
                  <a:srgbClr val="FF0000"/>
                </a:solidFill>
                <a:latin typeface="Times New Roman" panose="02020603050405020304" charset="0"/>
                <a:cs typeface="Times New Roman" panose="02020603050405020304" charset="0"/>
              </a:rPr>
              <a:t>non-blocking</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Processes inside the fork-</a:t>
            </a:r>
            <a:r>
              <a:rPr lang="en-US" sz="2400" dirty="0" err="1">
                <a:latin typeface="Times New Roman" panose="02020603050405020304" charset="0"/>
                <a:cs typeface="Times New Roman" panose="02020603050405020304" charset="0"/>
              </a:rPr>
              <a:t>join_none</a:t>
            </a:r>
            <a:r>
              <a:rPr lang="en-US" sz="2400" dirty="0">
                <a:latin typeface="Times New Roman" panose="02020603050405020304" charset="0"/>
                <a:cs typeface="Times New Roman" panose="02020603050405020304" charset="0"/>
              </a:rPr>
              <a:t> block will be started at the same time, fork block will not wait for the completion of the Process inside the  fork-</a:t>
            </a:r>
            <a:r>
              <a:rPr lang="en-US" sz="2400" dirty="0" err="1">
                <a:latin typeface="Times New Roman" panose="02020603050405020304" charset="0"/>
                <a:cs typeface="Times New Roman" panose="02020603050405020304" charset="0"/>
              </a:rPr>
              <a:t>join_none</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Syntax</a:t>
            </a:r>
          </a:p>
          <a:p>
            <a:pPr marL="457200" lvl="1" indent="457200">
              <a:buNone/>
            </a:pPr>
            <a:r>
              <a:rPr lang="en-US" sz="2400" dirty="0">
                <a:latin typeface="Times New Roman" panose="02020603050405020304" charset="0"/>
                <a:cs typeface="Times New Roman" panose="02020603050405020304" charset="0"/>
              </a:rPr>
              <a:t>fork</a:t>
            </a:r>
          </a:p>
          <a:p>
            <a:pPr marL="1371600" lvl="3" indent="0">
              <a:buNone/>
            </a:pPr>
            <a:r>
              <a:rPr lang="en-US" dirty="0">
                <a:latin typeface="Times New Roman" panose="02020603050405020304" charset="0"/>
                <a:cs typeface="Times New Roman" panose="02020603050405020304" charset="0"/>
              </a:rPr>
              <a:t>// Thread 1</a:t>
            </a:r>
          </a:p>
          <a:p>
            <a:pPr marL="1371600" lvl="3" indent="0">
              <a:buNone/>
            </a:pPr>
            <a:r>
              <a:rPr lang="en-US" dirty="0">
                <a:latin typeface="Times New Roman" panose="02020603050405020304" charset="0"/>
                <a:cs typeface="Times New Roman" panose="02020603050405020304" charset="0"/>
              </a:rPr>
              <a:t>// Thread 2</a:t>
            </a:r>
          </a:p>
          <a:p>
            <a:pPr marL="1371600" lvl="3" indent="0">
              <a:buNone/>
            </a:pPr>
            <a:r>
              <a:rPr lang="en-US" dirty="0">
                <a:latin typeface="Times New Roman" panose="02020603050405020304" charset="0"/>
                <a:cs typeface="Times New Roman" panose="02020603050405020304" charset="0"/>
              </a:rPr>
              <a:t>// ...</a:t>
            </a:r>
          </a:p>
          <a:p>
            <a:pPr marL="1371600" lvl="3" indent="0">
              <a:buNone/>
            </a:pPr>
            <a:r>
              <a:rPr lang="en-US" dirty="0">
                <a:latin typeface="Times New Roman" panose="02020603050405020304" charset="0"/>
                <a:cs typeface="Times New Roman" panose="02020603050405020304" charset="0"/>
              </a:rPr>
              <a:t>// Thread N</a:t>
            </a:r>
          </a:p>
          <a:p>
            <a:pPr marL="914400" lvl="2" indent="0">
              <a:buNone/>
            </a:pPr>
            <a:r>
              <a:rPr lang="en-US" dirty="0" err="1">
                <a:latin typeface="Times New Roman" panose="02020603050405020304" charset="0"/>
                <a:cs typeface="Times New Roman" panose="02020603050405020304" charset="0"/>
              </a:rPr>
              <a:t>join_none</a:t>
            </a:r>
            <a:endParaRPr lang="en-US" dirty="0">
              <a:latin typeface="Times New Roman" panose="02020603050405020304" charset="0"/>
              <a:cs typeface="Times New Roman" panose="02020603050405020304" charset="0"/>
            </a:endParaRPr>
          </a:p>
        </p:txBody>
      </p:sp>
      <p:sp>
        <p:nvSpPr>
          <p:cNvPr id="5" name="Date Placeholder 4">
            <a:extLst>
              <a:ext uri="{FF2B5EF4-FFF2-40B4-BE49-F238E27FC236}">
                <a16:creationId xmlns:a16="http://schemas.microsoft.com/office/drawing/2014/main" id="{5A1AC21A-23B4-C37E-F1CC-9EDD245DB363}"/>
              </a:ext>
            </a:extLst>
          </p:cNvPr>
          <p:cNvSpPr>
            <a:spLocks noGrp="1"/>
          </p:cNvSpPr>
          <p:nvPr>
            <p:ph type="dt" sz="half" idx="10"/>
          </p:nvPr>
        </p:nvSpPr>
        <p:spPr/>
        <p:txBody>
          <a:bodyPr/>
          <a:lstStyle/>
          <a:p>
            <a:fld id="{4D543388-C484-4401-AEEB-5BA9A90ED654}" type="datetime1">
              <a:rPr lang="en-IN" smtClean="0"/>
              <a:pPr/>
              <a:t>31-10-2025</a:t>
            </a:fld>
            <a:endParaRPr lang="en-IN"/>
          </a:p>
        </p:txBody>
      </p:sp>
      <p:sp>
        <p:nvSpPr>
          <p:cNvPr id="6" name="Footer Placeholder 5">
            <a:extLst>
              <a:ext uri="{FF2B5EF4-FFF2-40B4-BE49-F238E27FC236}">
                <a16:creationId xmlns:a16="http://schemas.microsoft.com/office/drawing/2014/main" id="{D42077AB-4CD8-80E3-A9C5-A6B32F76B53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5221DDA-BEF7-4D9D-C038-340F234CAA65}"/>
              </a:ext>
            </a:extLst>
          </p:cNvPr>
          <p:cNvSpPr>
            <a:spLocks noGrp="1"/>
          </p:cNvSpPr>
          <p:nvPr>
            <p:ph type="sldNum" sz="quarter" idx="12"/>
          </p:nvPr>
        </p:nvSpPr>
        <p:spPr/>
        <p:txBody>
          <a:bodyPr/>
          <a:lstStyle/>
          <a:p>
            <a:fld id="{56BB8B7D-B437-4E80-9B4F-EB7501C8BBDD}" type="slidenum">
              <a:rPr lang="en-IN" smtClean="0"/>
              <a:pPr/>
              <a:t>112</a:t>
            </a:fld>
            <a:endParaRPr lang="en-IN"/>
          </a:p>
        </p:txBody>
      </p:sp>
      <p:pic>
        <p:nvPicPr>
          <p:cNvPr id="4" name="Picture 3"/>
          <p:cNvPicPr>
            <a:picLocks noChangeAspect="1"/>
          </p:cNvPicPr>
          <p:nvPr/>
        </p:nvPicPr>
        <p:blipFill>
          <a:blip r:embed="rId2"/>
          <a:stretch>
            <a:fillRect/>
          </a:stretch>
        </p:blipFill>
        <p:spPr>
          <a:xfrm>
            <a:off x="6096000" y="2847372"/>
            <a:ext cx="4277360" cy="3465163"/>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normAutofit fontScale="92500"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fork_join_none_example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initial begin</a:t>
            </a:r>
          </a:p>
          <a:p>
            <a:pPr marL="809625" indent="0">
              <a:buNone/>
            </a:pPr>
            <a:r>
              <a:rPr lang="en-US" sz="2000" dirty="0">
                <a:latin typeface="Times New Roman" panose="02020603050405020304" charset="0"/>
                <a:cs typeface="Times New Roman" panose="02020603050405020304" charset="0"/>
              </a:rPr>
              <a:t>$display ("[%0t] Main Thread: Fork join going to start", $time);</a:t>
            </a:r>
          </a:p>
          <a:p>
            <a:pPr marL="809625" indent="0">
              <a:buNone/>
            </a:pPr>
            <a:r>
              <a:rPr lang="en-US" sz="2000" dirty="0">
                <a:latin typeface="Times New Roman" panose="02020603050405020304" charset="0"/>
                <a:cs typeface="Times New Roman" panose="02020603050405020304" charset="0"/>
              </a:rPr>
              <a:t>fork</a:t>
            </a:r>
          </a:p>
          <a:p>
            <a:pPr marL="809625" indent="0">
              <a:buNone/>
            </a:pPr>
            <a:r>
              <a:rPr lang="en-US" sz="2000" dirty="0">
                <a:latin typeface="Times New Roman" panose="02020603050405020304" charset="0"/>
                <a:cs typeface="Times New Roman" panose="02020603050405020304" charset="0"/>
              </a:rPr>
              <a:t> print (20, "Thread1_0");</a:t>
            </a:r>
          </a:p>
          <a:p>
            <a:pPr marL="809625" indent="0">
              <a:buNone/>
            </a:pPr>
            <a:r>
              <a:rPr lang="en-US" sz="2000" dirty="0">
                <a:latin typeface="Times New Roman" panose="02020603050405020304" charset="0"/>
                <a:cs typeface="Times New Roman" panose="02020603050405020304" charset="0"/>
              </a:rPr>
              <a:t> print (30, "Thread1_1");</a:t>
            </a:r>
          </a:p>
          <a:p>
            <a:pPr marL="809625" indent="0">
              <a:buNone/>
            </a:pPr>
            <a:r>
              <a:rPr lang="en-US" sz="2000" dirty="0">
                <a:latin typeface="Times New Roman" panose="02020603050405020304" charset="0"/>
                <a:cs typeface="Times New Roman" panose="02020603050405020304" charset="0"/>
              </a:rPr>
              <a:t> print (10, "Thread2");</a:t>
            </a:r>
          </a:p>
          <a:p>
            <a:pPr marL="809625" indent="0">
              <a:buNone/>
            </a:pPr>
            <a:r>
              <a:rPr lang="en-US" sz="2000" dirty="0" err="1">
                <a:latin typeface="Times New Roman" panose="02020603050405020304" charset="0"/>
                <a:cs typeface="Times New Roman" panose="02020603050405020304" charset="0"/>
              </a:rPr>
              <a:t>join_none</a:t>
            </a:r>
            <a:endParaRPr lang="en-US" sz="2000" dirty="0">
              <a:latin typeface="Times New Roman" panose="02020603050405020304" charset="0"/>
              <a:cs typeface="Times New Roman" panose="02020603050405020304" charset="0"/>
            </a:endParaRPr>
          </a:p>
          <a:p>
            <a:pPr marL="809625" indent="0">
              <a:buNone/>
            </a:pPr>
            <a:r>
              <a:rPr lang="en-US" sz="2000" dirty="0">
                <a:latin typeface="Times New Roman" panose="02020603050405020304" charset="0"/>
                <a:cs typeface="Times New Roman" panose="02020603050405020304" charset="0"/>
              </a:rPr>
              <a:t>$display ("[%0t] Main Thread: Fork join has finished", $time);</a:t>
            </a:r>
          </a:p>
          <a:p>
            <a:pPr marL="809625" indent="0">
              <a:buNone/>
            </a:pPr>
            <a:r>
              <a:rPr lang="en-US" sz="2000" dirty="0">
                <a:latin typeface="Times New Roman" panose="02020603050405020304" charset="0"/>
                <a:cs typeface="Times New Roman" panose="02020603050405020304" charset="0"/>
              </a:rPr>
              <a:t>end</a:t>
            </a:r>
          </a:p>
          <a:p>
            <a:pPr marL="809625" indent="0">
              <a:buNone/>
            </a:pPr>
            <a:r>
              <a:rPr lang="en-US" sz="2000" dirty="0">
                <a:latin typeface="Times New Roman" panose="02020603050405020304" charset="0"/>
                <a:cs typeface="Times New Roman" panose="02020603050405020304" charset="0"/>
              </a:rPr>
              <a:t>task automatic print (int _time, string </a:t>
            </a:r>
            <a:r>
              <a:rPr lang="en-US" sz="2000" dirty="0" err="1">
                <a:latin typeface="Times New Roman" panose="02020603050405020304" charset="0"/>
                <a:cs typeface="Times New Roman" panose="02020603050405020304" charset="0"/>
              </a:rPr>
              <a:t>t_name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 #(_time) $display ("[%0t] %s", $time, </a:t>
            </a:r>
            <a:r>
              <a:rPr lang="en-US" sz="2000" dirty="0" err="1">
                <a:latin typeface="Times New Roman" panose="02020603050405020304" charset="0"/>
                <a:cs typeface="Times New Roman" panose="02020603050405020304" charset="0"/>
              </a:rPr>
              <a:t>t_name</a:t>
            </a:r>
            <a:r>
              <a:rPr lang="en-US" sz="2000" dirty="0">
                <a:latin typeface="Times New Roman" panose="02020603050405020304" charset="0"/>
                <a:cs typeface="Times New Roman" panose="02020603050405020304" charset="0"/>
              </a:rPr>
              <a:t>);</a:t>
            </a:r>
          </a:p>
          <a:p>
            <a:pPr marL="809625" indent="0">
              <a:buNone/>
            </a:pPr>
            <a:r>
              <a:rPr lang="en-US" sz="2000" dirty="0" err="1">
                <a:latin typeface="Times New Roman" panose="02020603050405020304" charset="0"/>
                <a:cs typeface="Times New Roman" panose="02020603050405020304" charset="0"/>
              </a:rPr>
              <a:t>endtask</a:t>
            </a:r>
            <a:endParaRPr lang="en-US" sz="2000" dirty="0">
              <a:latin typeface="Times New Roman" panose="02020603050405020304" charset="0"/>
              <a:cs typeface="Times New Roman" panose="02020603050405020304" charset="0"/>
            </a:endParaRP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5BF48EB9-89E9-1A68-B473-2E6BA659D34F}"/>
              </a:ext>
            </a:extLst>
          </p:cNvPr>
          <p:cNvSpPr>
            <a:spLocks noGrp="1"/>
          </p:cNvSpPr>
          <p:nvPr>
            <p:ph type="dt" sz="half" idx="10"/>
          </p:nvPr>
        </p:nvSpPr>
        <p:spPr/>
        <p:txBody>
          <a:bodyPr/>
          <a:lstStyle/>
          <a:p>
            <a:fld id="{5E3B6C8A-032C-46E8-9B66-70495F43F927}" type="datetime1">
              <a:rPr lang="en-IN" smtClean="0"/>
              <a:pPr/>
              <a:t>31-10-2025</a:t>
            </a:fld>
            <a:endParaRPr lang="en-IN"/>
          </a:p>
        </p:txBody>
      </p:sp>
      <p:sp>
        <p:nvSpPr>
          <p:cNvPr id="5" name="Footer Placeholder 4">
            <a:extLst>
              <a:ext uri="{FF2B5EF4-FFF2-40B4-BE49-F238E27FC236}">
                <a16:creationId xmlns:a16="http://schemas.microsoft.com/office/drawing/2014/main" id="{490736A3-9F00-71AF-CFE3-E3DB12BB0FA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C1A32E9-80E5-59DA-B936-98D5DD57AE89}"/>
              </a:ext>
            </a:extLst>
          </p:cNvPr>
          <p:cNvSpPr>
            <a:spLocks noGrp="1"/>
          </p:cNvSpPr>
          <p:nvPr>
            <p:ph type="sldNum" sz="quarter" idx="12"/>
          </p:nvPr>
        </p:nvSpPr>
        <p:spPr/>
        <p:txBody>
          <a:bodyPr/>
          <a:lstStyle/>
          <a:p>
            <a:fld id="{56BB8B7D-B437-4E80-9B4F-EB7501C8BBDD}" type="slidenum">
              <a:rPr lang="en-IN" smtClean="0"/>
              <a:pPr/>
              <a:t>113</a:t>
            </a:fld>
            <a:endParaRPr lang="en-IN"/>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Wait Fork</a:t>
            </a:r>
            <a:endParaRPr lang="en-US" sz="2400" dirty="0">
              <a:latin typeface="Times New Roman" panose="02020603050405020304" charset="0"/>
              <a:cs typeface="Times New Roman" panose="02020603050405020304" charset="0"/>
            </a:endParaRPr>
          </a:p>
          <a:p>
            <a:pPr lvl="1">
              <a:buFont typeface="Wingdings" panose="05000000000000000000" charset="0"/>
              <a:buChar char="Ø"/>
            </a:pPr>
            <a:r>
              <a:rPr lang="en-US" sz="2400" dirty="0">
                <a:latin typeface="Times New Roman" panose="02020603050405020304" charset="0"/>
                <a:cs typeface="Times New Roman" panose="02020603050405020304" charset="0"/>
              </a:rPr>
              <a:t>wait fork causes the process to </a:t>
            </a:r>
            <a:r>
              <a:rPr lang="en-US" sz="2400" dirty="0">
                <a:solidFill>
                  <a:srgbClr val="FF0000"/>
                </a:solidFill>
                <a:latin typeface="Times New Roman" panose="02020603050405020304" charset="0"/>
                <a:cs typeface="Times New Roman" panose="02020603050405020304" charset="0"/>
              </a:rPr>
              <a:t>block</a:t>
            </a:r>
            <a:r>
              <a:rPr lang="en-US" sz="2400" dirty="0">
                <a:latin typeface="Times New Roman" panose="02020603050405020304" charset="0"/>
                <a:cs typeface="Times New Roman" panose="02020603050405020304" charset="0"/>
              </a:rPr>
              <a:t> until the completion of all processes started from fork blocks.</a:t>
            </a:r>
          </a:p>
          <a:p>
            <a:pPr lvl="1">
              <a:buFont typeface="Wingdings" panose="05000000000000000000" charset="0"/>
              <a:buChar char="Ø"/>
            </a:pPr>
            <a:r>
              <a:rPr lang="en-US" sz="2400" dirty="0">
                <a:latin typeface="Times New Roman" panose="02020603050405020304" charset="0"/>
                <a:cs typeface="Times New Roman" panose="02020603050405020304" charset="0"/>
                <a:sym typeface="+mn-ea"/>
              </a:rPr>
              <a:t>Syntax</a:t>
            </a:r>
            <a:endParaRPr lang="en-US" sz="2400" dirty="0">
              <a:latin typeface="Times New Roman" panose="02020603050405020304" charset="0"/>
              <a:cs typeface="Times New Roman" panose="02020603050405020304" charset="0"/>
            </a:endParaRPr>
          </a:p>
          <a:p>
            <a:pPr marL="457200" lvl="1" indent="457200">
              <a:buNone/>
            </a:pPr>
            <a:r>
              <a:rPr lang="en-US" sz="2400" dirty="0">
                <a:latin typeface="Times New Roman" panose="02020603050405020304" charset="0"/>
                <a:cs typeface="Times New Roman" panose="02020603050405020304" charset="0"/>
                <a:sym typeface="+mn-ea"/>
              </a:rPr>
              <a:t>fork</a:t>
            </a:r>
            <a:endParaRPr lang="en-US" sz="2400" dirty="0">
              <a:latin typeface="Times New Roman" panose="02020603050405020304" charset="0"/>
              <a:cs typeface="Times New Roman" panose="02020603050405020304" charset="0"/>
            </a:endParaRPr>
          </a:p>
          <a:p>
            <a:pPr marL="1371600" lvl="3" indent="0">
              <a:buNone/>
            </a:pPr>
            <a:r>
              <a:rPr lang="en-US" sz="2400" dirty="0">
                <a:latin typeface="Times New Roman" panose="02020603050405020304" charset="0"/>
                <a:cs typeface="Times New Roman" panose="02020603050405020304" charset="0"/>
                <a:sym typeface="+mn-ea"/>
              </a:rPr>
              <a:t>// Thread 1</a:t>
            </a:r>
            <a:endParaRPr lang="en-US" sz="2400" dirty="0">
              <a:latin typeface="Times New Roman" panose="02020603050405020304" charset="0"/>
              <a:cs typeface="Times New Roman" panose="02020603050405020304" charset="0"/>
            </a:endParaRPr>
          </a:p>
          <a:p>
            <a:pPr marL="1371600" lvl="3" indent="0">
              <a:buNone/>
            </a:pPr>
            <a:r>
              <a:rPr lang="en-US" sz="2400" dirty="0">
                <a:latin typeface="Times New Roman" panose="02020603050405020304" charset="0"/>
                <a:cs typeface="Times New Roman" panose="02020603050405020304" charset="0"/>
                <a:sym typeface="+mn-ea"/>
              </a:rPr>
              <a:t>// Thread 2</a:t>
            </a:r>
            <a:endParaRPr lang="en-US" sz="2400" dirty="0">
              <a:latin typeface="Times New Roman" panose="02020603050405020304" charset="0"/>
              <a:cs typeface="Times New Roman" panose="02020603050405020304" charset="0"/>
            </a:endParaRPr>
          </a:p>
          <a:p>
            <a:pPr marL="1371600" lvl="3" indent="0">
              <a:buNone/>
            </a:pPr>
            <a:r>
              <a:rPr lang="en-US" sz="2400" dirty="0">
                <a:latin typeface="Times New Roman" panose="02020603050405020304" charset="0"/>
                <a:cs typeface="Times New Roman" panose="02020603050405020304" charset="0"/>
                <a:sym typeface="+mn-ea"/>
              </a:rPr>
              <a:t>// ...</a:t>
            </a:r>
            <a:endParaRPr lang="en-US" sz="2400" dirty="0">
              <a:latin typeface="Times New Roman" panose="02020603050405020304" charset="0"/>
              <a:cs typeface="Times New Roman" panose="02020603050405020304" charset="0"/>
            </a:endParaRPr>
          </a:p>
          <a:p>
            <a:pPr marL="1371600" lvl="3" indent="0">
              <a:buNone/>
            </a:pPr>
            <a:r>
              <a:rPr lang="en-US" sz="2400" dirty="0">
                <a:latin typeface="Times New Roman" panose="02020603050405020304" charset="0"/>
                <a:cs typeface="Times New Roman" panose="02020603050405020304" charset="0"/>
                <a:sym typeface="+mn-ea"/>
              </a:rPr>
              <a:t>// Thread N</a:t>
            </a:r>
            <a:endParaRPr lang="en-US" sz="2400" dirty="0">
              <a:latin typeface="Times New Roman" panose="02020603050405020304" charset="0"/>
              <a:cs typeface="Times New Roman" panose="02020603050405020304" charset="0"/>
            </a:endParaRPr>
          </a:p>
          <a:p>
            <a:pPr marL="914400" lvl="2" indent="0">
              <a:buNone/>
            </a:pPr>
            <a:r>
              <a:rPr lang="en-US" sz="2400" dirty="0" err="1">
                <a:latin typeface="Times New Roman" panose="02020603050405020304" charset="0"/>
                <a:cs typeface="Times New Roman" panose="02020603050405020304" charset="0"/>
                <a:sym typeface="+mn-ea"/>
              </a:rPr>
              <a:t>join_none</a:t>
            </a:r>
            <a:endParaRPr lang="en-US" sz="2400" dirty="0">
              <a:latin typeface="Times New Roman" panose="02020603050405020304" charset="0"/>
              <a:cs typeface="Times New Roman" panose="02020603050405020304" charset="0"/>
              <a:sym typeface="+mn-ea"/>
            </a:endParaRPr>
          </a:p>
          <a:p>
            <a:pPr marL="914400" lvl="2" indent="0">
              <a:buNone/>
            </a:pPr>
            <a:r>
              <a:rPr lang="en-US" sz="2400" dirty="0">
                <a:latin typeface="Times New Roman" panose="02020603050405020304" charset="0"/>
                <a:cs typeface="Times New Roman" panose="02020603050405020304" charset="0"/>
                <a:sym typeface="+mn-ea"/>
              </a:rPr>
              <a:t>//statements.....</a:t>
            </a:r>
          </a:p>
          <a:p>
            <a:pPr marL="914400" lvl="2" indent="0">
              <a:buNone/>
            </a:pPr>
            <a:r>
              <a:rPr lang="en-US" sz="2400" dirty="0">
                <a:latin typeface="Times New Roman" panose="02020603050405020304" charset="0"/>
                <a:cs typeface="Times New Roman" panose="02020603050405020304" charset="0"/>
              </a:rPr>
              <a:t>wait fork;</a:t>
            </a:r>
          </a:p>
        </p:txBody>
      </p:sp>
      <p:sp>
        <p:nvSpPr>
          <p:cNvPr id="4" name="Date Placeholder 3">
            <a:extLst>
              <a:ext uri="{FF2B5EF4-FFF2-40B4-BE49-F238E27FC236}">
                <a16:creationId xmlns:a16="http://schemas.microsoft.com/office/drawing/2014/main" id="{3FCAB509-9CAC-980E-B2BF-296921B5BEED}"/>
              </a:ext>
            </a:extLst>
          </p:cNvPr>
          <p:cNvSpPr>
            <a:spLocks noGrp="1"/>
          </p:cNvSpPr>
          <p:nvPr>
            <p:ph type="dt" sz="half" idx="10"/>
          </p:nvPr>
        </p:nvSpPr>
        <p:spPr/>
        <p:txBody>
          <a:bodyPr/>
          <a:lstStyle/>
          <a:p>
            <a:fld id="{8511DF6C-B2A3-4F78-B146-0148218436BE}" type="datetime1">
              <a:rPr lang="en-IN" smtClean="0"/>
              <a:pPr/>
              <a:t>31-10-2025</a:t>
            </a:fld>
            <a:endParaRPr lang="en-IN"/>
          </a:p>
        </p:txBody>
      </p:sp>
      <p:sp>
        <p:nvSpPr>
          <p:cNvPr id="5" name="Footer Placeholder 4">
            <a:extLst>
              <a:ext uri="{FF2B5EF4-FFF2-40B4-BE49-F238E27FC236}">
                <a16:creationId xmlns:a16="http://schemas.microsoft.com/office/drawing/2014/main" id="{B2FC18C0-4E4F-5256-198F-ADCFA144FEA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A2784D1-89E5-20E1-C303-223A95C02B5B}"/>
              </a:ext>
            </a:extLst>
          </p:cNvPr>
          <p:cNvSpPr>
            <a:spLocks noGrp="1"/>
          </p:cNvSpPr>
          <p:nvPr>
            <p:ph type="sldNum" sz="quarter" idx="12"/>
          </p:nvPr>
        </p:nvSpPr>
        <p:spPr/>
        <p:txBody>
          <a:bodyPr/>
          <a:lstStyle/>
          <a:p>
            <a:fld id="{56BB8B7D-B437-4E80-9B4F-EB7501C8BBDD}" type="slidenum">
              <a:rPr lang="en-IN" smtClean="0"/>
              <a:pPr/>
              <a:t>114</a:t>
            </a:fld>
            <a:endParaRPr lang="en-I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a:xfrm>
            <a:off x="609600" y="1266190"/>
            <a:ext cx="10972800" cy="4860290"/>
          </a:xfrm>
        </p:spPr>
        <p:txBody>
          <a:bodyPr>
            <a:normAutofit fontScale="92500"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fork_wait_example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initial begin</a:t>
            </a:r>
          </a:p>
          <a:p>
            <a:pPr marL="809625" indent="0">
              <a:buNone/>
            </a:pPr>
            <a:r>
              <a:rPr lang="en-US" sz="2000" dirty="0">
                <a:latin typeface="Times New Roman" panose="02020603050405020304" charset="0"/>
                <a:cs typeface="Times New Roman" panose="02020603050405020304" charset="0"/>
              </a:rPr>
              <a:t>fork</a:t>
            </a:r>
          </a:p>
          <a:p>
            <a:pPr marL="809625" indent="0">
              <a:buNone/>
            </a:pPr>
            <a:r>
              <a:rPr lang="en-US" sz="2000" dirty="0">
                <a:latin typeface="Times New Roman" panose="02020603050405020304" charset="0"/>
                <a:cs typeface="Times New Roman" panose="02020603050405020304" charset="0"/>
              </a:rPr>
              <a:t>#40 $display ("[%0t ns] Show #40 $display statement", $time);</a:t>
            </a:r>
          </a:p>
          <a:p>
            <a:pPr marL="809625" indent="0">
              <a:buNone/>
            </a:pPr>
            <a:r>
              <a:rPr lang="en-US" sz="2000" dirty="0">
                <a:latin typeface="Times New Roman" panose="02020603050405020304" charset="0"/>
                <a:cs typeface="Times New Roman" panose="02020603050405020304" charset="0"/>
              </a:rPr>
              <a:t>begin</a:t>
            </a:r>
          </a:p>
          <a:p>
            <a:pPr marL="809625" indent="0">
              <a:buNone/>
            </a:pPr>
            <a:r>
              <a:rPr lang="en-US" sz="2000" dirty="0">
                <a:latin typeface="Times New Roman" panose="02020603050405020304" charset="0"/>
                <a:cs typeface="Times New Roman" panose="02020603050405020304" charset="0"/>
              </a:rPr>
              <a:t>#20 $display ("[%0t ns] Show #20 $display statement", $time);</a:t>
            </a:r>
          </a:p>
          <a:p>
            <a:pPr marL="809625" indent="0">
              <a:buNone/>
            </a:pPr>
            <a:r>
              <a:rPr lang="en-US" sz="2000" dirty="0">
                <a:latin typeface="Times New Roman" panose="02020603050405020304" charset="0"/>
                <a:cs typeface="Times New Roman" panose="02020603050405020304" charset="0"/>
              </a:rPr>
              <a:t>#50 $display ("[%0t ns] Show #50 $display statement", $time);</a:t>
            </a:r>
          </a:p>
          <a:p>
            <a:pPr marL="809625" indent="0">
              <a:buNone/>
            </a:pPr>
            <a:r>
              <a:rPr lang="en-US" sz="2000" dirty="0">
                <a:latin typeface="Times New Roman" panose="02020603050405020304" charset="0"/>
                <a:cs typeface="Times New Roman" panose="02020603050405020304" charset="0"/>
              </a:rPr>
              <a:t>end</a:t>
            </a:r>
          </a:p>
          <a:p>
            <a:pPr marL="809625" indent="0">
              <a:buNone/>
            </a:pPr>
            <a:r>
              <a:rPr lang="en-US" sz="2000" dirty="0">
                <a:latin typeface="Times New Roman" panose="02020603050405020304" charset="0"/>
                <a:cs typeface="Times New Roman" panose="02020603050405020304" charset="0"/>
              </a:rPr>
              <a:t>#60 $display ("[%0t ns] TIMEOUT", $time);</a:t>
            </a:r>
          </a:p>
          <a:p>
            <a:pPr marL="809625" indent="0">
              <a:buNone/>
            </a:pPr>
            <a:r>
              <a:rPr lang="en-US" sz="2000" dirty="0" err="1">
                <a:latin typeface="Times New Roman" panose="02020603050405020304" charset="0"/>
                <a:cs typeface="Times New Roman" panose="02020603050405020304" charset="0"/>
              </a:rPr>
              <a:t>join_any</a:t>
            </a:r>
            <a:endParaRPr lang="en-US" sz="2000" dirty="0">
              <a:latin typeface="Times New Roman" panose="02020603050405020304" charset="0"/>
              <a:cs typeface="Times New Roman" panose="02020603050405020304" charset="0"/>
            </a:endParaRPr>
          </a:p>
          <a:p>
            <a:pPr marL="809625" indent="0">
              <a:buNone/>
            </a:pPr>
            <a:r>
              <a:rPr lang="en-US" sz="2000" dirty="0">
                <a:latin typeface="Times New Roman" panose="02020603050405020304" charset="0"/>
                <a:cs typeface="Times New Roman" panose="02020603050405020304" charset="0"/>
              </a:rPr>
              <a:t> $display ("[%0t ns] Fork join is done, wait fork to end", $time);</a:t>
            </a:r>
          </a:p>
          <a:p>
            <a:pPr marL="809625" indent="0">
              <a:buNone/>
            </a:pPr>
            <a:r>
              <a:rPr lang="en-US" sz="2000" dirty="0">
                <a:latin typeface="Times New Roman" panose="02020603050405020304" charset="0"/>
                <a:cs typeface="Times New Roman" panose="02020603050405020304" charset="0"/>
              </a:rPr>
              <a:t> wait fork;</a:t>
            </a:r>
          </a:p>
          <a:p>
            <a:pPr marL="809625" indent="0">
              <a:buNone/>
            </a:pPr>
            <a:r>
              <a:rPr lang="en-US" sz="2000" dirty="0">
                <a:latin typeface="Times New Roman" panose="02020603050405020304" charset="0"/>
                <a:cs typeface="Times New Roman" panose="02020603050405020304" charset="0"/>
              </a:rPr>
              <a:t> $display ("[%0t ns] Fork join is over", $time);</a:t>
            </a:r>
          </a:p>
          <a:p>
            <a:pPr marL="809625" indent="0">
              <a:buNone/>
            </a:pPr>
            <a:r>
              <a:rPr lang="en-US" sz="2000" dirty="0">
                <a:latin typeface="Times New Roman" panose="02020603050405020304" charset="0"/>
                <a:cs typeface="Times New Roman" panose="02020603050405020304" charset="0"/>
              </a:rPr>
              <a:t>end</a:t>
            </a: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6091B9CA-1529-AA5A-4061-4831C0837C92}"/>
              </a:ext>
            </a:extLst>
          </p:cNvPr>
          <p:cNvSpPr>
            <a:spLocks noGrp="1"/>
          </p:cNvSpPr>
          <p:nvPr>
            <p:ph type="dt" sz="half" idx="10"/>
          </p:nvPr>
        </p:nvSpPr>
        <p:spPr/>
        <p:txBody>
          <a:bodyPr/>
          <a:lstStyle/>
          <a:p>
            <a:fld id="{FD41BCDF-FA7B-4051-B0A9-481131134650}" type="datetime1">
              <a:rPr lang="en-IN" smtClean="0"/>
              <a:pPr/>
              <a:t>31-10-2025</a:t>
            </a:fld>
            <a:endParaRPr lang="en-IN"/>
          </a:p>
        </p:txBody>
      </p:sp>
      <p:sp>
        <p:nvSpPr>
          <p:cNvPr id="5" name="Footer Placeholder 4">
            <a:extLst>
              <a:ext uri="{FF2B5EF4-FFF2-40B4-BE49-F238E27FC236}">
                <a16:creationId xmlns:a16="http://schemas.microsoft.com/office/drawing/2014/main" id="{82F715B6-8DE0-70D7-20C5-F243AC6C469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21E03B7-0FD1-32C9-C5AD-ED528E0FF0A4}"/>
              </a:ext>
            </a:extLst>
          </p:cNvPr>
          <p:cNvSpPr>
            <a:spLocks noGrp="1"/>
          </p:cNvSpPr>
          <p:nvPr>
            <p:ph type="sldNum" sz="quarter" idx="12"/>
          </p:nvPr>
        </p:nvSpPr>
        <p:spPr/>
        <p:txBody>
          <a:bodyPr/>
          <a:lstStyle/>
          <a:p>
            <a:fld id="{56BB8B7D-B437-4E80-9B4F-EB7501C8BBDD}" type="slidenum">
              <a:rPr lang="en-IN" smtClean="0"/>
              <a:pPr/>
              <a:t>115</a:t>
            </a:fld>
            <a:endParaRPr lang="en-I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lstStyle/>
          <a:p>
            <a:pPr>
              <a:buFont typeface="Wingdings" panose="05000000000000000000" charset="0"/>
              <a:buChar char="§"/>
            </a:pPr>
            <a:r>
              <a:rPr lang="en-US" sz="2400">
                <a:solidFill>
                  <a:schemeClr val="tx2">
                    <a:lumMod val="60000"/>
                    <a:lumOff val="40000"/>
                  </a:schemeClr>
                </a:solidFill>
                <a:latin typeface="Times New Roman" panose="02020603050405020304" charset="0"/>
                <a:cs typeface="Times New Roman" panose="02020603050405020304" charset="0"/>
              </a:rPr>
              <a:t>Fork Disable</a:t>
            </a:r>
          </a:p>
          <a:p>
            <a:pPr lvl="1">
              <a:buFont typeface="Wingdings" panose="05000000000000000000" charset="0"/>
              <a:buChar char="Ø"/>
            </a:pPr>
            <a:r>
              <a:rPr lang="en-US" sz="2100">
                <a:latin typeface="Times New Roman" panose="02020603050405020304" charset="0"/>
                <a:cs typeface="Times New Roman" panose="02020603050405020304" charset="0"/>
              </a:rPr>
              <a:t>disable fork causes the process to kill/terminate all the active processes started from fork blocks</a:t>
            </a:r>
          </a:p>
          <a:p>
            <a:pPr lvl="1">
              <a:buFont typeface="Wingdings" panose="05000000000000000000" charset="0"/>
              <a:buChar char="Ø"/>
            </a:pPr>
            <a:r>
              <a:rPr lang="en-US" sz="2400">
                <a:latin typeface="Times New Roman" panose="02020603050405020304" charset="0"/>
                <a:cs typeface="Times New Roman" panose="02020603050405020304" charset="0"/>
                <a:sym typeface="+mn-ea"/>
              </a:rPr>
              <a:t>Syntax</a:t>
            </a:r>
            <a:endParaRPr lang="en-US" sz="2400">
              <a:latin typeface="Times New Roman" panose="02020603050405020304" charset="0"/>
              <a:cs typeface="Times New Roman" panose="02020603050405020304" charset="0"/>
            </a:endParaRPr>
          </a:p>
          <a:p>
            <a:pPr marL="457200" lvl="1" indent="457200">
              <a:buNone/>
            </a:pPr>
            <a:r>
              <a:rPr lang="en-US" sz="2400">
                <a:latin typeface="Times New Roman" panose="02020603050405020304" charset="0"/>
                <a:cs typeface="Times New Roman" panose="02020603050405020304" charset="0"/>
                <a:sym typeface="+mn-ea"/>
              </a:rPr>
              <a:t>fork</a:t>
            </a:r>
            <a:endParaRPr lang="en-US" sz="2400">
              <a:latin typeface="Times New Roman" panose="02020603050405020304" charset="0"/>
              <a:cs typeface="Times New Roman" panose="02020603050405020304" charset="0"/>
            </a:endParaRPr>
          </a:p>
          <a:p>
            <a:pPr marL="1371600" lvl="3" indent="0">
              <a:buNone/>
            </a:pPr>
            <a:r>
              <a:rPr lang="en-US">
                <a:latin typeface="Times New Roman" panose="02020603050405020304" charset="0"/>
                <a:cs typeface="Times New Roman" panose="02020603050405020304" charset="0"/>
                <a:sym typeface="+mn-ea"/>
              </a:rPr>
              <a:t>// Thread 1</a:t>
            </a:r>
            <a:endParaRPr lang="en-US">
              <a:latin typeface="Times New Roman" panose="02020603050405020304" charset="0"/>
              <a:cs typeface="Times New Roman" panose="02020603050405020304" charset="0"/>
            </a:endParaRPr>
          </a:p>
          <a:p>
            <a:pPr marL="1371600" lvl="3" indent="0">
              <a:buNone/>
            </a:pPr>
            <a:r>
              <a:rPr lang="en-US">
                <a:latin typeface="Times New Roman" panose="02020603050405020304" charset="0"/>
                <a:cs typeface="Times New Roman" panose="02020603050405020304" charset="0"/>
                <a:sym typeface="+mn-ea"/>
              </a:rPr>
              <a:t>// Thread 2</a:t>
            </a:r>
            <a:endParaRPr lang="en-US">
              <a:latin typeface="Times New Roman" panose="02020603050405020304" charset="0"/>
              <a:cs typeface="Times New Roman" panose="02020603050405020304" charset="0"/>
            </a:endParaRPr>
          </a:p>
          <a:p>
            <a:pPr marL="1371600" lvl="3" indent="0">
              <a:buNone/>
            </a:pPr>
            <a:r>
              <a:rPr lang="en-US">
                <a:latin typeface="Times New Roman" panose="02020603050405020304" charset="0"/>
                <a:cs typeface="Times New Roman" panose="02020603050405020304" charset="0"/>
                <a:sym typeface="+mn-ea"/>
              </a:rPr>
              <a:t>// ...</a:t>
            </a:r>
            <a:endParaRPr lang="en-US">
              <a:latin typeface="Times New Roman" panose="02020603050405020304" charset="0"/>
              <a:cs typeface="Times New Roman" panose="02020603050405020304" charset="0"/>
            </a:endParaRPr>
          </a:p>
          <a:p>
            <a:pPr marL="1371600" lvl="3" indent="0">
              <a:buNone/>
            </a:pPr>
            <a:r>
              <a:rPr lang="en-US">
                <a:latin typeface="Times New Roman" panose="02020603050405020304" charset="0"/>
                <a:cs typeface="Times New Roman" panose="02020603050405020304" charset="0"/>
                <a:sym typeface="+mn-ea"/>
              </a:rPr>
              <a:t>// Thread N</a:t>
            </a:r>
            <a:endParaRPr lang="en-US">
              <a:latin typeface="Times New Roman" panose="02020603050405020304" charset="0"/>
              <a:cs typeface="Times New Roman" panose="02020603050405020304" charset="0"/>
            </a:endParaRPr>
          </a:p>
          <a:p>
            <a:pPr marL="914400" lvl="2" indent="0">
              <a:buNone/>
            </a:pPr>
            <a:r>
              <a:rPr lang="en-US" sz="2400">
                <a:latin typeface="Times New Roman" panose="02020603050405020304" charset="0"/>
                <a:cs typeface="Times New Roman" panose="02020603050405020304" charset="0"/>
                <a:sym typeface="+mn-ea"/>
              </a:rPr>
              <a:t>join_none</a:t>
            </a:r>
          </a:p>
          <a:p>
            <a:pPr marL="914400" lvl="2" indent="0">
              <a:buNone/>
            </a:pPr>
            <a:r>
              <a:rPr lang="en-US" sz="2400">
                <a:latin typeface="Times New Roman" panose="02020603050405020304" charset="0"/>
                <a:cs typeface="Times New Roman" panose="02020603050405020304" charset="0"/>
                <a:sym typeface="+mn-ea"/>
              </a:rPr>
              <a:t>disable fork;</a:t>
            </a:r>
            <a:endParaRPr lang="en-US" sz="210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51E8AB08-0046-7803-006C-9C021882CD7A}"/>
              </a:ext>
            </a:extLst>
          </p:cNvPr>
          <p:cNvSpPr>
            <a:spLocks noGrp="1"/>
          </p:cNvSpPr>
          <p:nvPr>
            <p:ph type="dt" sz="half" idx="10"/>
          </p:nvPr>
        </p:nvSpPr>
        <p:spPr/>
        <p:txBody>
          <a:bodyPr/>
          <a:lstStyle/>
          <a:p>
            <a:fld id="{F0E72AAD-0FEB-45BE-A751-3DBEEDF6CDB8}" type="datetime1">
              <a:rPr lang="en-IN" smtClean="0"/>
              <a:pPr/>
              <a:t>31-10-2025</a:t>
            </a:fld>
            <a:endParaRPr lang="en-IN"/>
          </a:p>
        </p:txBody>
      </p:sp>
      <p:sp>
        <p:nvSpPr>
          <p:cNvPr id="5" name="Footer Placeholder 4">
            <a:extLst>
              <a:ext uri="{FF2B5EF4-FFF2-40B4-BE49-F238E27FC236}">
                <a16:creationId xmlns:a16="http://schemas.microsoft.com/office/drawing/2014/main" id="{CF67B092-BE2B-4EFD-A19C-1F26FC72D54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72DE45C-724B-D0DE-587A-49AB8CF90D13}"/>
              </a:ext>
            </a:extLst>
          </p:cNvPr>
          <p:cNvSpPr>
            <a:spLocks noGrp="1"/>
          </p:cNvSpPr>
          <p:nvPr>
            <p:ph type="sldNum" sz="quarter" idx="12"/>
          </p:nvPr>
        </p:nvSpPr>
        <p:spPr/>
        <p:txBody>
          <a:bodyPr/>
          <a:lstStyle/>
          <a:p>
            <a:fld id="{56BB8B7D-B437-4E80-9B4F-EB7501C8BBDD}" type="slidenum">
              <a:rPr lang="en-IN" smtClean="0"/>
              <a:pPr/>
              <a:t>116</a:t>
            </a:fld>
            <a:endParaRPr lang="en-IN"/>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Processes</a:t>
            </a:r>
            <a:endParaRPr lang="en-US" sz="3600" dirty="0"/>
          </a:p>
        </p:txBody>
      </p:sp>
      <p:sp>
        <p:nvSpPr>
          <p:cNvPr id="3" name="Content Placeholder 2"/>
          <p:cNvSpPr>
            <a:spLocks noGrp="1"/>
          </p:cNvSpPr>
          <p:nvPr>
            <p:ph idx="1"/>
          </p:nvPr>
        </p:nvSpPr>
        <p:spPr/>
        <p:txBody>
          <a:bodyPr>
            <a:normAutofit fontScale="92500" lnSpcReduction="10000"/>
          </a:bodyPr>
          <a:lstStyle/>
          <a:p>
            <a:pPr marL="809625"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disable_fork_example</a:t>
            </a:r>
            <a:r>
              <a:rPr lang="en-US" sz="2000" dirty="0">
                <a:latin typeface="Times New Roman" panose="02020603050405020304" charset="0"/>
                <a:cs typeface="Times New Roman" panose="02020603050405020304" charset="0"/>
              </a:rPr>
              <a:t>;</a:t>
            </a:r>
          </a:p>
          <a:p>
            <a:pPr marL="809625" indent="0">
              <a:buNone/>
            </a:pPr>
            <a:r>
              <a:rPr lang="en-US" sz="2000" dirty="0">
                <a:latin typeface="Times New Roman" panose="02020603050405020304" charset="0"/>
                <a:cs typeface="Times New Roman" panose="02020603050405020304" charset="0"/>
              </a:rPr>
              <a:t>initial begin</a:t>
            </a:r>
          </a:p>
          <a:p>
            <a:pPr marL="809625" indent="0">
              <a:buNone/>
            </a:pPr>
            <a:r>
              <a:rPr lang="en-US" sz="2000" dirty="0">
                <a:latin typeface="Times New Roman" panose="02020603050405020304" charset="0"/>
                <a:cs typeface="Times New Roman" panose="02020603050405020304" charset="0"/>
              </a:rPr>
              <a:t>fork</a:t>
            </a:r>
          </a:p>
          <a:p>
            <a:pPr marL="809625" indent="0">
              <a:buNone/>
            </a:pPr>
            <a:r>
              <a:rPr lang="en-US" sz="2000" dirty="0">
                <a:latin typeface="Times New Roman" panose="02020603050405020304" charset="0"/>
                <a:cs typeface="Times New Roman" panose="02020603050405020304" charset="0"/>
              </a:rPr>
              <a:t>#40 $display ("[%0t ns] Show #40 $display statement", $time);</a:t>
            </a:r>
          </a:p>
          <a:p>
            <a:pPr marL="809625" indent="0">
              <a:buNone/>
            </a:pPr>
            <a:r>
              <a:rPr lang="en-US" sz="2000" dirty="0">
                <a:latin typeface="Times New Roman" panose="02020603050405020304" charset="0"/>
                <a:cs typeface="Times New Roman" panose="02020603050405020304" charset="0"/>
              </a:rPr>
              <a:t>begin</a:t>
            </a:r>
          </a:p>
          <a:p>
            <a:pPr marL="809625" indent="0">
              <a:buNone/>
            </a:pPr>
            <a:r>
              <a:rPr lang="en-US" sz="2000" dirty="0">
                <a:latin typeface="Times New Roman" panose="02020603050405020304" charset="0"/>
                <a:cs typeface="Times New Roman" panose="02020603050405020304" charset="0"/>
              </a:rPr>
              <a:t>#20 $display ("[%0t ns] Show #20 $display statement", $time);</a:t>
            </a:r>
          </a:p>
          <a:p>
            <a:pPr marL="809625" indent="0">
              <a:buNone/>
            </a:pPr>
            <a:r>
              <a:rPr lang="en-US" sz="2000" dirty="0">
                <a:latin typeface="Times New Roman" panose="02020603050405020304" charset="0"/>
                <a:cs typeface="Times New Roman" panose="02020603050405020304" charset="0"/>
              </a:rPr>
              <a:t>#50 $display ("[%0t ns] Show #50 $display statement", $time);</a:t>
            </a:r>
          </a:p>
          <a:p>
            <a:pPr marL="809625" indent="0">
              <a:buNone/>
            </a:pPr>
            <a:r>
              <a:rPr lang="en-US" sz="2000" dirty="0">
                <a:latin typeface="Times New Roman" panose="02020603050405020304" charset="0"/>
                <a:cs typeface="Times New Roman" panose="02020603050405020304" charset="0"/>
              </a:rPr>
              <a:t>end</a:t>
            </a:r>
          </a:p>
          <a:p>
            <a:pPr marL="809625" indent="0">
              <a:buNone/>
            </a:pPr>
            <a:r>
              <a:rPr lang="en-US" sz="2000" dirty="0">
                <a:latin typeface="Times New Roman" panose="02020603050405020304" charset="0"/>
                <a:cs typeface="Times New Roman" panose="02020603050405020304" charset="0"/>
              </a:rPr>
              <a:t>#60 $display ("[%0t ns] TIMEOUT", $time);</a:t>
            </a:r>
          </a:p>
          <a:p>
            <a:pPr marL="809625" indent="0">
              <a:buNone/>
            </a:pPr>
            <a:r>
              <a:rPr lang="en-US" sz="2000" dirty="0" err="1">
                <a:latin typeface="Times New Roman" panose="02020603050405020304" charset="0"/>
                <a:cs typeface="Times New Roman" panose="02020603050405020304" charset="0"/>
              </a:rPr>
              <a:t>join_any</a:t>
            </a:r>
            <a:endParaRPr lang="en-US" sz="2000" dirty="0">
              <a:latin typeface="Times New Roman" panose="02020603050405020304" charset="0"/>
              <a:cs typeface="Times New Roman" panose="02020603050405020304" charset="0"/>
            </a:endParaRPr>
          </a:p>
          <a:p>
            <a:pPr marL="809625" indent="0">
              <a:buNone/>
            </a:pPr>
            <a:r>
              <a:rPr lang="en-US" sz="2000" dirty="0">
                <a:latin typeface="Times New Roman" panose="02020603050405020304" charset="0"/>
                <a:cs typeface="Times New Roman" panose="02020603050405020304" charset="0"/>
              </a:rPr>
              <a:t>$display ("[%0tns] Fork join is done, let's disable fork", $time);</a:t>
            </a:r>
          </a:p>
          <a:p>
            <a:pPr marL="809625" indent="0">
              <a:buNone/>
            </a:pPr>
            <a:r>
              <a:rPr lang="en-US" sz="2000" dirty="0">
                <a:latin typeface="Times New Roman" panose="02020603050405020304" charset="0"/>
                <a:cs typeface="Times New Roman" panose="02020603050405020304" charset="0"/>
              </a:rPr>
              <a:t>disable fork;</a:t>
            </a:r>
          </a:p>
          <a:p>
            <a:pPr marL="809625" indent="0">
              <a:buNone/>
            </a:pPr>
            <a:r>
              <a:rPr lang="en-US" sz="2000" dirty="0">
                <a:latin typeface="Times New Roman" panose="02020603050405020304" charset="0"/>
                <a:cs typeface="Times New Roman" panose="02020603050405020304" charset="0"/>
              </a:rPr>
              <a:t>end</a:t>
            </a:r>
          </a:p>
          <a:p>
            <a:pPr marL="809625" indent="0">
              <a:buNone/>
            </a:pPr>
            <a:r>
              <a:rPr lang="en-US" sz="2000" dirty="0" err="1">
                <a:latin typeface="Times New Roman" panose="02020603050405020304" charset="0"/>
                <a:cs typeface="Times New Roman" panose="02020603050405020304" charset="0"/>
              </a:rPr>
              <a:t>endmodule</a:t>
            </a:r>
            <a:endParaRPr lang="en-US" sz="2000" dirty="0">
              <a:latin typeface="Times New Roman" panose="02020603050405020304" charset="0"/>
              <a:cs typeface="Times New Roman" panose="02020603050405020304" charset="0"/>
            </a:endParaRPr>
          </a:p>
        </p:txBody>
      </p:sp>
      <p:sp>
        <p:nvSpPr>
          <p:cNvPr id="4" name="Date Placeholder 3">
            <a:extLst>
              <a:ext uri="{FF2B5EF4-FFF2-40B4-BE49-F238E27FC236}">
                <a16:creationId xmlns:a16="http://schemas.microsoft.com/office/drawing/2014/main" id="{FCACF09F-9EBE-7744-37F8-3B8D5245EE60}"/>
              </a:ext>
            </a:extLst>
          </p:cNvPr>
          <p:cNvSpPr>
            <a:spLocks noGrp="1"/>
          </p:cNvSpPr>
          <p:nvPr>
            <p:ph type="dt" sz="half" idx="10"/>
          </p:nvPr>
        </p:nvSpPr>
        <p:spPr/>
        <p:txBody>
          <a:bodyPr/>
          <a:lstStyle/>
          <a:p>
            <a:fld id="{B785FDCA-4C5F-4FAF-8F55-3155E1CF5237}" type="datetime1">
              <a:rPr lang="en-IN" smtClean="0"/>
              <a:pPr/>
              <a:t>31-10-2025</a:t>
            </a:fld>
            <a:endParaRPr lang="en-IN"/>
          </a:p>
        </p:txBody>
      </p:sp>
      <p:sp>
        <p:nvSpPr>
          <p:cNvPr id="5" name="Footer Placeholder 4">
            <a:extLst>
              <a:ext uri="{FF2B5EF4-FFF2-40B4-BE49-F238E27FC236}">
                <a16:creationId xmlns:a16="http://schemas.microsoft.com/office/drawing/2014/main" id="{6BF76AF6-58E5-C888-16C2-BA0F5B517C1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67FCC20-7195-5B28-DCE0-AC2687CE4525}"/>
              </a:ext>
            </a:extLst>
          </p:cNvPr>
          <p:cNvSpPr>
            <a:spLocks noGrp="1"/>
          </p:cNvSpPr>
          <p:nvPr>
            <p:ph type="sldNum" sz="quarter" idx="12"/>
          </p:nvPr>
        </p:nvSpPr>
        <p:spPr/>
        <p:txBody>
          <a:bodyPr/>
          <a:lstStyle/>
          <a:p>
            <a:fld id="{56BB8B7D-B437-4E80-9B4F-EB7501C8BBDD}" type="slidenum">
              <a:rPr lang="en-IN" smtClean="0"/>
              <a:pPr/>
              <a:t>117</a:t>
            </a:fld>
            <a:endParaRPr lang="en-IN"/>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Communication</a:t>
            </a:r>
            <a:endParaRPr lang="en-US" sz="3600" dirty="0"/>
          </a:p>
        </p:txBody>
      </p:sp>
      <p:sp>
        <p:nvSpPr>
          <p:cNvPr id="3" name="Content Placeholder 2"/>
          <p:cNvSpPr>
            <a:spLocks noGrp="1"/>
          </p:cNvSpPr>
          <p:nvPr>
            <p:ph idx="1"/>
          </p:nvPr>
        </p:nvSpPr>
        <p:spPr/>
        <p:txBody>
          <a:bodyPr/>
          <a:lstStyle/>
          <a:p>
            <a:r>
              <a:rPr lang="en-US" sz="2400" dirty="0">
                <a:latin typeface="Times New Roman" panose="02020603050405020304" charset="0"/>
                <a:cs typeface="Times New Roman" panose="02020603050405020304" charset="0"/>
              </a:rPr>
              <a:t>Components in a testbench often need to communicate with each other to exchange data and check output values of the design. </a:t>
            </a:r>
          </a:p>
          <a:p>
            <a:r>
              <a:rPr lang="en-US" sz="2400" dirty="0">
                <a:latin typeface="Times New Roman" panose="02020603050405020304" charset="0"/>
                <a:cs typeface="Times New Roman" panose="02020603050405020304" charset="0"/>
              </a:rPr>
              <a:t>A few mechanisms that allow components or threads to affect the control flow of data are shown in the table below.</a:t>
            </a:r>
          </a:p>
        </p:txBody>
      </p:sp>
      <p:sp>
        <p:nvSpPr>
          <p:cNvPr id="4" name="Date Placeholder 3">
            <a:extLst>
              <a:ext uri="{FF2B5EF4-FFF2-40B4-BE49-F238E27FC236}">
                <a16:creationId xmlns:a16="http://schemas.microsoft.com/office/drawing/2014/main" id="{2EABD77D-0594-2C72-ED86-8D74C272E9B0}"/>
              </a:ext>
            </a:extLst>
          </p:cNvPr>
          <p:cNvSpPr>
            <a:spLocks noGrp="1"/>
          </p:cNvSpPr>
          <p:nvPr>
            <p:ph type="dt" sz="half" idx="10"/>
          </p:nvPr>
        </p:nvSpPr>
        <p:spPr/>
        <p:txBody>
          <a:bodyPr/>
          <a:lstStyle/>
          <a:p>
            <a:fld id="{497AE717-9EC0-45AC-9D8E-EEC751ACF4B1}" type="datetime1">
              <a:rPr lang="en-IN" smtClean="0"/>
              <a:pPr/>
              <a:t>31-10-2025</a:t>
            </a:fld>
            <a:endParaRPr lang="en-IN"/>
          </a:p>
        </p:txBody>
      </p:sp>
      <p:sp>
        <p:nvSpPr>
          <p:cNvPr id="6" name="Footer Placeholder 5">
            <a:extLst>
              <a:ext uri="{FF2B5EF4-FFF2-40B4-BE49-F238E27FC236}">
                <a16:creationId xmlns:a16="http://schemas.microsoft.com/office/drawing/2014/main" id="{BD21EB41-2D83-05E7-FA49-589B035D101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BFAD8C5-EEE7-FB87-152C-747581756F0A}"/>
              </a:ext>
            </a:extLst>
          </p:cNvPr>
          <p:cNvSpPr>
            <a:spLocks noGrp="1"/>
          </p:cNvSpPr>
          <p:nvPr>
            <p:ph type="sldNum" sz="quarter" idx="12"/>
          </p:nvPr>
        </p:nvSpPr>
        <p:spPr/>
        <p:txBody>
          <a:bodyPr/>
          <a:lstStyle/>
          <a:p>
            <a:fld id="{56BB8B7D-B437-4E80-9B4F-EB7501C8BBDD}" type="slidenum">
              <a:rPr lang="en-IN" smtClean="0"/>
              <a:pPr/>
              <a:t>118</a:t>
            </a:fld>
            <a:endParaRPr lang="en-IN"/>
          </a:p>
        </p:txBody>
      </p:sp>
      <p:graphicFrame>
        <p:nvGraphicFramePr>
          <p:cNvPr id="5" name="Table 4"/>
          <p:cNvGraphicFramePr/>
          <p:nvPr>
            <p:extLst>
              <p:ext uri="{D42A27DB-BD31-4B8C-83A1-F6EECF244321}">
                <p14:modId xmlns:p14="http://schemas.microsoft.com/office/powerpoint/2010/main" val="2130553458"/>
              </p:ext>
            </p:extLst>
          </p:nvPr>
        </p:nvGraphicFramePr>
        <p:xfrm>
          <a:off x="609600" y="2852139"/>
          <a:ext cx="10707370" cy="1645920"/>
        </p:xfrm>
        <a:graphic>
          <a:graphicData uri="http://schemas.openxmlformats.org/drawingml/2006/table">
            <a:tbl>
              <a:tblPr firstRow="1" bandRow="1">
                <a:tableStyleId>{5C22544A-7EE6-4342-B048-85BDC9FD1C3A}</a:tableStyleId>
              </a:tblPr>
              <a:tblGrid>
                <a:gridCol w="2416175">
                  <a:extLst>
                    <a:ext uri="{9D8B030D-6E8A-4147-A177-3AD203B41FA5}">
                      <a16:colId xmlns:a16="http://schemas.microsoft.com/office/drawing/2014/main" val="20000"/>
                    </a:ext>
                  </a:extLst>
                </a:gridCol>
                <a:gridCol w="8291195">
                  <a:extLst>
                    <a:ext uri="{9D8B030D-6E8A-4147-A177-3AD203B41FA5}">
                      <a16:colId xmlns:a16="http://schemas.microsoft.com/office/drawing/2014/main" val="20001"/>
                    </a:ext>
                  </a:extLst>
                </a:gridCol>
              </a:tblGrid>
              <a:tr h="381000">
                <a:tc>
                  <a:txBody>
                    <a:bodyPr/>
                    <a:lstStyle/>
                    <a:p>
                      <a:pPr>
                        <a:buNone/>
                      </a:pPr>
                      <a:r>
                        <a:rPr lang="en-US" sz="2400" b="0" dirty="0">
                          <a:solidFill>
                            <a:schemeClr val="tx1"/>
                          </a:solidFill>
                          <a:latin typeface="Times New Roman" panose="02020603050405020304" charset="0"/>
                          <a:cs typeface="Times New Roman" panose="02020603050405020304" charset="0"/>
                        </a:rPr>
                        <a:t>Semaphores</a:t>
                      </a:r>
                    </a:p>
                  </a:txBody>
                  <a:tcPr>
                    <a:solidFill>
                      <a:schemeClr val="accent1">
                        <a:lumMod val="40000"/>
                        <a:lumOff val="60000"/>
                      </a:schemeClr>
                    </a:solidFill>
                  </a:tcPr>
                </a:tc>
                <a:tc>
                  <a:txBody>
                    <a:bodyPr/>
                    <a:lstStyle/>
                    <a:p>
                      <a:pPr>
                        <a:buNone/>
                      </a:pPr>
                      <a:r>
                        <a:rPr lang="en-US" sz="2400" b="0">
                          <a:solidFill>
                            <a:schemeClr val="tx1"/>
                          </a:solidFill>
                          <a:latin typeface="Times New Roman" panose="02020603050405020304" charset="0"/>
                          <a:cs typeface="Times New Roman" panose="02020603050405020304" charset="0"/>
                        </a:rPr>
                        <a:t>Different threads might need to access the same resource; they take turns by using a semaphore</a:t>
                      </a:r>
                    </a:p>
                  </a:txBody>
                  <a:tcPr>
                    <a:solidFill>
                      <a:schemeClr val="accent1">
                        <a:lumMod val="40000"/>
                        <a:lumOff val="60000"/>
                      </a:schemeClr>
                    </a:solidFill>
                  </a:tcPr>
                </a:tc>
                <a:extLst>
                  <a:ext uri="{0D108BD9-81ED-4DB2-BD59-A6C34878D82A}">
                    <a16:rowId xmlns:a16="http://schemas.microsoft.com/office/drawing/2014/main" val="10000"/>
                  </a:ext>
                </a:extLst>
              </a:tr>
              <a:tr h="381000">
                <a:tc>
                  <a:txBody>
                    <a:bodyPr/>
                    <a:lstStyle/>
                    <a:p>
                      <a:pPr>
                        <a:buNone/>
                      </a:pPr>
                      <a:r>
                        <a:rPr lang="en-US" sz="2400" b="0" dirty="0">
                          <a:solidFill>
                            <a:schemeClr val="tx1"/>
                          </a:solidFill>
                          <a:latin typeface="Times New Roman" panose="02020603050405020304" charset="0"/>
                          <a:cs typeface="Times New Roman" panose="02020603050405020304" charset="0"/>
                        </a:rPr>
                        <a:t>Mailbox</a:t>
                      </a:r>
                    </a:p>
                  </a:txBody>
                  <a:tcPr/>
                </a:tc>
                <a:tc>
                  <a:txBody>
                    <a:bodyPr/>
                    <a:lstStyle/>
                    <a:p>
                      <a:pPr>
                        <a:buNone/>
                      </a:pPr>
                      <a:r>
                        <a:rPr lang="en-US" sz="2400" b="0" dirty="0">
                          <a:solidFill>
                            <a:schemeClr val="tx1"/>
                          </a:solidFill>
                          <a:latin typeface="Times New Roman" panose="02020603050405020304" charset="0"/>
                          <a:cs typeface="Times New Roman" panose="02020603050405020304" charset="0"/>
                        </a:rPr>
                        <a:t>Threads/Components need to exchange data with each other; data is put in a mailbox and sent</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Communication</a:t>
            </a:r>
            <a:endParaRPr lang="en-US" sz="3600" dirty="0"/>
          </a:p>
        </p:txBody>
      </p:sp>
      <p:sp>
        <p:nvSpPr>
          <p:cNvPr id="3" name="Content Placeholder 2"/>
          <p:cNvSpPr>
            <a:spLocks noGrp="1"/>
          </p:cNvSpPr>
          <p:nvPr>
            <p:ph idx="1"/>
          </p:nvPr>
        </p:nvSpPr>
        <p:spPr/>
        <p:txBody>
          <a:bodyPr>
            <a:normAutofit lnSpcReduction="10000"/>
          </a:bodyPr>
          <a:lstStyle/>
          <a:p>
            <a:pPr>
              <a:buFont typeface="Wingdings" panose="05000000000000000000" charset="0"/>
              <a:buChar char="§"/>
            </a:pPr>
            <a:r>
              <a:rPr lang="en-US" sz="2400" dirty="0">
                <a:solidFill>
                  <a:schemeClr val="tx2">
                    <a:lumMod val="60000"/>
                    <a:lumOff val="40000"/>
                  </a:schemeClr>
                </a:solidFill>
                <a:latin typeface="Times New Roman" panose="02020603050405020304" charset="0"/>
                <a:cs typeface="Times New Roman" panose="02020603050405020304" charset="0"/>
              </a:rPr>
              <a:t>Semaphore</a:t>
            </a:r>
          </a:p>
          <a:p>
            <a:pPr lvl="1">
              <a:buFont typeface="Wingdings" panose="05000000000000000000" charset="0"/>
              <a:buChar char="Ø"/>
            </a:pPr>
            <a:r>
              <a:rPr lang="en-US" sz="2400" dirty="0">
                <a:latin typeface="Times New Roman" panose="02020603050405020304" charset="0"/>
                <a:cs typeface="Times New Roman" panose="02020603050405020304" charset="0"/>
              </a:rPr>
              <a:t>Semaphore is a SystemVerilog </a:t>
            </a:r>
            <a:r>
              <a:rPr lang="en-US" sz="2400" dirty="0">
                <a:highlight>
                  <a:srgbClr val="FFFF00"/>
                </a:highlight>
                <a:latin typeface="Times New Roman" panose="02020603050405020304" charset="0"/>
                <a:cs typeface="Times New Roman" panose="02020603050405020304" charset="0"/>
              </a:rPr>
              <a:t>built-in class</a:t>
            </a:r>
            <a:r>
              <a:rPr lang="en-US" sz="2400" dirty="0">
                <a:latin typeface="Times New Roman" panose="02020603050405020304" charset="0"/>
                <a:cs typeface="Times New Roman" panose="02020603050405020304" charset="0"/>
              </a:rPr>
              <a:t>, used for </a:t>
            </a:r>
            <a:r>
              <a:rPr lang="en-US" sz="2400" dirty="0">
                <a:solidFill>
                  <a:srgbClr val="FF0000"/>
                </a:solidFill>
                <a:latin typeface="Times New Roman" panose="02020603050405020304" charset="0"/>
                <a:cs typeface="Times New Roman" panose="02020603050405020304" charset="0"/>
              </a:rPr>
              <a:t>access control</a:t>
            </a:r>
            <a:r>
              <a:rPr lang="en-US" sz="2400" dirty="0">
                <a:latin typeface="Times New Roman" panose="02020603050405020304" charset="0"/>
                <a:cs typeface="Times New Roman" panose="02020603050405020304" charset="0"/>
              </a:rPr>
              <a:t> to shared resources, and for </a:t>
            </a:r>
            <a:r>
              <a:rPr lang="en-US" sz="2400" dirty="0">
                <a:solidFill>
                  <a:srgbClr val="FF0000"/>
                </a:solidFill>
                <a:latin typeface="Times New Roman" panose="02020603050405020304" charset="0"/>
                <a:cs typeface="Times New Roman" panose="02020603050405020304" charset="0"/>
              </a:rPr>
              <a:t>basic synchronization</a:t>
            </a:r>
            <a:r>
              <a:rPr lang="en-US" sz="2400" dirty="0">
                <a:latin typeface="Times New Roman" panose="02020603050405020304" charset="0"/>
                <a:cs typeface="Times New Roman" panose="02020603050405020304" charset="0"/>
              </a:rPr>
              <a:t>.</a:t>
            </a:r>
          </a:p>
          <a:p>
            <a:pPr lvl="1">
              <a:buFont typeface="Wingdings" panose="05000000000000000000" charset="0"/>
              <a:buChar char="Ø"/>
            </a:pPr>
            <a:r>
              <a:rPr lang="en-US" sz="2400" dirty="0">
                <a:latin typeface="Times New Roman" panose="02020603050405020304" charset="0"/>
                <a:cs typeface="Times New Roman" panose="02020603050405020304" charset="0"/>
              </a:rPr>
              <a:t>A semaphore is like a </a:t>
            </a:r>
            <a:r>
              <a:rPr lang="en-US" sz="2400" dirty="0">
                <a:solidFill>
                  <a:srgbClr val="FF0000"/>
                </a:solidFill>
                <a:latin typeface="Times New Roman" panose="02020603050405020304" charset="0"/>
                <a:cs typeface="Times New Roman" panose="02020603050405020304" charset="0"/>
              </a:rPr>
              <a:t>bucket with the number of keys</a:t>
            </a:r>
            <a:r>
              <a:rPr lang="en-US" sz="2400" dirty="0">
                <a:latin typeface="Times New Roman" panose="02020603050405020304" charset="0"/>
                <a:cs typeface="Times New Roman" panose="02020603050405020304" charset="0"/>
              </a:rPr>
              <a:t>. processes using semaphores must first procure a key from the bucket before they can continue to execute.</a:t>
            </a:r>
          </a:p>
          <a:p>
            <a:pPr lvl="1">
              <a:buFont typeface="Wingdings" panose="05000000000000000000" charset="0"/>
              <a:buChar char="Ø"/>
            </a:pPr>
            <a:r>
              <a:rPr lang="en-US" sz="2400" dirty="0">
                <a:latin typeface="Times New Roman" panose="02020603050405020304" charset="0"/>
                <a:cs typeface="Times New Roman" panose="02020603050405020304" charset="0"/>
              </a:rPr>
              <a:t> All other processes must wait until a sufficient  number of keys are returned to the bucket.</a:t>
            </a:r>
          </a:p>
          <a:p>
            <a:pPr lvl="1">
              <a:buFont typeface="Wingdings" panose="05000000000000000000" charset="0"/>
              <a:buChar char="Ø"/>
            </a:pPr>
            <a:r>
              <a:rPr lang="en-US" sz="2400" dirty="0">
                <a:latin typeface="Times New Roman" panose="02020603050405020304" charset="0"/>
                <a:cs typeface="Times New Roman" panose="02020603050405020304" charset="0"/>
              </a:rPr>
              <a:t>Imagine a situation where two processes try to access a shared memory area. </a:t>
            </a:r>
          </a:p>
          <a:p>
            <a:pPr lvl="1">
              <a:buFont typeface="Wingdings" panose="05000000000000000000" charset="0"/>
              <a:buChar char="Ø"/>
            </a:pPr>
            <a:r>
              <a:rPr lang="en-US" sz="2400" dirty="0">
                <a:latin typeface="Times New Roman" panose="02020603050405020304" charset="0"/>
                <a:cs typeface="Times New Roman" panose="02020603050405020304" charset="0"/>
              </a:rPr>
              <a:t>where one process tries to write and the other process is trying to read the same memory location. this leads to an unexpected result.  A semaphore can be used to overcome this situation.</a:t>
            </a:r>
          </a:p>
        </p:txBody>
      </p:sp>
      <p:sp>
        <p:nvSpPr>
          <p:cNvPr id="4" name="Date Placeholder 3">
            <a:extLst>
              <a:ext uri="{FF2B5EF4-FFF2-40B4-BE49-F238E27FC236}">
                <a16:creationId xmlns:a16="http://schemas.microsoft.com/office/drawing/2014/main" id="{20B14BC1-8248-5723-A1D3-F1CBF10AC960}"/>
              </a:ext>
            </a:extLst>
          </p:cNvPr>
          <p:cNvSpPr>
            <a:spLocks noGrp="1"/>
          </p:cNvSpPr>
          <p:nvPr>
            <p:ph type="dt" sz="half" idx="10"/>
          </p:nvPr>
        </p:nvSpPr>
        <p:spPr/>
        <p:txBody>
          <a:bodyPr/>
          <a:lstStyle/>
          <a:p>
            <a:fld id="{61F38BF1-E3CD-4677-A959-CDCB7BB813B8}" type="datetime1">
              <a:rPr lang="en-IN" smtClean="0"/>
              <a:pPr/>
              <a:t>31-10-2025</a:t>
            </a:fld>
            <a:endParaRPr lang="en-IN"/>
          </a:p>
        </p:txBody>
      </p:sp>
      <p:sp>
        <p:nvSpPr>
          <p:cNvPr id="5" name="Footer Placeholder 4">
            <a:extLst>
              <a:ext uri="{FF2B5EF4-FFF2-40B4-BE49-F238E27FC236}">
                <a16:creationId xmlns:a16="http://schemas.microsoft.com/office/drawing/2014/main" id="{451CF893-D399-5123-34E3-0401E8A5647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9510D33-F82E-873D-835E-EBD00EF5F3EC}"/>
              </a:ext>
            </a:extLst>
          </p:cNvPr>
          <p:cNvSpPr>
            <a:spLocks noGrp="1"/>
          </p:cNvSpPr>
          <p:nvPr>
            <p:ph type="sldNum" sz="quarter" idx="12"/>
          </p:nvPr>
        </p:nvSpPr>
        <p:spPr/>
        <p:txBody>
          <a:bodyPr/>
          <a:lstStyle/>
          <a:p>
            <a:fld id="{56BB8B7D-B437-4E80-9B4F-EB7501C8BBDD}" type="slidenum">
              <a:rPr lang="en-IN" smtClean="0"/>
              <a:pPr/>
              <a:t>119</a:t>
            </a:fld>
            <a:endParaRPr lang="en-I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charset="0"/>
                <a:cs typeface="Times New Roman" panose="02020603050405020304" charset="0"/>
                <a:sym typeface="+mn-ea"/>
              </a:rPr>
              <a:t>SystemVerilog Communication</a:t>
            </a:r>
            <a:endParaRPr lang="en-US" sz="3600" dirty="0"/>
          </a:p>
        </p:txBody>
      </p:sp>
      <p:sp>
        <p:nvSpPr>
          <p:cNvPr id="3" name="Content Placeholder 2"/>
          <p:cNvSpPr>
            <a:spLocks noGrp="1"/>
          </p:cNvSpPr>
          <p:nvPr>
            <p:ph idx="1"/>
          </p:nvPr>
        </p:nvSpPr>
        <p:spPr/>
        <p:txBody>
          <a:bodyPr/>
          <a:lstStyle/>
          <a:p>
            <a:pPr>
              <a:buFont typeface="Wingdings" panose="05000000000000000000" charset="0"/>
              <a:buChar char="§"/>
            </a:pPr>
            <a:r>
              <a:rPr lang="en-US" sz="2400">
                <a:solidFill>
                  <a:schemeClr val="tx2">
                    <a:lumMod val="60000"/>
                    <a:lumOff val="40000"/>
                  </a:schemeClr>
                </a:solidFill>
                <a:latin typeface="Times New Roman" panose="02020603050405020304" charset="0"/>
                <a:cs typeface="Times New Roman" panose="02020603050405020304" charset="0"/>
              </a:rPr>
              <a:t>Semaphore Built in Methods</a:t>
            </a:r>
          </a:p>
          <a:p>
            <a:pPr lvl="1">
              <a:buFont typeface="Wingdings" panose="05000000000000000000" charset="0"/>
              <a:buChar char="§"/>
            </a:pPr>
            <a:endParaRPr lang="en-US" sz="2400">
              <a:solidFill>
                <a:schemeClr val="tx2">
                  <a:lumMod val="60000"/>
                  <a:lumOff val="40000"/>
                </a:schemeClr>
              </a:solidFill>
              <a:latin typeface="Times New Roman" panose="02020603050405020304" charset="0"/>
              <a:cs typeface="Times New Roman" panose="02020603050405020304" charset="0"/>
            </a:endParaRPr>
          </a:p>
        </p:txBody>
      </p:sp>
      <p:sp>
        <p:nvSpPr>
          <p:cNvPr id="5" name="Date Placeholder 4">
            <a:extLst>
              <a:ext uri="{FF2B5EF4-FFF2-40B4-BE49-F238E27FC236}">
                <a16:creationId xmlns:a16="http://schemas.microsoft.com/office/drawing/2014/main" id="{031152A1-1D40-629D-C18F-28D4F997F121}"/>
              </a:ext>
            </a:extLst>
          </p:cNvPr>
          <p:cNvSpPr>
            <a:spLocks noGrp="1"/>
          </p:cNvSpPr>
          <p:nvPr>
            <p:ph type="dt" sz="half" idx="10"/>
          </p:nvPr>
        </p:nvSpPr>
        <p:spPr/>
        <p:txBody>
          <a:bodyPr/>
          <a:lstStyle/>
          <a:p>
            <a:fld id="{35BFA5A8-A859-4893-A8CC-951425EE9A3D}" type="datetime1">
              <a:rPr lang="en-IN" smtClean="0"/>
              <a:pPr/>
              <a:t>31-10-2025</a:t>
            </a:fld>
            <a:endParaRPr lang="en-IN"/>
          </a:p>
        </p:txBody>
      </p:sp>
      <p:sp>
        <p:nvSpPr>
          <p:cNvPr id="6" name="Footer Placeholder 5">
            <a:extLst>
              <a:ext uri="{FF2B5EF4-FFF2-40B4-BE49-F238E27FC236}">
                <a16:creationId xmlns:a16="http://schemas.microsoft.com/office/drawing/2014/main" id="{0853BB62-32EA-7FD4-DABA-BA4FE2F3B0A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239E3174-DA7D-AF97-ACE6-D6A224C52DD8}"/>
              </a:ext>
            </a:extLst>
          </p:cNvPr>
          <p:cNvSpPr>
            <a:spLocks noGrp="1"/>
          </p:cNvSpPr>
          <p:nvPr>
            <p:ph type="sldNum" sz="quarter" idx="12"/>
          </p:nvPr>
        </p:nvSpPr>
        <p:spPr/>
        <p:txBody>
          <a:bodyPr/>
          <a:lstStyle/>
          <a:p>
            <a:fld id="{56BB8B7D-B437-4E80-9B4F-EB7501C8BBDD}" type="slidenum">
              <a:rPr lang="en-IN" smtClean="0"/>
              <a:pPr/>
              <a:t>120</a:t>
            </a:fld>
            <a:endParaRPr lang="en-IN"/>
          </a:p>
        </p:txBody>
      </p:sp>
      <p:graphicFrame>
        <p:nvGraphicFramePr>
          <p:cNvPr id="4" name="Table 3"/>
          <p:cNvGraphicFramePr/>
          <p:nvPr>
            <p:extLst>
              <p:ext uri="{D42A27DB-BD31-4B8C-83A1-F6EECF244321}">
                <p14:modId xmlns:p14="http://schemas.microsoft.com/office/powerpoint/2010/main" val="1236072513"/>
              </p:ext>
            </p:extLst>
          </p:nvPr>
        </p:nvGraphicFramePr>
        <p:xfrm>
          <a:off x="895406" y="1538950"/>
          <a:ext cx="10220960" cy="3017520"/>
        </p:xfrm>
        <a:graphic>
          <a:graphicData uri="http://schemas.openxmlformats.org/drawingml/2006/table">
            <a:tbl>
              <a:tblPr firstRow="1" bandRow="1">
                <a:tableStyleId>{5C22544A-7EE6-4342-B048-85BDC9FD1C3A}</a:tableStyleId>
              </a:tblPr>
              <a:tblGrid>
                <a:gridCol w="1898015">
                  <a:extLst>
                    <a:ext uri="{9D8B030D-6E8A-4147-A177-3AD203B41FA5}">
                      <a16:colId xmlns:a16="http://schemas.microsoft.com/office/drawing/2014/main" val="20000"/>
                    </a:ext>
                  </a:extLst>
                </a:gridCol>
                <a:gridCol w="8322945">
                  <a:extLst>
                    <a:ext uri="{9D8B030D-6E8A-4147-A177-3AD203B41FA5}">
                      <a16:colId xmlns:a16="http://schemas.microsoft.com/office/drawing/2014/main" val="20001"/>
                    </a:ext>
                  </a:extLst>
                </a:gridCol>
              </a:tblGrid>
              <a:tr h="381000">
                <a:tc>
                  <a:txBody>
                    <a:bodyPr/>
                    <a:lstStyle/>
                    <a:p>
                      <a:pPr>
                        <a:buNone/>
                      </a:pPr>
                      <a:r>
                        <a:rPr lang="en-US" sz="2400">
                          <a:latin typeface="Times New Roman" panose="02020603050405020304" charset="0"/>
                          <a:cs typeface="Times New Roman" panose="02020603050405020304" charset="0"/>
                        </a:rPr>
                        <a:t>Name</a:t>
                      </a:r>
                    </a:p>
                  </a:txBody>
                  <a:tcPr/>
                </a:tc>
                <a:tc>
                  <a:txBody>
                    <a:bodyPr/>
                    <a:lstStyle/>
                    <a:p>
                      <a:pPr>
                        <a:buNone/>
                      </a:pPr>
                      <a:r>
                        <a:rPr lang="en-US" sz="2400" dirty="0">
                          <a:latin typeface="Times New Roman" panose="02020603050405020304" charset="0"/>
                          <a:cs typeface="Times New Roman" panose="02020603050405020304" charset="0"/>
                        </a:rPr>
                        <a:t>Description</a:t>
                      </a:r>
                    </a:p>
                  </a:txBody>
                  <a:tcPr/>
                </a:tc>
                <a:extLst>
                  <a:ext uri="{0D108BD9-81ED-4DB2-BD59-A6C34878D82A}">
                    <a16:rowId xmlns:a16="http://schemas.microsoft.com/office/drawing/2014/main" val="10000"/>
                  </a:ext>
                </a:extLst>
              </a:tr>
              <a:tr h="381000">
                <a:tc>
                  <a:txBody>
                    <a:bodyPr/>
                    <a:lstStyle/>
                    <a:p>
                      <a:pPr>
                        <a:buNone/>
                      </a:pPr>
                      <a:r>
                        <a:rPr lang="en-US" sz="2400">
                          <a:latin typeface="Times New Roman" panose="02020603050405020304" charset="0"/>
                          <a:cs typeface="Times New Roman" panose="02020603050405020304" charset="0"/>
                        </a:rPr>
                        <a:t>new( );</a:t>
                      </a:r>
                    </a:p>
                  </a:txBody>
                  <a:tcPr/>
                </a:tc>
                <a:tc>
                  <a:txBody>
                    <a:bodyPr/>
                    <a:lstStyle/>
                    <a:p>
                      <a:pPr>
                        <a:buNone/>
                      </a:pPr>
                      <a:r>
                        <a:rPr lang="en-US" sz="2400">
                          <a:latin typeface="Times New Roman" panose="02020603050405020304" charset="0"/>
                          <a:cs typeface="Times New Roman" panose="02020603050405020304" charset="0"/>
                        </a:rPr>
                        <a:t>Specifies number of keys initially allocated to the semaphore bucket</a:t>
                      </a:r>
                    </a:p>
                  </a:txBody>
                  <a:tcPr/>
                </a:tc>
                <a:extLst>
                  <a:ext uri="{0D108BD9-81ED-4DB2-BD59-A6C34878D82A}">
                    <a16:rowId xmlns:a16="http://schemas.microsoft.com/office/drawing/2014/main" val="10001"/>
                  </a:ext>
                </a:extLst>
              </a:tr>
              <a:tr h="381000">
                <a:tc>
                  <a:txBody>
                    <a:bodyPr/>
                    <a:lstStyle/>
                    <a:p>
                      <a:pPr>
                        <a:buNone/>
                      </a:pPr>
                      <a:r>
                        <a:rPr lang="en-US" sz="2400">
                          <a:latin typeface="Times New Roman" panose="02020603050405020304" charset="0"/>
                          <a:cs typeface="Times New Roman" panose="02020603050405020304" charset="0"/>
                        </a:rPr>
                        <a:t>put( );</a:t>
                      </a:r>
                    </a:p>
                  </a:txBody>
                  <a:tcPr/>
                </a:tc>
                <a:tc>
                  <a:txBody>
                    <a:bodyPr/>
                    <a:lstStyle/>
                    <a:p>
                      <a:pPr>
                        <a:buNone/>
                      </a:pPr>
                      <a:r>
                        <a:rPr lang="en-US" sz="2400">
                          <a:latin typeface="Times New Roman" panose="02020603050405020304" charset="0"/>
                          <a:cs typeface="Times New Roman" panose="02020603050405020304" charset="0"/>
                        </a:rPr>
                        <a:t>Specifies the number of keys being returned to the semaphore</a:t>
                      </a:r>
                    </a:p>
                  </a:txBody>
                  <a:tcPr/>
                </a:tc>
                <a:extLst>
                  <a:ext uri="{0D108BD9-81ED-4DB2-BD59-A6C34878D82A}">
                    <a16:rowId xmlns:a16="http://schemas.microsoft.com/office/drawing/2014/main" val="10002"/>
                  </a:ext>
                </a:extLst>
              </a:tr>
              <a:tr h="381000">
                <a:tc>
                  <a:txBody>
                    <a:bodyPr/>
                    <a:lstStyle/>
                    <a:p>
                      <a:pPr>
                        <a:buNone/>
                      </a:pPr>
                      <a:r>
                        <a:rPr lang="en-US" sz="2400">
                          <a:latin typeface="Times New Roman" panose="02020603050405020304" charset="0"/>
                          <a:cs typeface="Times New Roman" panose="02020603050405020304" charset="0"/>
                        </a:rPr>
                        <a:t>get( );</a:t>
                      </a:r>
                    </a:p>
                  </a:txBody>
                  <a:tcPr/>
                </a:tc>
                <a:tc>
                  <a:txBody>
                    <a:bodyPr/>
                    <a:lstStyle/>
                    <a:p>
                      <a:pPr>
                        <a:buNone/>
                      </a:pPr>
                      <a:r>
                        <a:rPr lang="en-US" sz="2400">
                          <a:latin typeface="Times New Roman" panose="02020603050405020304" charset="0"/>
                          <a:cs typeface="Times New Roman" panose="02020603050405020304" charset="0"/>
                        </a:rPr>
                        <a:t>Specifies the number of keys to obtain from the semaphore</a:t>
                      </a:r>
                    </a:p>
                  </a:txBody>
                  <a:tcPr/>
                </a:tc>
                <a:extLst>
                  <a:ext uri="{0D108BD9-81ED-4DB2-BD59-A6C34878D82A}">
                    <a16:rowId xmlns:a16="http://schemas.microsoft.com/office/drawing/2014/main" val="10003"/>
                  </a:ext>
                </a:extLst>
              </a:tr>
              <a:tr h="381000">
                <a:tc>
                  <a:txBody>
                    <a:bodyPr/>
                    <a:lstStyle/>
                    <a:p>
                      <a:pPr>
                        <a:buNone/>
                      </a:pPr>
                      <a:r>
                        <a:rPr lang="en-US" sz="2400">
                          <a:latin typeface="Times New Roman" panose="02020603050405020304" charset="0"/>
                          <a:cs typeface="Times New Roman" panose="02020603050405020304" charset="0"/>
                        </a:rPr>
                        <a:t>try_get();</a:t>
                      </a:r>
                    </a:p>
                  </a:txBody>
                  <a:tcPr/>
                </a:tc>
                <a:tc>
                  <a:txBody>
                    <a:bodyPr/>
                    <a:lstStyle/>
                    <a:p>
                      <a:pPr>
                        <a:buNone/>
                      </a:pPr>
                      <a:r>
                        <a:rPr lang="en-US" sz="2400" dirty="0">
                          <a:latin typeface="Times New Roman" panose="02020603050405020304" charset="0"/>
                          <a:cs typeface="Times New Roman" panose="02020603050405020304" charset="0"/>
                        </a:rPr>
                        <a:t>Specifies the required number of keys to obtain from the semaphore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70980"/>
            <a:ext cx="10972800" cy="1143000"/>
          </a:xfrm>
        </p:spPr>
        <p:txBody>
          <a:bodyPr/>
          <a:lstStyle/>
          <a:p>
            <a:r>
              <a:rPr lang="en-US" sz="3600" dirty="0">
                <a:latin typeface="Times New Roman" panose="02020603050405020304" charset="0"/>
                <a:cs typeface="Times New Roman" panose="02020603050405020304" charset="0"/>
                <a:sym typeface="+mn-ea"/>
              </a:rPr>
              <a:t>SystemVerilog Communication</a:t>
            </a:r>
            <a:endParaRPr lang="en-US" sz="3600" dirty="0"/>
          </a:p>
        </p:txBody>
      </p:sp>
      <p:sp>
        <p:nvSpPr>
          <p:cNvPr id="3" name="Content Placeholder 2"/>
          <p:cNvSpPr>
            <a:spLocks noGrp="1"/>
          </p:cNvSpPr>
          <p:nvPr>
            <p:ph idx="1"/>
          </p:nvPr>
        </p:nvSpPr>
        <p:spPr>
          <a:xfrm>
            <a:off x="852170" y="953300"/>
            <a:ext cx="4363085" cy="4526280"/>
          </a:xfrm>
        </p:spPr>
        <p:txBody>
          <a:bodyPr>
            <a:normAutofit fontScale="92500" lnSpcReduction="10000"/>
          </a:bodyPr>
          <a:lstStyle/>
          <a:p>
            <a:pPr marL="0" indent="0">
              <a:buNone/>
            </a:pPr>
            <a:r>
              <a:rPr lang="en-US" sz="2000" dirty="0">
                <a:latin typeface="Times New Roman" panose="02020603050405020304" charset="0"/>
                <a:cs typeface="Times New Roman" panose="02020603050405020304" charset="0"/>
              </a:rPr>
              <a:t>module </a:t>
            </a:r>
            <a:r>
              <a:rPr lang="en-US" sz="2000" dirty="0" err="1">
                <a:latin typeface="Times New Roman" panose="02020603050405020304" charset="0"/>
                <a:cs typeface="Times New Roman" panose="02020603050405020304" charset="0"/>
              </a:rPr>
              <a:t>semaphore_example</a:t>
            </a:r>
            <a:r>
              <a:rPr lang="en-US" sz="2000" dirty="0">
                <a:latin typeface="Times New Roman" panose="02020603050405020304" charset="0"/>
                <a:cs typeface="Times New Roman" panose="02020603050405020304" charset="0"/>
              </a:rPr>
              <a:t>;</a:t>
            </a:r>
          </a:p>
          <a:p>
            <a:pPr marL="0" indent="0">
              <a:buNone/>
            </a:pPr>
            <a:r>
              <a:rPr lang="en-US" sz="2000" dirty="0">
                <a:latin typeface="Times New Roman" panose="02020603050405020304" charset="0"/>
                <a:cs typeface="Times New Roman" panose="02020603050405020304" charset="0"/>
              </a:rPr>
              <a:t> semaphore key;</a:t>
            </a:r>
          </a:p>
          <a:p>
            <a:pPr marL="0" indent="0">
              <a:buNone/>
            </a:pPr>
            <a:r>
              <a:rPr lang="en-US" sz="2000" dirty="0">
                <a:latin typeface="Times New Roman" panose="02020603050405020304" charset="0"/>
                <a:cs typeface="Times New Roman" panose="02020603050405020304" charset="0"/>
              </a:rPr>
              <a:t>initial begin</a:t>
            </a:r>
          </a:p>
          <a:p>
            <a:pPr marL="0" indent="0">
              <a:buNone/>
            </a:pPr>
            <a:r>
              <a:rPr lang="en-US" sz="2000" dirty="0">
                <a:latin typeface="Times New Roman" panose="02020603050405020304" charset="0"/>
                <a:cs typeface="Times New Roman" panose="02020603050405020304" charset="0"/>
              </a:rPr>
              <a:t> key = new (1);</a:t>
            </a:r>
          </a:p>
          <a:p>
            <a:pPr marL="0" indent="0">
              <a:buNone/>
            </a:pPr>
            <a:r>
              <a:rPr lang="en-US" sz="2000" dirty="0">
                <a:latin typeface="Times New Roman" panose="02020603050405020304" charset="0"/>
                <a:cs typeface="Times New Roman" panose="02020603050405020304" charset="0"/>
              </a:rPr>
              <a:t>fork</a:t>
            </a:r>
          </a:p>
          <a:p>
            <a:pPr marL="0"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personA</a:t>
            </a:r>
            <a:r>
              <a:rPr lang="en-US" sz="2000" dirty="0">
                <a:latin typeface="Times New Roman" panose="02020603050405020304" charset="0"/>
                <a:cs typeface="Times New Roman" panose="02020603050405020304" charset="0"/>
              </a:rPr>
              <a:t> ();</a:t>
            </a:r>
          </a:p>
          <a:p>
            <a:pPr marL="0" indent="0">
              <a:buNone/>
            </a:pP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personB</a:t>
            </a:r>
            <a:r>
              <a:rPr lang="en-US" sz="2000" dirty="0">
                <a:latin typeface="Times New Roman" panose="02020603050405020304" charset="0"/>
                <a:cs typeface="Times New Roman" panose="02020603050405020304" charset="0"/>
              </a:rPr>
              <a:t> ();</a:t>
            </a:r>
          </a:p>
          <a:p>
            <a:pPr marL="0" indent="0">
              <a:buNone/>
            </a:pPr>
            <a:r>
              <a:rPr lang="en-US" sz="2000" dirty="0">
                <a:latin typeface="Times New Roman" panose="02020603050405020304" charset="0"/>
                <a:cs typeface="Times New Roman" panose="02020603050405020304" charset="0"/>
              </a:rPr>
              <a:t>#25 </a:t>
            </a:r>
            <a:r>
              <a:rPr lang="en-US" sz="2000" dirty="0" err="1">
                <a:latin typeface="Times New Roman" panose="02020603050405020304" charset="0"/>
                <a:cs typeface="Times New Roman" panose="02020603050405020304" charset="0"/>
              </a:rPr>
              <a:t>personA</a:t>
            </a:r>
            <a:r>
              <a:rPr lang="en-US" sz="2000" dirty="0">
                <a:latin typeface="Times New Roman" panose="02020603050405020304" charset="0"/>
                <a:cs typeface="Times New Roman" panose="02020603050405020304" charset="0"/>
              </a:rPr>
              <a:t> ();</a:t>
            </a:r>
          </a:p>
          <a:p>
            <a:pPr marL="0" indent="0">
              <a:buNone/>
            </a:pPr>
            <a:r>
              <a:rPr lang="en-US" sz="2000" dirty="0" err="1">
                <a:latin typeface="Times New Roman" panose="02020603050405020304" charset="0"/>
                <a:cs typeface="Times New Roman" panose="02020603050405020304" charset="0"/>
              </a:rPr>
              <a:t>join_none</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rPr>
              <a:t>end</a:t>
            </a:r>
          </a:p>
          <a:p>
            <a:pPr marL="0" indent="0">
              <a:buNone/>
            </a:pPr>
            <a:r>
              <a:rPr lang="en-US" sz="2000" dirty="0">
                <a:latin typeface="Times New Roman" panose="02020603050405020304" charset="0"/>
                <a:cs typeface="Times New Roman" panose="02020603050405020304" charset="0"/>
                <a:sym typeface="+mn-ea"/>
              </a:rPr>
              <a:t>task </a:t>
            </a:r>
            <a:r>
              <a:rPr lang="en-US" sz="2000" dirty="0" err="1">
                <a:latin typeface="Times New Roman" panose="02020603050405020304" charset="0"/>
                <a:cs typeface="Times New Roman" panose="02020603050405020304" charset="0"/>
                <a:sym typeface="+mn-ea"/>
              </a:rPr>
              <a:t>getRoom</a:t>
            </a:r>
            <a:r>
              <a:rPr lang="en-US" sz="2000" dirty="0">
                <a:latin typeface="Times New Roman" panose="02020603050405020304" charset="0"/>
                <a:cs typeface="Times New Roman" panose="02020603050405020304" charset="0"/>
                <a:sym typeface="+mn-ea"/>
              </a:rPr>
              <a:t> (bit [1:0] id);</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$display ("[%0t] Trying to get a room for id[%0d] ...", $time, id);</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 </a:t>
            </a:r>
            <a:endParaRPr lang="en-US" sz="2000" dirty="0">
              <a:latin typeface="Times New Roman" panose="02020603050405020304" charset="0"/>
              <a:cs typeface="Times New Roman" panose="02020603050405020304" charset="0"/>
            </a:endParaRPr>
          </a:p>
        </p:txBody>
      </p:sp>
      <p:sp>
        <p:nvSpPr>
          <p:cNvPr id="5" name="Date Placeholder 4">
            <a:extLst>
              <a:ext uri="{FF2B5EF4-FFF2-40B4-BE49-F238E27FC236}">
                <a16:creationId xmlns:a16="http://schemas.microsoft.com/office/drawing/2014/main" id="{CB5A8501-5BC2-2DC0-8A58-FDA89BB21E27}"/>
              </a:ext>
            </a:extLst>
          </p:cNvPr>
          <p:cNvSpPr>
            <a:spLocks noGrp="1"/>
          </p:cNvSpPr>
          <p:nvPr>
            <p:ph type="dt" sz="half" idx="10"/>
          </p:nvPr>
        </p:nvSpPr>
        <p:spPr/>
        <p:txBody>
          <a:bodyPr/>
          <a:lstStyle/>
          <a:p>
            <a:fld id="{2F06A616-715A-42CA-A79A-680D3AABD9F4}" type="datetime1">
              <a:rPr lang="en-IN" smtClean="0"/>
              <a:pPr/>
              <a:t>31-10-2025</a:t>
            </a:fld>
            <a:endParaRPr lang="en-IN" dirty="0"/>
          </a:p>
        </p:txBody>
      </p:sp>
      <p:sp>
        <p:nvSpPr>
          <p:cNvPr id="6" name="Footer Placeholder 5">
            <a:extLst>
              <a:ext uri="{FF2B5EF4-FFF2-40B4-BE49-F238E27FC236}">
                <a16:creationId xmlns:a16="http://schemas.microsoft.com/office/drawing/2014/main" id="{51C2B844-4D33-013D-7925-44C1920C0484}"/>
              </a:ext>
            </a:extLst>
          </p:cNvPr>
          <p:cNvSpPr>
            <a:spLocks noGrp="1"/>
          </p:cNvSpPr>
          <p:nvPr>
            <p:ph type="ftr" sz="quarter" idx="11"/>
          </p:nvPr>
        </p:nvSpPr>
        <p:spPr/>
        <p:txBody>
          <a:bodyPr/>
          <a:lstStyle/>
          <a:p>
            <a:r>
              <a:rPr lang="en-IN" dirty="0"/>
              <a:t>VLSI Design Verification using System Verilog</a:t>
            </a:r>
          </a:p>
        </p:txBody>
      </p:sp>
      <p:sp>
        <p:nvSpPr>
          <p:cNvPr id="7" name="Slide Number Placeholder 6">
            <a:extLst>
              <a:ext uri="{FF2B5EF4-FFF2-40B4-BE49-F238E27FC236}">
                <a16:creationId xmlns:a16="http://schemas.microsoft.com/office/drawing/2014/main" id="{924C911B-71FC-837A-EE09-A25ABB0F1FBA}"/>
              </a:ext>
            </a:extLst>
          </p:cNvPr>
          <p:cNvSpPr>
            <a:spLocks noGrp="1"/>
          </p:cNvSpPr>
          <p:nvPr>
            <p:ph type="sldNum" sz="quarter" idx="12"/>
          </p:nvPr>
        </p:nvSpPr>
        <p:spPr/>
        <p:txBody>
          <a:bodyPr/>
          <a:lstStyle/>
          <a:p>
            <a:fld id="{56BB8B7D-B437-4E80-9B4F-EB7501C8BBDD}" type="slidenum">
              <a:rPr lang="en-IN" smtClean="0"/>
              <a:pPr/>
              <a:t>121</a:t>
            </a:fld>
            <a:endParaRPr lang="en-IN" dirty="0"/>
          </a:p>
        </p:txBody>
      </p:sp>
      <p:sp>
        <p:nvSpPr>
          <p:cNvPr id="4" name="Text Box 3"/>
          <p:cNvSpPr txBox="1"/>
          <p:nvPr/>
        </p:nvSpPr>
        <p:spPr>
          <a:xfrm>
            <a:off x="5215255" y="972020"/>
            <a:ext cx="6619240" cy="4932680"/>
          </a:xfrm>
          <a:prstGeom prst="rect">
            <a:avLst/>
          </a:prstGeom>
          <a:noFill/>
        </p:spPr>
        <p:txBody>
          <a:bodyPr wrap="square" rtlCol="0">
            <a:noAutofit/>
          </a:bodyPr>
          <a:lstStyle/>
          <a:p>
            <a:pPr marL="0" indent="0">
              <a:buNone/>
            </a:pPr>
            <a:r>
              <a:rPr lang="en-US" sz="2000" dirty="0">
                <a:latin typeface="Times New Roman" panose="02020603050405020304" charset="0"/>
                <a:cs typeface="Times New Roman" panose="02020603050405020304" charset="0"/>
                <a:sym typeface="+mn-ea"/>
              </a:rPr>
              <a:t>  </a:t>
            </a:r>
            <a:r>
              <a:rPr lang="en-US" sz="2000" dirty="0" err="1">
                <a:latin typeface="Times New Roman" panose="02020603050405020304" charset="0"/>
                <a:cs typeface="Times New Roman" panose="02020603050405020304" charset="0"/>
                <a:sym typeface="+mn-ea"/>
              </a:rPr>
              <a:t>key.get</a:t>
            </a:r>
            <a:r>
              <a:rPr lang="en-US" sz="2000" dirty="0">
                <a:latin typeface="Times New Roman" panose="02020603050405020304" charset="0"/>
                <a:cs typeface="Times New Roman" panose="02020603050405020304" charset="0"/>
                <a:sym typeface="+mn-ea"/>
              </a:rPr>
              <a:t> (1);</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$display ("[%0t] Room Key retrieved for id[%0d]", $time, id);</a:t>
            </a:r>
            <a:endParaRPr lang="en-US" sz="2000" dirty="0">
              <a:latin typeface="Times New Roman" panose="02020603050405020304" charset="0"/>
              <a:cs typeface="Times New Roman" panose="02020603050405020304" charset="0"/>
            </a:endParaRPr>
          </a:p>
          <a:p>
            <a:pPr marL="0" indent="0">
              <a:buNone/>
            </a:pPr>
            <a:r>
              <a:rPr lang="en-US" sz="2000" dirty="0" err="1">
                <a:latin typeface="Times New Roman" panose="02020603050405020304" charset="0"/>
                <a:cs typeface="Times New Roman" panose="02020603050405020304" charset="0"/>
                <a:sym typeface="+mn-ea"/>
              </a:rPr>
              <a:t>endtask</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task </a:t>
            </a:r>
            <a:r>
              <a:rPr lang="en-US" sz="2000" dirty="0" err="1">
                <a:latin typeface="Times New Roman" panose="02020603050405020304" charset="0"/>
                <a:cs typeface="Times New Roman" panose="02020603050405020304" charset="0"/>
                <a:sym typeface="+mn-ea"/>
              </a:rPr>
              <a:t>putRoom</a:t>
            </a:r>
            <a:r>
              <a:rPr lang="en-US" sz="2000" dirty="0">
                <a:latin typeface="Times New Roman" panose="02020603050405020304" charset="0"/>
                <a:cs typeface="Times New Roman" panose="02020603050405020304" charset="0"/>
                <a:sym typeface="+mn-ea"/>
              </a:rPr>
              <a:t> (bit [1:0] id);</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$display ("[%0t] Leaving room id[%0d] ...", $time, id);</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 </a:t>
            </a:r>
            <a:r>
              <a:rPr lang="en-US" sz="2000" dirty="0" err="1">
                <a:latin typeface="Times New Roman" panose="02020603050405020304" charset="0"/>
                <a:cs typeface="Times New Roman" panose="02020603050405020304" charset="0"/>
                <a:sym typeface="+mn-ea"/>
              </a:rPr>
              <a:t>key.put</a:t>
            </a:r>
            <a:r>
              <a:rPr lang="en-US" sz="2000" dirty="0">
                <a:latin typeface="Times New Roman" panose="02020603050405020304" charset="0"/>
                <a:cs typeface="Times New Roman" panose="02020603050405020304" charset="0"/>
                <a:sym typeface="+mn-ea"/>
              </a:rPr>
              <a:t> (1);</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$display ("[%0t] Room Key put back id[%0d]", $time, id);</a:t>
            </a:r>
            <a:endParaRPr lang="en-US" sz="2000" dirty="0">
              <a:latin typeface="Times New Roman" panose="02020603050405020304" charset="0"/>
              <a:cs typeface="Times New Roman" panose="02020603050405020304" charset="0"/>
            </a:endParaRPr>
          </a:p>
          <a:p>
            <a:pPr marL="0" indent="0">
              <a:buNone/>
            </a:pPr>
            <a:r>
              <a:rPr lang="en-US" sz="2000" dirty="0" err="1">
                <a:latin typeface="Times New Roman" panose="02020603050405020304" charset="0"/>
                <a:cs typeface="Times New Roman" panose="02020603050405020304" charset="0"/>
                <a:sym typeface="+mn-ea"/>
              </a:rPr>
              <a:t>endtask</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task </a:t>
            </a:r>
            <a:r>
              <a:rPr lang="en-US" sz="2000" dirty="0" err="1">
                <a:latin typeface="Times New Roman" panose="02020603050405020304" charset="0"/>
                <a:cs typeface="Times New Roman" panose="02020603050405020304" charset="0"/>
                <a:sym typeface="+mn-ea"/>
              </a:rPr>
              <a:t>personA</a:t>
            </a:r>
            <a:r>
              <a:rPr lang="en-US" sz="2000" dirty="0">
                <a:latin typeface="Times New Roman" panose="02020603050405020304" charset="0"/>
                <a:cs typeface="Times New Roman" panose="02020603050405020304" charset="0"/>
                <a:sym typeface="+mn-ea"/>
              </a:rPr>
              <a:t> ();</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 </a:t>
            </a:r>
            <a:r>
              <a:rPr lang="en-US" sz="2000" dirty="0" err="1">
                <a:latin typeface="Times New Roman" panose="02020603050405020304" charset="0"/>
                <a:cs typeface="Times New Roman" panose="02020603050405020304" charset="0"/>
                <a:sym typeface="+mn-ea"/>
              </a:rPr>
              <a:t>getRoom</a:t>
            </a:r>
            <a:r>
              <a:rPr lang="en-US" sz="2000" dirty="0">
                <a:latin typeface="Times New Roman" panose="02020603050405020304" charset="0"/>
                <a:cs typeface="Times New Roman" panose="02020603050405020304" charset="0"/>
                <a:sym typeface="+mn-ea"/>
              </a:rPr>
              <a:t> (1);</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#20 </a:t>
            </a:r>
            <a:r>
              <a:rPr lang="en-US" sz="2000" dirty="0" err="1">
                <a:latin typeface="Times New Roman" panose="02020603050405020304" charset="0"/>
                <a:cs typeface="Times New Roman" panose="02020603050405020304" charset="0"/>
                <a:sym typeface="+mn-ea"/>
              </a:rPr>
              <a:t>putRoom</a:t>
            </a:r>
            <a:r>
              <a:rPr lang="en-US" sz="2000" dirty="0">
                <a:latin typeface="Times New Roman" panose="02020603050405020304" charset="0"/>
                <a:cs typeface="Times New Roman" panose="02020603050405020304" charset="0"/>
                <a:sym typeface="+mn-ea"/>
              </a:rPr>
              <a:t> (1);</a:t>
            </a:r>
            <a:endParaRPr lang="en-US" sz="2000" dirty="0">
              <a:latin typeface="Times New Roman" panose="02020603050405020304" charset="0"/>
              <a:cs typeface="Times New Roman" panose="02020603050405020304" charset="0"/>
            </a:endParaRPr>
          </a:p>
          <a:p>
            <a:pPr marL="0" indent="0">
              <a:buNone/>
            </a:pPr>
            <a:r>
              <a:rPr lang="en-US" sz="2000" dirty="0" err="1">
                <a:latin typeface="Times New Roman" panose="02020603050405020304" charset="0"/>
                <a:cs typeface="Times New Roman" panose="02020603050405020304" charset="0"/>
                <a:sym typeface="+mn-ea"/>
              </a:rPr>
              <a:t>endtask</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task </a:t>
            </a:r>
            <a:r>
              <a:rPr lang="en-US" sz="2000" dirty="0" err="1">
                <a:latin typeface="Times New Roman" panose="02020603050405020304" charset="0"/>
                <a:cs typeface="Times New Roman" panose="02020603050405020304" charset="0"/>
                <a:sym typeface="+mn-ea"/>
              </a:rPr>
              <a:t>personB</a:t>
            </a:r>
            <a:r>
              <a:rPr lang="en-US" sz="2000" dirty="0">
                <a:latin typeface="Times New Roman" panose="02020603050405020304" charset="0"/>
                <a:cs typeface="Times New Roman" panose="02020603050405020304" charset="0"/>
                <a:sym typeface="+mn-ea"/>
              </a:rPr>
              <a:t> ();</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#5 </a:t>
            </a:r>
            <a:r>
              <a:rPr lang="en-US" sz="2000" dirty="0" err="1">
                <a:latin typeface="Times New Roman" panose="02020603050405020304" charset="0"/>
                <a:cs typeface="Times New Roman" panose="02020603050405020304" charset="0"/>
                <a:sym typeface="+mn-ea"/>
              </a:rPr>
              <a:t>getRoom</a:t>
            </a:r>
            <a:r>
              <a:rPr lang="en-US" sz="2000" dirty="0">
                <a:latin typeface="Times New Roman" panose="02020603050405020304" charset="0"/>
                <a:cs typeface="Times New Roman" panose="02020603050405020304" charset="0"/>
                <a:sym typeface="+mn-ea"/>
              </a:rPr>
              <a:t> (2);</a:t>
            </a:r>
            <a:endParaRPr lang="en-US" sz="2000" dirty="0">
              <a:latin typeface="Times New Roman" panose="02020603050405020304" charset="0"/>
              <a:cs typeface="Times New Roman" panose="02020603050405020304" charset="0"/>
            </a:endParaRPr>
          </a:p>
          <a:p>
            <a:pPr marL="0" indent="0">
              <a:buNone/>
            </a:pPr>
            <a:r>
              <a:rPr lang="en-US" sz="2000" dirty="0">
                <a:latin typeface="Times New Roman" panose="02020603050405020304" charset="0"/>
                <a:cs typeface="Times New Roman" panose="02020603050405020304" charset="0"/>
                <a:sym typeface="+mn-ea"/>
              </a:rPr>
              <a:t>#10 </a:t>
            </a:r>
            <a:r>
              <a:rPr lang="en-US" sz="2000" dirty="0" err="1">
                <a:latin typeface="Times New Roman" panose="02020603050405020304" charset="0"/>
                <a:cs typeface="Times New Roman" panose="02020603050405020304" charset="0"/>
                <a:sym typeface="+mn-ea"/>
              </a:rPr>
              <a:t>putRoom</a:t>
            </a:r>
            <a:r>
              <a:rPr lang="en-US" sz="2000" dirty="0">
                <a:latin typeface="Times New Roman" panose="02020603050405020304" charset="0"/>
                <a:cs typeface="Times New Roman" panose="02020603050405020304" charset="0"/>
                <a:sym typeface="+mn-ea"/>
              </a:rPr>
              <a:t> (2);</a:t>
            </a:r>
            <a:endParaRPr lang="en-US" sz="2000" dirty="0">
              <a:latin typeface="Times New Roman" panose="02020603050405020304" charset="0"/>
              <a:cs typeface="Times New Roman" panose="02020603050405020304" charset="0"/>
            </a:endParaRPr>
          </a:p>
          <a:p>
            <a:pPr marL="0" indent="0">
              <a:buNone/>
            </a:pPr>
            <a:r>
              <a:rPr lang="en-US" sz="2000" dirty="0" err="1">
                <a:latin typeface="Times New Roman" panose="02020603050405020304" charset="0"/>
                <a:cs typeface="Times New Roman" panose="02020603050405020304" charset="0"/>
                <a:sym typeface="+mn-ea"/>
              </a:rPr>
              <a:t>endtask</a:t>
            </a:r>
            <a:endParaRPr lang="en-US" sz="2000" dirty="0">
              <a:latin typeface="Times New Roman" panose="02020603050405020304" charset="0"/>
              <a:cs typeface="Times New Roman" panose="02020603050405020304" charset="0"/>
            </a:endParaRPr>
          </a:p>
          <a:p>
            <a:pPr marL="0" indent="0">
              <a:buNone/>
            </a:pPr>
            <a:r>
              <a:rPr lang="en-US" sz="2000" dirty="0" err="1">
                <a:latin typeface="Times New Roman" panose="02020603050405020304" charset="0"/>
                <a:cs typeface="Times New Roman" panose="02020603050405020304" charset="0"/>
                <a:sym typeface="+mn-ea"/>
              </a:rPr>
              <a:t>endmodule</a:t>
            </a:r>
            <a:endParaRPr lang="en-US" sz="2000" dirty="0">
              <a:latin typeface="Times New Roman" panose="02020603050405020304" charset="0"/>
              <a:cs typeface="Times New Roman" panose="0202060305040502030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E29B-3A49-F5E2-2CF8-DEF2BE24E81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dirty="0"/>
          </a:p>
        </p:txBody>
      </p:sp>
      <p:sp>
        <p:nvSpPr>
          <p:cNvPr id="3" name="Content Placeholder 2">
            <a:extLst>
              <a:ext uri="{FF2B5EF4-FFF2-40B4-BE49-F238E27FC236}">
                <a16:creationId xmlns:a16="http://schemas.microsoft.com/office/drawing/2014/main" id="{119D3C3A-2685-F87A-1E7A-FB0AF1CFA234}"/>
              </a:ext>
            </a:extLst>
          </p:cNvPr>
          <p:cNvSpPr>
            <a:spLocks noGrp="1"/>
          </p:cNvSpPr>
          <p:nvPr>
            <p:ph idx="1"/>
          </p:nvPr>
        </p:nvSpPr>
        <p:spPr>
          <a:xfrm>
            <a:off x="706055" y="995423"/>
            <a:ext cx="11048409" cy="5130742"/>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Mailbox</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mailbox is a </a:t>
            </a:r>
            <a:r>
              <a:rPr lang="en-US" sz="2400" dirty="0">
                <a:highlight>
                  <a:srgbClr val="FFFF00"/>
                </a:highlight>
                <a:latin typeface="Times New Roman" panose="02020603050405020304" pitchFamily="18" charset="0"/>
                <a:cs typeface="Times New Roman" panose="02020603050405020304" pitchFamily="18" charset="0"/>
              </a:rPr>
              <a:t>communication mechanism </a:t>
            </a:r>
            <a:r>
              <a:rPr lang="en-US" sz="2400" dirty="0">
                <a:latin typeface="Times New Roman" panose="02020603050405020304" pitchFamily="18" charset="0"/>
                <a:cs typeface="Times New Roman" panose="02020603050405020304" pitchFamily="18" charset="0"/>
              </a:rPr>
              <a:t>that allows messages to be </a:t>
            </a:r>
            <a:r>
              <a:rPr lang="en-US" sz="2400" dirty="0">
                <a:solidFill>
                  <a:srgbClr val="FF0000"/>
                </a:solidFill>
                <a:latin typeface="Times New Roman" panose="02020603050405020304" pitchFamily="18" charset="0"/>
                <a:cs typeface="Times New Roman" panose="02020603050405020304" pitchFamily="18" charset="0"/>
              </a:rPr>
              <a:t>exchanged between processes</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process which wants to talk to  another process posts the message to a mailbox, which stores the messages temporarily in a system defined memory object, to pass it to  the desired process.</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Based on the sizes mailboxes are categorized as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Bounded mailbox</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Unbounded mailbox</a:t>
            </a:r>
          </a:p>
        </p:txBody>
      </p:sp>
      <p:sp>
        <p:nvSpPr>
          <p:cNvPr id="4" name="Date Placeholder 3">
            <a:extLst>
              <a:ext uri="{FF2B5EF4-FFF2-40B4-BE49-F238E27FC236}">
                <a16:creationId xmlns:a16="http://schemas.microsoft.com/office/drawing/2014/main" id="{B22809BD-8D3E-AA8E-A13A-7B13E94DDC65}"/>
              </a:ext>
            </a:extLst>
          </p:cNvPr>
          <p:cNvSpPr>
            <a:spLocks noGrp="1"/>
          </p:cNvSpPr>
          <p:nvPr>
            <p:ph type="dt" sz="half" idx="10"/>
          </p:nvPr>
        </p:nvSpPr>
        <p:spPr/>
        <p:txBody>
          <a:bodyPr/>
          <a:lstStyle/>
          <a:p>
            <a:fld id="{99C7A634-FE03-4C43-912C-DB1BADAE3C09}" type="datetime1">
              <a:rPr lang="en-IN" smtClean="0"/>
              <a:pPr/>
              <a:t>31-10-2025</a:t>
            </a:fld>
            <a:endParaRPr lang="en-IN"/>
          </a:p>
        </p:txBody>
      </p:sp>
      <p:sp>
        <p:nvSpPr>
          <p:cNvPr id="5" name="Footer Placeholder 4">
            <a:extLst>
              <a:ext uri="{FF2B5EF4-FFF2-40B4-BE49-F238E27FC236}">
                <a16:creationId xmlns:a16="http://schemas.microsoft.com/office/drawing/2014/main" id="{2D7E90F4-7783-8C02-67BB-EC792BEA123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DE0D577-1FF3-B718-A797-0477D7B6D0C0}"/>
              </a:ext>
            </a:extLst>
          </p:cNvPr>
          <p:cNvSpPr>
            <a:spLocks noGrp="1"/>
          </p:cNvSpPr>
          <p:nvPr>
            <p:ph type="sldNum" sz="quarter" idx="12"/>
          </p:nvPr>
        </p:nvSpPr>
        <p:spPr/>
        <p:txBody>
          <a:bodyPr/>
          <a:lstStyle/>
          <a:p>
            <a:fld id="{56BB8B7D-B437-4E80-9B4F-EB7501C8BBDD}" type="slidenum">
              <a:rPr lang="en-IN" smtClean="0"/>
              <a:pPr/>
              <a:t>122</a:t>
            </a:fld>
            <a:endParaRPr lang="en-IN"/>
          </a:p>
        </p:txBody>
      </p:sp>
    </p:spTree>
    <p:extLst>
      <p:ext uri="{BB962C8B-B14F-4D97-AF65-F5344CB8AC3E}">
        <p14:creationId xmlns:p14="http://schemas.microsoft.com/office/powerpoint/2010/main" val="35568086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BFA0-D102-EEA5-778D-37BCAB6BA2E1}"/>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dirty="0"/>
          </a:p>
        </p:txBody>
      </p:sp>
      <p:sp>
        <p:nvSpPr>
          <p:cNvPr id="3" name="Content Placeholder 2">
            <a:extLst>
              <a:ext uri="{FF2B5EF4-FFF2-40B4-BE49-F238E27FC236}">
                <a16:creationId xmlns:a16="http://schemas.microsoft.com/office/drawing/2014/main" id="{C17BD06B-85E2-864A-2F4C-2025B6248F14}"/>
              </a:ext>
            </a:extLst>
          </p:cNvPr>
          <p:cNvSpPr>
            <a:spLocks noGrp="1"/>
          </p:cNvSpPr>
          <p:nvPr>
            <p:ph idx="1"/>
          </p:nvPr>
        </p:nvSpPr>
        <p:spPr/>
        <p:txBody>
          <a:bodyPr/>
          <a:lstStyle/>
          <a:p>
            <a:pPr marL="742950" marR="0" lvl="1" indent="-28575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bounded mailbox is with the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size defined</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mailbox becomes full when  on storing a bounded number of messages. A process that attempts to place a message into a full mailbox shall be suspended until enough space becomes available in the mailbox queue.</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Unbounded mailboxes are with </a:t>
            </a:r>
            <a:r>
              <a:rPr kumimoji="0" lang="en-US" sz="24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unlimited size</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Mailbox types</a:t>
            </a:r>
          </a:p>
          <a:p>
            <a:pPr lvl="1">
              <a:buFont typeface="Wingdings" panose="05000000000000000000" pitchFamily="2" charset="2"/>
              <a:buChar char="Ø"/>
            </a:pPr>
            <a:r>
              <a:rPr lang="en-US" sz="2400" dirty="0">
                <a:solidFill>
                  <a:schemeClr val="accent5">
                    <a:lumMod val="75000"/>
                  </a:schemeClr>
                </a:solidFill>
                <a:latin typeface="Times New Roman" panose="02020603050405020304" pitchFamily="18" charset="0"/>
                <a:cs typeface="Times New Roman" panose="02020603050405020304" pitchFamily="18" charset="0"/>
              </a:rPr>
              <a:t>There are two types of mailboxes,</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Generic Mailbox</a:t>
            </a:r>
          </a:p>
          <a:p>
            <a:pPr lvl="2">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Parameterized mailbox</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83C93AC-B9AC-746B-205D-DB17170CF9D7}"/>
              </a:ext>
            </a:extLst>
          </p:cNvPr>
          <p:cNvSpPr>
            <a:spLocks noGrp="1"/>
          </p:cNvSpPr>
          <p:nvPr>
            <p:ph type="dt" sz="half" idx="10"/>
          </p:nvPr>
        </p:nvSpPr>
        <p:spPr/>
        <p:txBody>
          <a:bodyPr/>
          <a:lstStyle/>
          <a:p>
            <a:fld id="{C47A078F-3DC2-4384-B30D-B557D310A5A9}" type="datetime1">
              <a:rPr lang="en-IN" smtClean="0"/>
              <a:pPr/>
              <a:t>31-10-2025</a:t>
            </a:fld>
            <a:endParaRPr lang="en-IN"/>
          </a:p>
        </p:txBody>
      </p:sp>
      <p:sp>
        <p:nvSpPr>
          <p:cNvPr id="5" name="Footer Placeholder 4">
            <a:extLst>
              <a:ext uri="{FF2B5EF4-FFF2-40B4-BE49-F238E27FC236}">
                <a16:creationId xmlns:a16="http://schemas.microsoft.com/office/drawing/2014/main" id="{6BE07ED6-FB09-E079-2DF4-CA959CC8680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515C839-1BB5-5DD5-CF58-DD1E6A12FAF8}"/>
              </a:ext>
            </a:extLst>
          </p:cNvPr>
          <p:cNvSpPr>
            <a:spLocks noGrp="1"/>
          </p:cNvSpPr>
          <p:nvPr>
            <p:ph type="sldNum" sz="quarter" idx="12"/>
          </p:nvPr>
        </p:nvSpPr>
        <p:spPr/>
        <p:txBody>
          <a:bodyPr/>
          <a:lstStyle/>
          <a:p>
            <a:fld id="{56BB8B7D-B437-4E80-9B4F-EB7501C8BBDD}" type="slidenum">
              <a:rPr lang="en-IN" smtClean="0"/>
              <a:pPr/>
              <a:t>123</a:t>
            </a:fld>
            <a:endParaRPr lang="en-IN"/>
          </a:p>
        </p:txBody>
      </p:sp>
    </p:spTree>
    <p:extLst>
      <p:ext uri="{BB962C8B-B14F-4D97-AF65-F5344CB8AC3E}">
        <p14:creationId xmlns:p14="http://schemas.microsoft.com/office/powerpoint/2010/main" val="414644122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27F91-DCBC-22D7-637F-FA94AD46F761}"/>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dirty="0"/>
          </a:p>
        </p:txBody>
      </p:sp>
      <p:sp>
        <p:nvSpPr>
          <p:cNvPr id="3" name="Content Placeholder 2">
            <a:extLst>
              <a:ext uri="{FF2B5EF4-FFF2-40B4-BE49-F238E27FC236}">
                <a16:creationId xmlns:a16="http://schemas.microsoft.com/office/drawing/2014/main" id="{12F1CAEF-7EC9-F595-7708-A847E8023DC9}"/>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Generic Mailbox (type-less mailbox)</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default mailbox is type-less. that is, a single mailbox can send and receive data of any type.</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q"/>
            </a:pPr>
            <a:r>
              <a:rPr lang="en-US" dirty="0">
                <a:solidFill>
                  <a:srgbClr val="FF0000"/>
                </a:solidFill>
                <a:latin typeface="Times New Roman" panose="02020603050405020304" pitchFamily="18" charset="0"/>
                <a:cs typeface="Times New Roman" panose="02020603050405020304" pitchFamily="18" charset="0"/>
              </a:rPr>
              <a:t>mailbox</a:t>
            </a:r>
            <a:r>
              <a:rPr lang="en-US" dirty="0">
                <a:latin typeface="Times New Roman" panose="02020603050405020304" pitchFamily="18" charset="0"/>
                <a:cs typeface="Times New Roman" panose="02020603050405020304" pitchFamily="18" charset="0"/>
              </a:rPr>
              <a:t> </a:t>
            </a:r>
            <a:r>
              <a:rPr lang="en-US" dirty="0" err="1">
                <a:solidFill>
                  <a:schemeClr val="tx2">
                    <a:lumMod val="60000"/>
                    <a:lumOff val="40000"/>
                  </a:schemeClr>
                </a:solidFill>
                <a:latin typeface="Times New Roman" panose="02020603050405020304" pitchFamily="18" charset="0"/>
                <a:cs typeface="Times New Roman" panose="02020603050405020304" pitchFamily="18" charset="0"/>
              </a:rPr>
              <a:t>mailbox</a:t>
            </a:r>
            <a:r>
              <a:rPr lang="en-US" dirty="0" err="1">
                <a:latin typeface="Times New Roman" panose="02020603050405020304" pitchFamily="18" charset="0"/>
                <a:cs typeface="Times New Roman" panose="02020603050405020304" pitchFamily="18" charset="0"/>
              </a:rPr>
              <a:t>_</a:t>
            </a:r>
            <a:r>
              <a:rPr lang="en-US" dirty="0" err="1">
                <a:solidFill>
                  <a:schemeClr val="tx2">
                    <a:lumMod val="60000"/>
                    <a:lumOff val="40000"/>
                  </a:schemeClr>
                </a:solidFill>
                <a:latin typeface="Times New Roman" panose="02020603050405020304" pitchFamily="18" charset="0"/>
                <a:cs typeface="Times New Roman" panose="02020603050405020304" pitchFamily="18" charset="0"/>
              </a:rPr>
              <a:t>name</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Parameterized mailbox (mailbox with particular type)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Parameterized mailbox is used to transfer a data of particular type.</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q"/>
            </a:pPr>
            <a:r>
              <a:rPr lang="en-IN" dirty="0">
                <a:solidFill>
                  <a:srgbClr val="FF0000"/>
                </a:solidFill>
                <a:latin typeface="Times New Roman" panose="02020603050405020304" pitchFamily="18" charset="0"/>
                <a:cs typeface="Times New Roman" panose="02020603050405020304" pitchFamily="18" charset="0"/>
              </a:rPr>
              <a:t>mailbox</a:t>
            </a:r>
            <a:r>
              <a:rPr lang="en-IN" dirty="0">
                <a:solidFill>
                  <a:schemeClr val="accent4">
                    <a:lumMod val="75000"/>
                  </a:schemeClr>
                </a:solidFill>
                <a:latin typeface="Times New Roman" panose="02020603050405020304" pitchFamily="18" charset="0"/>
                <a:cs typeface="Times New Roman" panose="02020603050405020304" pitchFamily="18" charset="0"/>
              </a:rPr>
              <a:t>#(type) </a:t>
            </a:r>
            <a:r>
              <a:rPr lang="en-IN" dirty="0" err="1">
                <a:solidFill>
                  <a:schemeClr val="tx2">
                    <a:lumMod val="60000"/>
                    <a:lumOff val="40000"/>
                  </a:schemeClr>
                </a:solidFill>
                <a:latin typeface="Times New Roman" panose="02020603050405020304" pitchFamily="18" charset="0"/>
                <a:cs typeface="Times New Roman" panose="02020603050405020304" pitchFamily="18" charset="0"/>
              </a:rPr>
              <a:t>mailbox_name</a:t>
            </a:r>
            <a:r>
              <a:rPr lang="en-IN" dirty="0">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37F2ECFE-8E0F-02CB-8702-C723637D2534}"/>
              </a:ext>
            </a:extLst>
          </p:cNvPr>
          <p:cNvSpPr>
            <a:spLocks noGrp="1"/>
          </p:cNvSpPr>
          <p:nvPr>
            <p:ph type="dt" sz="half" idx="10"/>
          </p:nvPr>
        </p:nvSpPr>
        <p:spPr/>
        <p:txBody>
          <a:bodyPr/>
          <a:lstStyle/>
          <a:p>
            <a:fld id="{1E41536A-A91F-437D-9BBE-672E37B88DA8}" type="datetime1">
              <a:rPr lang="en-IN" smtClean="0"/>
              <a:pPr/>
              <a:t>31-10-2025</a:t>
            </a:fld>
            <a:endParaRPr lang="en-IN"/>
          </a:p>
        </p:txBody>
      </p:sp>
      <p:sp>
        <p:nvSpPr>
          <p:cNvPr id="5" name="Footer Placeholder 4">
            <a:extLst>
              <a:ext uri="{FF2B5EF4-FFF2-40B4-BE49-F238E27FC236}">
                <a16:creationId xmlns:a16="http://schemas.microsoft.com/office/drawing/2014/main" id="{F6D2FAA7-79E3-C5D6-2A1C-8CA471737BE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90ECDA6-F210-DFF3-6F77-E9A8CC31C0E1}"/>
              </a:ext>
            </a:extLst>
          </p:cNvPr>
          <p:cNvSpPr>
            <a:spLocks noGrp="1"/>
          </p:cNvSpPr>
          <p:nvPr>
            <p:ph type="sldNum" sz="quarter" idx="12"/>
          </p:nvPr>
        </p:nvSpPr>
        <p:spPr/>
        <p:txBody>
          <a:bodyPr/>
          <a:lstStyle/>
          <a:p>
            <a:fld id="{56BB8B7D-B437-4E80-9B4F-EB7501C8BBDD}" type="slidenum">
              <a:rPr lang="en-IN" smtClean="0"/>
              <a:pPr/>
              <a:t>124</a:t>
            </a:fld>
            <a:endParaRPr lang="en-IN"/>
          </a:p>
        </p:txBody>
      </p:sp>
    </p:spTree>
    <p:extLst>
      <p:ext uri="{BB962C8B-B14F-4D97-AF65-F5344CB8AC3E}">
        <p14:creationId xmlns:p14="http://schemas.microsoft.com/office/powerpoint/2010/main" val="11091656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31E4A-9F37-D0AA-2987-275B41A06C8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sz="3600" dirty="0"/>
          </a:p>
        </p:txBody>
      </p:sp>
      <p:graphicFrame>
        <p:nvGraphicFramePr>
          <p:cNvPr id="8" name="Content Placeholder 7">
            <a:extLst>
              <a:ext uri="{FF2B5EF4-FFF2-40B4-BE49-F238E27FC236}">
                <a16:creationId xmlns:a16="http://schemas.microsoft.com/office/drawing/2014/main" id="{B803D50D-D474-67D2-1911-DBE79C709F4B}"/>
              </a:ext>
            </a:extLst>
          </p:cNvPr>
          <p:cNvGraphicFramePr>
            <a:graphicFrameLocks noGrp="1"/>
          </p:cNvGraphicFramePr>
          <p:nvPr>
            <p:ph idx="1"/>
            <p:extLst>
              <p:ext uri="{D42A27DB-BD31-4B8C-83A1-F6EECF244321}">
                <p14:modId xmlns:p14="http://schemas.microsoft.com/office/powerpoint/2010/main" val="4023462827"/>
              </p:ext>
            </p:extLst>
          </p:nvPr>
        </p:nvGraphicFramePr>
        <p:xfrm>
          <a:off x="715149" y="1417638"/>
          <a:ext cx="10972800" cy="4175760"/>
        </p:xfrm>
        <a:graphic>
          <a:graphicData uri="http://schemas.openxmlformats.org/drawingml/2006/table">
            <a:tbl>
              <a:tblPr firstRow="1" bandRow="1">
                <a:tableStyleId>{5C22544A-7EE6-4342-B048-85BDC9FD1C3A}</a:tableStyleId>
              </a:tblPr>
              <a:tblGrid>
                <a:gridCol w="1941871">
                  <a:extLst>
                    <a:ext uri="{9D8B030D-6E8A-4147-A177-3AD203B41FA5}">
                      <a16:colId xmlns:a16="http://schemas.microsoft.com/office/drawing/2014/main" val="1130845953"/>
                    </a:ext>
                  </a:extLst>
                </a:gridCol>
                <a:gridCol w="9030929">
                  <a:extLst>
                    <a:ext uri="{9D8B030D-6E8A-4147-A177-3AD203B41FA5}">
                      <a16:colId xmlns:a16="http://schemas.microsoft.com/office/drawing/2014/main" val="4143481139"/>
                    </a:ext>
                  </a:extLst>
                </a:gridCol>
              </a:tblGrid>
              <a:tr h="370840">
                <a:tc>
                  <a:txBody>
                    <a:bodyPr/>
                    <a:lstStyle/>
                    <a:p>
                      <a:r>
                        <a:rPr lang="en-US" sz="2000" dirty="0">
                          <a:latin typeface="Times New Roman" panose="02020603050405020304" pitchFamily="18" charset="0"/>
                          <a:cs typeface="Times New Roman" panose="02020603050405020304" pitchFamily="18" charset="0"/>
                        </a:rPr>
                        <a:t>Function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0930532"/>
                  </a:ext>
                </a:extLst>
              </a:tr>
              <a:tr h="370840">
                <a:tc>
                  <a:txBody>
                    <a:bodyPr/>
                    <a:lstStyle/>
                    <a:p>
                      <a:r>
                        <a:rPr lang="en-IN" sz="2000" dirty="0">
                          <a:latin typeface="Times New Roman" panose="02020603050405020304" pitchFamily="18" charset="0"/>
                          <a:cs typeface="Times New Roman" panose="02020603050405020304" pitchFamily="18" charset="0"/>
                        </a:rPr>
                        <a:t>new();</a:t>
                      </a:r>
                    </a:p>
                  </a:txBody>
                  <a:tcPr/>
                </a:tc>
                <a:tc>
                  <a:txBody>
                    <a:bodyPr/>
                    <a:lstStyle/>
                    <a:p>
                      <a:r>
                        <a:rPr lang="en-IN" sz="2000" dirty="0">
                          <a:latin typeface="Times New Roman" panose="02020603050405020304" pitchFamily="18" charset="0"/>
                          <a:cs typeface="Times New Roman" panose="02020603050405020304" pitchFamily="18" charset="0"/>
                        </a:rPr>
                        <a:t>Create a mailbox</a:t>
                      </a:r>
                    </a:p>
                  </a:txBody>
                  <a:tcPr/>
                </a:tc>
                <a:extLst>
                  <a:ext uri="{0D108BD9-81ED-4DB2-BD59-A6C34878D82A}">
                    <a16:rowId xmlns:a16="http://schemas.microsoft.com/office/drawing/2014/main" val="3715034034"/>
                  </a:ext>
                </a:extLst>
              </a:tr>
              <a:tr h="370840">
                <a:tc>
                  <a:txBody>
                    <a:bodyPr/>
                    <a:lstStyle/>
                    <a:p>
                      <a:r>
                        <a:rPr lang="en-IN" sz="2000" dirty="0" err="1">
                          <a:latin typeface="Times New Roman" panose="02020603050405020304" pitchFamily="18" charset="0"/>
                          <a:cs typeface="Times New Roman" panose="02020603050405020304" pitchFamily="18" charset="0"/>
                        </a:rPr>
                        <a:t>num</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Returns the number of messages in the mailbox</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3059452"/>
                  </a:ext>
                </a:extLst>
              </a:tr>
              <a:tr h="370840">
                <a:tc>
                  <a:txBody>
                    <a:bodyPr/>
                    <a:lstStyle/>
                    <a:p>
                      <a:r>
                        <a:rPr lang="en-IN" sz="2000" dirty="0">
                          <a:latin typeface="Times New Roman" panose="02020603050405020304" pitchFamily="18" charset="0"/>
                          <a:cs typeface="Times New Roman" panose="02020603050405020304" pitchFamily="18" charset="0"/>
                        </a:rPr>
                        <a:t>put(); </a:t>
                      </a:r>
                    </a:p>
                  </a:txBody>
                  <a:tcPr/>
                </a:tc>
                <a:tc>
                  <a:txBody>
                    <a:bodyPr/>
                    <a:lstStyle/>
                    <a:p>
                      <a:r>
                        <a:rPr lang="en-US" sz="2000" dirty="0">
                          <a:latin typeface="Times New Roman" panose="02020603050405020304" pitchFamily="18" charset="0"/>
                          <a:cs typeface="Times New Roman" panose="02020603050405020304" pitchFamily="18" charset="0"/>
                        </a:rPr>
                        <a:t> Place a message in a mailbox</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8050045"/>
                  </a:ext>
                </a:extLst>
              </a:tr>
              <a:tr h="370840">
                <a:tc>
                  <a:txBody>
                    <a:bodyPr/>
                    <a:lstStyle/>
                    <a:p>
                      <a:r>
                        <a:rPr lang="en-IN" sz="2000" dirty="0" err="1">
                          <a:latin typeface="Times New Roman" panose="02020603050405020304" pitchFamily="18" charset="0"/>
                          <a:cs typeface="Times New Roman" panose="02020603050405020304" pitchFamily="18" charset="0"/>
                        </a:rPr>
                        <a:t>try_put</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Try to place a message in a mailbox without blocking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7200934"/>
                  </a:ext>
                </a:extLst>
              </a:tr>
              <a:tr h="370840">
                <a:tc>
                  <a:txBody>
                    <a:bodyPr/>
                    <a:lstStyle/>
                    <a:p>
                      <a:r>
                        <a:rPr lang="en-IN" sz="2000" dirty="0">
                          <a:latin typeface="Times New Roman" panose="02020603050405020304" pitchFamily="18" charset="0"/>
                          <a:cs typeface="Times New Roman" panose="02020603050405020304" pitchFamily="18" charset="0"/>
                        </a:rPr>
                        <a:t>get();</a:t>
                      </a:r>
                    </a:p>
                  </a:txBody>
                  <a:tcPr/>
                </a:tc>
                <a:tc>
                  <a:txBody>
                    <a:bodyPr/>
                    <a:lstStyle/>
                    <a:p>
                      <a:r>
                        <a:rPr lang="en-IN" sz="2000" dirty="0">
                          <a:latin typeface="Times New Roman" panose="02020603050405020304" pitchFamily="18" charset="0"/>
                          <a:cs typeface="Times New Roman" panose="02020603050405020304" pitchFamily="18" charset="0"/>
                        </a:rPr>
                        <a:t>Retrieve a message from a mailbox</a:t>
                      </a:r>
                    </a:p>
                  </a:txBody>
                  <a:tcPr/>
                </a:tc>
                <a:extLst>
                  <a:ext uri="{0D108BD9-81ED-4DB2-BD59-A6C34878D82A}">
                    <a16:rowId xmlns:a16="http://schemas.microsoft.com/office/drawing/2014/main" val="916329461"/>
                  </a:ext>
                </a:extLst>
              </a:tr>
              <a:tr h="370840">
                <a:tc>
                  <a:txBody>
                    <a:bodyPr/>
                    <a:lstStyle/>
                    <a:p>
                      <a:r>
                        <a:rPr lang="en-IN" sz="2000" dirty="0" err="1">
                          <a:latin typeface="Times New Roman" panose="02020603050405020304" pitchFamily="18" charset="0"/>
                          <a:cs typeface="Times New Roman" panose="02020603050405020304" pitchFamily="18" charset="0"/>
                        </a:rPr>
                        <a:t>try_get</a:t>
                      </a:r>
                      <a:r>
                        <a:rPr lang="en-IN" sz="2000" dirty="0">
                          <a:latin typeface="Times New Roman" panose="02020603050405020304" pitchFamily="18" charset="0"/>
                          <a:cs typeface="Times New Roman" panose="02020603050405020304" pitchFamily="18" charset="0"/>
                        </a:rPr>
                        <a:t>()</a:t>
                      </a:r>
                    </a:p>
                  </a:txBody>
                  <a:tcPr/>
                </a:tc>
                <a:tc>
                  <a:txBody>
                    <a:bodyPr/>
                    <a:lstStyle/>
                    <a:p>
                      <a:r>
                        <a:rPr lang="en-US" sz="2000" dirty="0">
                          <a:latin typeface="Times New Roman" panose="02020603050405020304" pitchFamily="18" charset="0"/>
                          <a:cs typeface="Times New Roman" panose="02020603050405020304" pitchFamily="18" charset="0"/>
                        </a:rPr>
                        <a:t>Try to retrieve a message from a mailbox without blocking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76467468"/>
                  </a:ext>
                </a:extLst>
              </a:tr>
              <a:tr h="370840">
                <a:tc>
                  <a:txBody>
                    <a:bodyPr/>
                    <a:lstStyle/>
                    <a:p>
                      <a:r>
                        <a:rPr lang="en-IN" sz="2000" dirty="0">
                          <a:latin typeface="Times New Roman" panose="02020603050405020304" pitchFamily="18" charset="0"/>
                          <a:cs typeface="Times New Roman" panose="02020603050405020304" pitchFamily="18" charset="0"/>
                        </a:rPr>
                        <a:t>peek()</a:t>
                      </a:r>
                    </a:p>
                  </a:txBody>
                  <a:tcPr/>
                </a:tc>
                <a:tc>
                  <a:txBody>
                    <a:bodyPr/>
                    <a:lstStyle/>
                    <a:p>
                      <a:r>
                        <a:rPr lang="en-US" sz="2000" dirty="0">
                          <a:latin typeface="Times New Roman" panose="02020603050405020304" pitchFamily="18" charset="0"/>
                          <a:cs typeface="Times New Roman" panose="02020603050405020304" pitchFamily="18" charset="0"/>
                        </a:rPr>
                        <a:t>Copies one message from the mailbox without removing the message from the mailbox.</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3208170"/>
                  </a:ext>
                </a:extLst>
              </a:tr>
              <a:tr h="370840">
                <a:tc>
                  <a:txBody>
                    <a:bodyPr/>
                    <a:lstStyle/>
                    <a:p>
                      <a:r>
                        <a:rPr lang="en-US" sz="2000" dirty="0" err="1">
                          <a:latin typeface="Times New Roman" panose="02020603050405020304" pitchFamily="18" charset="0"/>
                          <a:cs typeface="Times New Roman" panose="02020603050405020304" pitchFamily="18" charset="0"/>
                        </a:rPr>
                        <a:t>try_peek</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Tries to copy one message from the mailbox without removing the message from mailbox</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2762407"/>
                  </a:ext>
                </a:extLst>
              </a:tr>
            </a:tbl>
          </a:graphicData>
        </a:graphic>
      </p:graphicFrame>
      <p:sp>
        <p:nvSpPr>
          <p:cNvPr id="3" name="Date Placeholder 2">
            <a:extLst>
              <a:ext uri="{FF2B5EF4-FFF2-40B4-BE49-F238E27FC236}">
                <a16:creationId xmlns:a16="http://schemas.microsoft.com/office/drawing/2014/main" id="{7676EAB2-D4F2-2D59-76B1-848717965C62}"/>
              </a:ext>
            </a:extLst>
          </p:cNvPr>
          <p:cNvSpPr>
            <a:spLocks noGrp="1"/>
          </p:cNvSpPr>
          <p:nvPr>
            <p:ph type="dt" sz="half" idx="10"/>
          </p:nvPr>
        </p:nvSpPr>
        <p:spPr/>
        <p:txBody>
          <a:bodyPr/>
          <a:lstStyle/>
          <a:p>
            <a:fld id="{2097E352-CEB3-41E6-9451-52E364467C7A}" type="datetime1">
              <a:rPr lang="en-IN" smtClean="0"/>
              <a:pPr/>
              <a:t>31-10-2025</a:t>
            </a:fld>
            <a:endParaRPr lang="en-IN"/>
          </a:p>
        </p:txBody>
      </p:sp>
      <p:sp>
        <p:nvSpPr>
          <p:cNvPr id="4" name="Footer Placeholder 3">
            <a:extLst>
              <a:ext uri="{FF2B5EF4-FFF2-40B4-BE49-F238E27FC236}">
                <a16:creationId xmlns:a16="http://schemas.microsoft.com/office/drawing/2014/main" id="{0F7AC13F-E770-B7F2-6EC0-75EC0E84A815}"/>
              </a:ext>
            </a:extLst>
          </p:cNvPr>
          <p:cNvSpPr>
            <a:spLocks noGrp="1"/>
          </p:cNvSpPr>
          <p:nvPr>
            <p:ph type="ftr" sz="quarter" idx="11"/>
          </p:nvPr>
        </p:nvSpPr>
        <p:spPr/>
        <p:txBody>
          <a:bodyPr/>
          <a:lstStyle/>
          <a:p>
            <a:r>
              <a:rPr lang="en-IN"/>
              <a:t>VLSI Design Verification using System Verilog</a:t>
            </a:r>
          </a:p>
        </p:txBody>
      </p:sp>
      <p:sp>
        <p:nvSpPr>
          <p:cNvPr id="5" name="Slide Number Placeholder 4">
            <a:extLst>
              <a:ext uri="{FF2B5EF4-FFF2-40B4-BE49-F238E27FC236}">
                <a16:creationId xmlns:a16="http://schemas.microsoft.com/office/drawing/2014/main" id="{4A62FBF8-09E5-AC7B-364C-21E40F1DB7E8}"/>
              </a:ext>
            </a:extLst>
          </p:cNvPr>
          <p:cNvSpPr>
            <a:spLocks noGrp="1"/>
          </p:cNvSpPr>
          <p:nvPr>
            <p:ph type="sldNum" sz="quarter" idx="12"/>
          </p:nvPr>
        </p:nvSpPr>
        <p:spPr/>
        <p:txBody>
          <a:bodyPr/>
          <a:lstStyle/>
          <a:p>
            <a:fld id="{56BB8B7D-B437-4E80-9B4F-EB7501C8BBDD}" type="slidenum">
              <a:rPr lang="en-IN" smtClean="0"/>
              <a:pPr/>
              <a:t>125</a:t>
            </a:fld>
            <a:endParaRPr lang="en-IN"/>
          </a:p>
        </p:txBody>
      </p:sp>
    </p:spTree>
    <p:extLst>
      <p:ext uri="{BB962C8B-B14F-4D97-AF65-F5344CB8AC3E}">
        <p14:creationId xmlns:p14="http://schemas.microsoft.com/office/powerpoint/2010/main" val="7997073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1968-05F6-414B-0784-BED268BFD63F}"/>
              </a:ext>
            </a:extLst>
          </p:cNvPr>
          <p:cNvSpPr>
            <a:spLocks noGrp="1"/>
          </p:cNvSpPr>
          <p:nvPr>
            <p:ph type="title"/>
          </p:nvPr>
        </p:nvSpPr>
        <p:spPr/>
        <p:txBody>
          <a:bodyPr/>
          <a:lstStyle/>
          <a:p>
            <a:r>
              <a:rPr lang="en-US" dirty="0" err="1">
                <a:latin typeface="Times New Roman" panose="02020603050405020304" charset="0"/>
                <a:cs typeface="Times New Roman" panose="02020603050405020304" charset="0"/>
                <a:sym typeface="+mn-ea"/>
              </a:rPr>
              <a:t>SystemVerilog</a:t>
            </a:r>
            <a:r>
              <a:rPr lang="en-US" dirty="0">
                <a:latin typeface="Times New Roman" panose="02020603050405020304" charset="0"/>
                <a:cs typeface="Times New Roman" panose="02020603050405020304" charset="0"/>
                <a:sym typeface="+mn-ea"/>
              </a:rPr>
              <a:t> Communication</a:t>
            </a:r>
            <a:endParaRPr lang="en-IN" dirty="0"/>
          </a:p>
        </p:txBody>
      </p:sp>
      <p:sp>
        <p:nvSpPr>
          <p:cNvPr id="3" name="Content Placeholder 2">
            <a:extLst>
              <a:ext uri="{FF2B5EF4-FFF2-40B4-BE49-F238E27FC236}">
                <a16:creationId xmlns:a16="http://schemas.microsoft.com/office/drawing/2014/main" id="{B8923B42-A005-8D6D-8660-DEB19365409A}"/>
              </a:ext>
            </a:extLst>
          </p:cNvPr>
          <p:cNvSpPr>
            <a:spLocks noGrp="1"/>
          </p:cNvSpPr>
          <p:nvPr>
            <p:ph idx="1"/>
          </p:nvPr>
        </p:nvSpPr>
        <p:spPr>
          <a:xfrm>
            <a:off x="6096000" y="1782763"/>
            <a:ext cx="5881759" cy="4938715"/>
          </a:xfrm>
        </p:spPr>
        <p:txBody>
          <a:bodyPr>
            <a:normAutofit fontScale="40000" lnSpcReduction="20000"/>
          </a:bodyPr>
          <a:lstStyle/>
          <a:p>
            <a:pPr marL="0" indent="0">
              <a:buNone/>
            </a:pPr>
            <a:r>
              <a:rPr lang="en-US" dirty="0"/>
              <a:t>// Receiver process</a:t>
            </a:r>
          </a:p>
          <a:p>
            <a:pPr marL="0" indent="0">
              <a:buNone/>
            </a:pPr>
            <a:r>
              <a:rPr lang="en-US" dirty="0"/>
              <a:t>  task </a:t>
            </a:r>
            <a:r>
              <a:rPr lang="en-US" dirty="0" err="1"/>
              <a:t>receiver_task</a:t>
            </a:r>
            <a:r>
              <a:rPr lang="en-US" dirty="0"/>
              <a:t>();</a:t>
            </a:r>
          </a:p>
          <a:p>
            <a:pPr marL="0" indent="0">
              <a:buNone/>
            </a:pPr>
            <a:r>
              <a:rPr lang="en-US" dirty="0"/>
              <a:t>    </a:t>
            </a:r>
            <a:r>
              <a:rPr lang="en-US" dirty="0" err="1"/>
              <a:t>message_t</a:t>
            </a:r>
            <a:r>
              <a:rPr lang="en-US" dirty="0"/>
              <a:t> msg;</a:t>
            </a:r>
          </a:p>
          <a:p>
            <a:pPr marL="0" indent="0">
              <a:buNone/>
            </a:pPr>
            <a:r>
              <a:rPr lang="en-US" dirty="0"/>
              <a:t>    $display("Receiver starting...");</a:t>
            </a:r>
          </a:p>
          <a:p>
            <a:pPr marL="0" indent="0">
              <a:buNone/>
            </a:pPr>
            <a:r>
              <a:rPr lang="en-US" dirty="0"/>
              <a:t>    </a:t>
            </a:r>
          </a:p>
          <a:p>
            <a:pPr marL="0" indent="0">
              <a:buNone/>
            </a:pPr>
            <a:r>
              <a:rPr lang="en-US" dirty="0"/>
              <a:t>    // Wait for and receive 5 messages from the mailbox</a:t>
            </a:r>
          </a:p>
          <a:p>
            <a:pPr marL="0" indent="0">
              <a:buNone/>
            </a:pPr>
            <a:r>
              <a:rPr lang="en-US" dirty="0"/>
              <a:t>    for (int </a:t>
            </a:r>
            <a:r>
              <a:rPr lang="en-US" dirty="0" err="1"/>
              <a:t>i</a:t>
            </a:r>
            <a:r>
              <a:rPr lang="en-US" dirty="0"/>
              <a:t> = 0; </a:t>
            </a:r>
            <a:r>
              <a:rPr lang="en-US" dirty="0" err="1"/>
              <a:t>i</a:t>
            </a:r>
            <a:r>
              <a:rPr lang="en-US" dirty="0"/>
              <a:t> &lt; 5; </a:t>
            </a:r>
            <a:r>
              <a:rPr lang="en-US" dirty="0" err="1"/>
              <a:t>i</a:t>
            </a:r>
            <a:r>
              <a:rPr lang="en-US" dirty="0"/>
              <a:t>++) begin</a:t>
            </a:r>
          </a:p>
          <a:p>
            <a:pPr marL="0" indent="0">
              <a:buNone/>
            </a:pPr>
            <a:r>
              <a:rPr lang="en-US" dirty="0"/>
              <a:t>      </a:t>
            </a:r>
            <a:r>
              <a:rPr lang="en-US" dirty="0" err="1"/>
              <a:t>my_mailbox.get</a:t>
            </a:r>
            <a:r>
              <a:rPr lang="en-US" dirty="0"/>
              <a:t>(msg); // get() waits for and receives a message</a:t>
            </a:r>
          </a:p>
          <a:p>
            <a:pPr marL="0" indent="0">
              <a:buNone/>
            </a:pPr>
            <a:r>
              <a:rPr lang="en-US" dirty="0"/>
              <a:t>      $display("Receiver received message: %0d", msg);</a:t>
            </a:r>
          </a:p>
          <a:p>
            <a:pPr marL="0" indent="0">
              <a:buNone/>
            </a:pPr>
            <a:r>
              <a:rPr lang="en-US" dirty="0"/>
              <a:t>    end</a:t>
            </a:r>
          </a:p>
          <a:p>
            <a:pPr marL="0" indent="0">
              <a:buNone/>
            </a:pPr>
            <a:r>
              <a:rPr lang="en-US" dirty="0"/>
              <a:t>    $display("Receiver finished.");</a:t>
            </a:r>
          </a:p>
          <a:p>
            <a:pPr marL="0" indent="0">
              <a:buNone/>
            </a:pPr>
            <a:r>
              <a:rPr lang="en-US" dirty="0"/>
              <a:t>  </a:t>
            </a:r>
            <a:r>
              <a:rPr lang="en-US" dirty="0" err="1"/>
              <a:t>endtask</a:t>
            </a:r>
            <a:endParaRPr lang="en-US" dirty="0"/>
          </a:p>
          <a:p>
            <a:pPr marL="0" indent="0">
              <a:buNone/>
            </a:pPr>
            <a:endParaRPr lang="en-US" dirty="0"/>
          </a:p>
          <a:p>
            <a:pPr marL="0" indent="0">
              <a:buNone/>
            </a:pPr>
            <a:r>
              <a:rPr lang="en-US" dirty="0"/>
              <a:t>  // Initial block to start the processes</a:t>
            </a:r>
          </a:p>
          <a:p>
            <a:pPr marL="0" indent="0">
              <a:buNone/>
            </a:pPr>
            <a:r>
              <a:rPr lang="en-US" dirty="0"/>
              <a:t>  initial begin</a:t>
            </a:r>
          </a:p>
          <a:p>
            <a:pPr marL="0" indent="0">
              <a:buNone/>
            </a:pPr>
            <a:r>
              <a:rPr lang="en-US" dirty="0"/>
              <a:t>    fork</a:t>
            </a:r>
          </a:p>
          <a:p>
            <a:pPr marL="0" indent="0">
              <a:buNone/>
            </a:pPr>
            <a:r>
              <a:rPr lang="en-US" dirty="0"/>
              <a:t>      </a:t>
            </a:r>
            <a:r>
              <a:rPr lang="en-US" dirty="0" err="1"/>
              <a:t>sender_task</a:t>
            </a:r>
            <a:r>
              <a:rPr lang="en-US" dirty="0"/>
              <a:t>();</a:t>
            </a:r>
          </a:p>
          <a:p>
            <a:pPr marL="0" indent="0">
              <a:buNone/>
            </a:pPr>
            <a:r>
              <a:rPr lang="en-US" dirty="0"/>
              <a:t>      </a:t>
            </a:r>
            <a:r>
              <a:rPr lang="en-US" dirty="0" err="1"/>
              <a:t>receiver_task</a:t>
            </a:r>
            <a:r>
              <a:rPr lang="en-US" dirty="0"/>
              <a:t>();</a:t>
            </a:r>
          </a:p>
          <a:p>
            <a:pPr marL="0" indent="0">
              <a:buNone/>
            </a:pPr>
            <a:r>
              <a:rPr lang="en-US" dirty="0"/>
              <a:t>    join</a:t>
            </a:r>
          </a:p>
          <a:p>
            <a:pPr marL="0" indent="0">
              <a:buNone/>
            </a:pPr>
            <a:r>
              <a:rPr lang="en-US" dirty="0"/>
              <a:t>  end</a:t>
            </a:r>
          </a:p>
          <a:p>
            <a:pPr marL="0" indent="0">
              <a:buNone/>
            </a:pPr>
            <a:endParaRPr lang="en-US" dirty="0"/>
          </a:p>
          <a:p>
            <a:pPr marL="0" indent="0">
              <a:buNone/>
            </a:pPr>
            <a:r>
              <a:rPr lang="en-US" dirty="0" err="1"/>
              <a:t>endmodule</a:t>
            </a:r>
            <a:endParaRPr lang="en-IN" dirty="0"/>
          </a:p>
        </p:txBody>
      </p:sp>
      <p:sp>
        <p:nvSpPr>
          <p:cNvPr id="4" name="Date Placeholder 3">
            <a:extLst>
              <a:ext uri="{FF2B5EF4-FFF2-40B4-BE49-F238E27FC236}">
                <a16:creationId xmlns:a16="http://schemas.microsoft.com/office/drawing/2014/main" id="{2F731E6F-0728-70EA-58EA-3BE750C4D212}"/>
              </a:ext>
            </a:extLst>
          </p:cNvPr>
          <p:cNvSpPr>
            <a:spLocks noGrp="1"/>
          </p:cNvSpPr>
          <p:nvPr>
            <p:ph type="dt" sz="half" idx="10"/>
          </p:nvPr>
        </p:nvSpPr>
        <p:spPr/>
        <p:txBody>
          <a:bodyPr/>
          <a:lstStyle/>
          <a:p>
            <a:fld id="{E7A0D239-A7EA-46F8-9341-D35A529B6F22}" type="datetime1">
              <a:rPr lang="en-IN" smtClean="0"/>
              <a:pPr/>
              <a:t>31-10-2025</a:t>
            </a:fld>
            <a:endParaRPr lang="en-US" dirty="0"/>
          </a:p>
        </p:txBody>
      </p:sp>
      <p:sp>
        <p:nvSpPr>
          <p:cNvPr id="5" name="Footer Placeholder 4">
            <a:extLst>
              <a:ext uri="{FF2B5EF4-FFF2-40B4-BE49-F238E27FC236}">
                <a16:creationId xmlns:a16="http://schemas.microsoft.com/office/drawing/2014/main" id="{CF1B7C49-5C7B-08CA-47CF-CDDB56B8B429}"/>
              </a:ext>
            </a:extLst>
          </p:cNvPr>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a:extLst>
              <a:ext uri="{FF2B5EF4-FFF2-40B4-BE49-F238E27FC236}">
                <a16:creationId xmlns:a16="http://schemas.microsoft.com/office/drawing/2014/main" id="{AD32BA3B-0C14-EC11-57FE-2F8917B0C9B2}"/>
              </a:ext>
            </a:extLst>
          </p:cNvPr>
          <p:cNvSpPr>
            <a:spLocks noGrp="1"/>
          </p:cNvSpPr>
          <p:nvPr>
            <p:ph type="sldNum" sz="quarter" idx="12"/>
          </p:nvPr>
        </p:nvSpPr>
        <p:spPr/>
        <p:txBody>
          <a:bodyPr/>
          <a:lstStyle/>
          <a:p>
            <a:fld id="{57B350C9-0046-402A-BD0D-C3B248A3F322}" type="slidenum">
              <a:rPr lang="en-US" smtClean="0"/>
              <a:pPr/>
              <a:t>126</a:t>
            </a:fld>
            <a:endParaRPr lang="en-US" dirty="0"/>
          </a:p>
        </p:txBody>
      </p:sp>
      <p:sp>
        <p:nvSpPr>
          <p:cNvPr id="7" name="Content Placeholder 2">
            <a:extLst>
              <a:ext uri="{FF2B5EF4-FFF2-40B4-BE49-F238E27FC236}">
                <a16:creationId xmlns:a16="http://schemas.microsoft.com/office/drawing/2014/main" id="{8C3A62C5-5DDB-4752-1F06-01237A3DF900}"/>
              </a:ext>
            </a:extLst>
          </p:cNvPr>
          <p:cNvSpPr txBox="1">
            <a:spLocks/>
          </p:cNvSpPr>
          <p:nvPr/>
        </p:nvSpPr>
        <p:spPr>
          <a:xfrm>
            <a:off x="596900" y="1722434"/>
            <a:ext cx="5714999" cy="4860928"/>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dirty="0">
                <a:latin typeface="Times New Roman" panose="02020603050405020304" pitchFamily="18" charset="0"/>
                <a:cs typeface="Times New Roman" panose="02020603050405020304" pitchFamily="18" charset="0"/>
              </a:rPr>
              <a:t>typedef int </a:t>
            </a:r>
            <a:r>
              <a:rPr lang="en-IN" dirty="0" err="1">
                <a:latin typeface="Times New Roman" panose="02020603050405020304" pitchFamily="18" charset="0"/>
                <a:cs typeface="Times New Roman" panose="02020603050405020304" pitchFamily="18" charset="0"/>
              </a:rPr>
              <a:t>message_t</a:t>
            </a:r>
            <a:r>
              <a:rPr lang="en-IN" dirty="0">
                <a:latin typeface="Times New Roman" panose="02020603050405020304" pitchFamily="18" charset="0"/>
                <a:cs typeface="Times New Roman" panose="02020603050405020304" pitchFamily="18" charset="0"/>
              </a:rPr>
              <a:t>;</a:t>
            </a:r>
          </a:p>
          <a:p>
            <a:pPr marL="0" indent="0">
              <a:buFont typeface="Arial" pitchFamily="34" charset="0"/>
              <a:buNone/>
            </a:pPr>
            <a:endParaRPr lang="en-IN" dirty="0">
              <a:latin typeface="Times New Roman" panose="02020603050405020304" pitchFamily="18" charset="0"/>
              <a:cs typeface="Times New Roman" panose="02020603050405020304" pitchFamily="18" charset="0"/>
            </a:endParaRPr>
          </a:p>
          <a:p>
            <a:pPr marL="0" indent="0">
              <a:buFont typeface="Arial" pitchFamily="34" charset="0"/>
              <a:buNone/>
            </a:pPr>
            <a:r>
              <a:rPr lang="en-IN" dirty="0">
                <a:latin typeface="Times New Roman" panose="02020603050405020304" pitchFamily="18" charset="0"/>
                <a:cs typeface="Times New Roman" panose="02020603050405020304" pitchFamily="18" charset="0"/>
              </a:rPr>
              <a:t>module </a:t>
            </a:r>
            <a:r>
              <a:rPr lang="en-IN" dirty="0" err="1">
                <a:latin typeface="Times New Roman" panose="02020603050405020304" pitchFamily="18" charset="0"/>
                <a:cs typeface="Times New Roman" panose="02020603050405020304" pitchFamily="18" charset="0"/>
              </a:rPr>
              <a:t>mailbox_example</a:t>
            </a:r>
            <a:r>
              <a:rPr lang="en-IN" dirty="0">
                <a:latin typeface="Times New Roman" panose="02020603050405020304" pitchFamily="18" charset="0"/>
                <a:cs typeface="Times New Roman" panose="02020603050405020304" pitchFamily="18" charset="0"/>
              </a:rPr>
              <a:t>;</a:t>
            </a:r>
          </a:p>
          <a:p>
            <a:pPr marL="0" indent="0">
              <a:buFont typeface="Arial" pitchFamily="34" charset="0"/>
              <a:buNone/>
            </a:pPr>
            <a:endParaRPr lang="en-IN" dirty="0">
              <a:latin typeface="Times New Roman" panose="02020603050405020304" pitchFamily="18" charset="0"/>
              <a:cs typeface="Times New Roman" panose="02020603050405020304" pitchFamily="18" charset="0"/>
            </a:endParaRPr>
          </a:p>
          <a:p>
            <a:pPr marL="0" indent="0">
              <a:buFont typeface="Arial" pitchFamily="34" charset="0"/>
              <a:buNone/>
            </a:pPr>
            <a:r>
              <a:rPr lang="en-IN" dirty="0">
                <a:latin typeface="Times New Roman" panose="02020603050405020304" pitchFamily="18" charset="0"/>
                <a:cs typeface="Times New Roman" panose="02020603050405020304" pitchFamily="18" charset="0"/>
              </a:rPr>
              <a:t>  // Create a mailbox instance</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mailbox </a:t>
            </a:r>
            <a:r>
              <a:rPr lang="en-IN" dirty="0" err="1">
                <a:latin typeface="Times New Roman" panose="02020603050405020304" pitchFamily="18" charset="0"/>
                <a:cs typeface="Times New Roman" panose="02020603050405020304" pitchFamily="18" charset="0"/>
              </a:rPr>
              <a:t>my_mailbox</a:t>
            </a:r>
            <a:r>
              <a:rPr lang="en-IN" dirty="0">
                <a:latin typeface="Times New Roman" panose="02020603050405020304" pitchFamily="18" charset="0"/>
                <a:cs typeface="Times New Roman" panose="02020603050405020304" pitchFamily="18" charset="0"/>
              </a:rPr>
              <a:t> = new();</a:t>
            </a:r>
          </a:p>
          <a:p>
            <a:pPr marL="0" indent="0">
              <a:buFont typeface="Arial" pitchFamily="34" charset="0"/>
              <a:buNone/>
            </a:pPr>
            <a:endParaRPr lang="en-IN" dirty="0">
              <a:latin typeface="Times New Roman" panose="02020603050405020304" pitchFamily="18" charset="0"/>
              <a:cs typeface="Times New Roman" panose="02020603050405020304" pitchFamily="18" charset="0"/>
            </a:endParaRPr>
          </a:p>
          <a:p>
            <a:pPr marL="0" indent="0">
              <a:buFont typeface="Arial" pitchFamily="34" charset="0"/>
              <a:buNone/>
            </a:pPr>
            <a:r>
              <a:rPr lang="en-IN" dirty="0">
                <a:latin typeface="Times New Roman" panose="02020603050405020304" pitchFamily="18" charset="0"/>
                <a:cs typeface="Times New Roman" panose="02020603050405020304" pitchFamily="18" charset="0"/>
              </a:rPr>
              <a:t>  // Sender process</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task </a:t>
            </a:r>
            <a:r>
              <a:rPr lang="en-IN" dirty="0" err="1">
                <a:latin typeface="Times New Roman" panose="02020603050405020304" pitchFamily="18" charset="0"/>
                <a:cs typeface="Times New Roman" panose="02020603050405020304" pitchFamily="18" charset="0"/>
              </a:rPr>
              <a:t>sender_task</a:t>
            </a:r>
            <a:r>
              <a:rPr lang="en-IN" dirty="0">
                <a:latin typeface="Times New Roman" panose="02020603050405020304" pitchFamily="18" charset="0"/>
                <a:cs typeface="Times New Roman" panose="02020603050405020304" pitchFamily="18" charset="0"/>
              </a:rPr>
              <a:t>();</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message_t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msg</a:t>
            </a:r>
            <a:r>
              <a:rPr lang="en-IN" dirty="0">
                <a:latin typeface="Times New Roman" panose="02020603050405020304" pitchFamily="18" charset="0"/>
                <a:cs typeface="Times New Roman" panose="02020603050405020304" pitchFamily="18" charset="0"/>
              </a:rPr>
              <a:t>;</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$display("Sender starting...");</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 Send 5 messages to the mailbox</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5;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begin</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msg</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+ 10;</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my_mailbox.put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msg</a:t>
            </a:r>
            <a:r>
              <a:rPr lang="en-IN" dirty="0">
                <a:latin typeface="Times New Roman" panose="02020603050405020304" pitchFamily="18" charset="0"/>
                <a:cs typeface="Times New Roman" panose="02020603050405020304" pitchFamily="18" charset="0"/>
              </a:rPr>
              <a:t>); // put() sends a message</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$display("Sender sent message: %0d", </a:t>
            </a:r>
            <a:r>
              <a:rPr lang="en-IN" dirty="0" err="1">
                <a:latin typeface="Times New Roman" panose="02020603050405020304" pitchFamily="18" charset="0"/>
                <a:cs typeface="Times New Roman" panose="02020603050405020304" pitchFamily="18" charset="0"/>
              </a:rPr>
              <a:t>msg</a:t>
            </a:r>
            <a:r>
              <a:rPr lang="en-IN" dirty="0">
                <a:latin typeface="Times New Roman" panose="02020603050405020304" pitchFamily="18" charset="0"/>
                <a:cs typeface="Times New Roman" panose="02020603050405020304" pitchFamily="18" charset="0"/>
              </a:rPr>
              <a:t>);</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#5; // Wait for a short time</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end</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$display("Sender finished.");</a:t>
            </a:r>
          </a:p>
          <a:p>
            <a:pPr marL="0" indent="0">
              <a:buFont typeface="Arial" pitchFamily="34" charse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endtask</a:t>
            </a:r>
            <a:endParaRPr lang="en-IN" dirty="0">
              <a:latin typeface="Times New Roman" panose="02020603050405020304" pitchFamily="18" charset="0"/>
              <a:cs typeface="Times New Roman" panose="02020603050405020304" pitchFamily="18" charset="0"/>
            </a:endParaRPr>
          </a:p>
          <a:p>
            <a:pPr marL="0" indent="0">
              <a:buFont typeface="Arial" pitchFamily="34" charse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7689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00212-5C20-A0A8-0D7A-D7C397ABFC52}"/>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dirty="0"/>
          </a:p>
        </p:txBody>
      </p:sp>
      <p:sp>
        <p:nvSpPr>
          <p:cNvPr id="3" name="Content Placeholder 2">
            <a:extLst>
              <a:ext uri="{FF2B5EF4-FFF2-40B4-BE49-F238E27FC236}">
                <a16:creationId xmlns:a16="http://schemas.microsoft.com/office/drawing/2014/main" id="{A5D3C205-731F-E665-3B1A-B95033F0D6AB}"/>
              </a:ext>
            </a:extLst>
          </p:cNvPr>
          <p:cNvSpPr>
            <a:spLocks noGrp="1"/>
          </p:cNvSpPr>
          <p:nvPr>
            <p:ph idx="1"/>
          </p:nvPr>
        </p:nvSpPr>
        <p:spPr>
          <a:xfrm>
            <a:off x="1028903" y="1331341"/>
            <a:ext cx="6263148"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typedef mailbox #(string) </a:t>
            </a:r>
            <a:r>
              <a:rPr lang="en-IN" sz="2000" dirty="0" err="1">
                <a:latin typeface="Times New Roman" panose="02020603050405020304" pitchFamily="18" charset="0"/>
                <a:cs typeface="Times New Roman" panose="02020603050405020304" pitchFamily="18" charset="0"/>
              </a:rPr>
              <a:t>s_box</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class comp1;</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s_box</a:t>
            </a:r>
            <a:r>
              <a:rPr lang="en-IN" sz="2000" dirty="0">
                <a:latin typeface="Times New Roman" panose="02020603050405020304" pitchFamily="18" charset="0"/>
                <a:cs typeface="Times New Roman" panose="02020603050405020304" pitchFamily="18" charset="0"/>
              </a:rPr>
              <a:t> names;</a:t>
            </a:r>
          </a:p>
          <a:p>
            <a:pPr marL="0" indent="0">
              <a:buNone/>
            </a:pPr>
            <a:r>
              <a:rPr lang="en-IN" sz="2000" dirty="0">
                <a:latin typeface="Times New Roman" panose="02020603050405020304" pitchFamily="18" charset="0"/>
                <a:cs typeface="Times New Roman" panose="02020603050405020304" pitchFamily="18" charset="0"/>
              </a:rPr>
              <a:t>   string s;</a:t>
            </a:r>
          </a:p>
          <a:p>
            <a:pPr marL="0" indent="0">
              <a:buNone/>
            </a:pPr>
            <a:r>
              <a:rPr lang="en-IN" sz="2000" dirty="0">
                <a:latin typeface="Times New Roman" panose="02020603050405020304" pitchFamily="18" charset="0"/>
                <a:cs typeface="Times New Roman" panose="02020603050405020304" pitchFamily="18" charset="0"/>
              </a:rPr>
              <a:t>  task send();</a:t>
            </a:r>
          </a:p>
          <a:p>
            <a:pPr marL="0" indent="0">
              <a:buNone/>
            </a:pPr>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=1;i&lt;3;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begin</a:t>
            </a:r>
          </a:p>
          <a:p>
            <a:pPr marL="0" indent="0">
              <a:buNone/>
            </a:pPr>
            <a:r>
              <a:rPr lang="en-IN" sz="2000" dirty="0">
                <a:latin typeface="Times New Roman" panose="02020603050405020304" pitchFamily="18" charset="0"/>
                <a:cs typeface="Times New Roman" panose="02020603050405020304" pitchFamily="18" charset="0"/>
              </a:rPr>
              <a:t>        s =$</a:t>
            </a:r>
            <a:r>
              <a:rPr lang="en-IN" sz="2000" dirty="0" err="1">
                <a:latin typeface="Times New Roman" panose="02020603050405020304" pitchFamily="18" charset="0"/>
                <a:cs typeface="Times New Roman" panose="02020603050405020304" pitchFamily="18" charset="0"/>
              </a:rPr>
              <a:t>sformatf</a:t>
            </a:r>
            <a:r>
              <a:rPr lang="en-IN" sz="2000" dirty="0">
                <a:latin typeface="Times New Roman" panose="02020603050405020304" pitchFamily="18" charset="0"/>
                <a:cs typeface="Times New Roman" panose="02020603050405020304" pitchFamily="18" charset="0"/>
              </a:rPr>
              <a:t> ("name_%0d",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#1 $display("[%0t] comp1: put %s", $</a:t>
            </a:r>
            <a:r>
              <a:rPr lang="en-IN" sz="2000" dirty="0" err="1">
                <a:latin typeface="Times New Roman" panose="02020603050405020304" pitchFamily="18" charset="0"/>
                <a:cs typeface="Times New Roman" panose="02020603050405020304" pitchFamily="18" charset="0"/>
              </a:rPr>
              <a:t>time,s</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names.put</a:t>
            </a:r>
            <a:r>
              <a:rPr lang="en-IN" sz="2000" dirty="0">
                <a:latin typeface="Times New Roman" panose="02020603050405020304" pitchFamily="18" charset="0"/>
                <a:cs typeface="Times New Roman" panose="02020603050405020304" pitchFamily="18" charset="0"/>
              </a:rPr>
              <a:t>(s);</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endtask</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3D2163EE-0E27-9B30-392A-18D1C13460FB}"/>
              </a:ext>
            </a:extLst>
          </p:cNvPr>
          <p:cNvSpPr>
            <a:spLocks noGrp="1"/>
          </p:cNvSpPr>
          <p:nvPr>
            <p:ph type="dt" sz="half" idx="10"/>
          </p:nvPr>
        </p:nvSpPr>
        <p:spPr/>
        <p:txBody>
          <a:bodyPr/>
          <a:lstStyle/>
          <a:p>
            <a:fld id="{9E1F1E5C-74DB-4829-906C-17E4DFDF5A3F}" type="datetime1">
              <a:rPr lang="en-IN" smtClean="0"/>
              <a:pPr/>
              <a:t>31-10-2025</a:t>
            </a:fld>
            <a:endParaRPr lang="en-IN"/>
          </a:p>
        </p:txBody>
      </p:sp>
      <p:sp>
        <p:nvSpPr>
          <p:cNvPr id="6" name="Footer Placeholder 5">
            <a:extLst>
              <a:ext uri="{FF2B5EF4-FFF2-40B4-BE49-F238E27FC236}">
                <a16:creationId xmlns:a16="http://schemas.microsoft.com/office/drawing/2014/main" id="{27EBE059-41A8-FBF0-AD20-164775EBAEC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2DFDA4E-D4DA-1020-C50D-FDF635CF0CE2}"/>
              </a:ext>
            </a:extLst>
          </p:cNvPr>
          <p:cNvSpPr>
            <a:spLocks noGrp="1"/>
          </p:cNvSpPr>
          <p:nvPr>
            <p:ph type="sldNum" sz="quarter" idx="12"/>
          </p:nvPr>
        </p:nvSpPr>
        <p:spPr/>
        <p:txBody>
          <a:bodyPr/>
          <a:lstStyle/>
          <a:p>
            <a:fld id="{56BB8B7D-B437-4E80-9B4F-EB7501C8BBDD}" type="slidenum">
              <a:rPr lang="en-IN" smtClean="0"/>
              <a:pPr/>
              <a:t>127</a:t>
            </a:fld>
            <a:endParaRPr lang="en-IN"/>
          </a:p>
        </p:txBody>
      </p:sp>
      <p:sp>
        <p:nvSpPr>
          <p:cNvPr id="4" name="TextBox 3">
            <a:extLst>
              <a:ext uri="{FF2B5EF4-FFF2-40B4-BE49-F238E27FC236}">
                <a16:creationId xmlns:a16="http://schemas.microsoft.com/office/drawing/2014/main" id="{4E48CB6C-3D51-4546-48FB-491E14D27862}"/>
              </a:ext>
            </a:extLst>
          </p:cNvPr>
          <p:cNvSpPr txBox="1"/>
          <p:nvPr/>
        </p:nvSpPr>
        <p:spPr>
          <a:xfrm>
            <a:off x="6464710" y="1331341"/>
            <a:ext cx="5117690" cy="3416320"/>
          </a:xfrm>
          <a:prstGeom prst="rect">
            <a:avLst/>
          </a:prstGeom>
          <a:noFill/>
        </p:spPr>
        <p:txBody>
          <a:bodyPr wrap="square" rtlCol="0">
            <a:spAutoFit/>
          </a:bodyPr>
          <a:lstStyle/>
          <a:p>
            <a:pPr marL="0" indent="0">
              <a:buNone/>
            </a:pPr>
            <a:r>
              <a:rPr lang="en-IN" sz="1800" dirty="0">
                <a:latin typeface="Times New Roman" panose="02020603050405020304" pitchFamily="18" charset="0"/>
                <a:cs typeface="Times New Roman" panose="02020603050405020304" pitchFamily="18" charset="0"/>
              </a:rPr>
              <a:t>class comp2;</a:t>
            </a:r>
          </a:p>
          <a:p>
            <a:pPr marL="0" indent="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s_box</a:t>
            </a:r>
            <a:r>
              <a:rPr lang="en-IN" sz="1800" dirty="0">
                <a:latin typeface="Times New Roman" panose="02020603050405020304" pitchFamily="18" charset="0"/>
                <a:cs typeface="Times New Roman" panose="02020603050405020304" pitchFamily="18" charset="0"/>
              </a:rPr>
              <a:t> list;</a:t>
            </a:r>
          </a:p>
          <a:p>
            <a:pPr marL="0" indent="0">
              <a:buNone/>
            </a:pPr>
            <a:r>
              <a:rPr lang="en-IN" sz="1800" dirty="0">
                <a:latin typeface="Times New Roman" panose="02020603050405020304" pitchFamily="18" charset="0"/>
                <a:cs typeface="Times New Roman" panose="02020603050405020304" pitchFamily="18" charset="0"/>
              </a:rPr>
              <a:t>  task </a:t>
            </a:r>
            <a:r>
              <a:rPr lang="en-IN" sz="1800" dirty="0" err="1">
                <a:latin typeface="Times New Roman" panose="02020603050405020304" pitchFamily="18" charset="0"/>
                <a:cs typeface="Times New Roman" panose="02020603050405020304" pitchFamily="18" charset="0"/>
              </a:rPr>
              <a:t>recive</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forever begin</a:t>
            </a:r>
          </a:p>
          <a:p>
            <a:pPr marL="0" indent="0">
              <a:buNone/>
            </a:pPr>
            <a:r>
              <a:rPr lang="en-IN" sz="1800" dirty="0">
                <a:latin typeface="Times New Roman" panose="02020603050405020304" pitchFamily="18" charset="0"/>
                <a:cs typeface="Times New Roman" panose="02020603050405020304" pitchFamily="18" charset="0"/>
              </a:rPr>
              <a:t>      string s;</a:t>
            </a:r>
          </a:p>
          <a:p>
            <a:pPr marL="0" indent="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list.get</a:t>
            </a:r>
            <a:r>
              <a:rPr lang="en-IN" sz="1800" dirty="0">
                <a:latin typeface="Times New Roman" panose="02020603050405020304" pitchFamily="18" charset="0"/>
                <a:cs typeface="Times New Roman" panose="02020603050405020304" pitchFamily="18" charset="0"/>
              </a:rPr>
              <a:t>(s);</a:t>
            </a:r>
          </a:p>
          <a:p>
            <a:pPr marL="0" indent="0">
              <a:buNone/>
            </a:pPr>
            <a:r>
              <a:rPr lang="en-IN" sz="1800" dirty="0">
                <a:latin typeface="Times New Roman" panose="02020603050405020304" pitchFamily="18" charset="0"/>
                <a:cs typeface="Times New Roman" panose="02020603050405020304" pitchFamily="18" charset="0"/>
              </a:rPr>
              <a:t>      $display("[%0t] comp2: get %s",$</a:t>
            </a:r>
            <a:r>
              <a:rPr lang="en-IN" sz="1800" dirty="0" err="1">
                <a:latin typeface="Times New Roman" panose="02020603050405020304" pitchFamily="18" charset="0"/>
                <a:cs typeface="Times New Roman" panose="02020603050405020304" pitchFamily="18" charset="0"/>
              </a:rPr>
              <a:t>time,s</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end</a:t>
            </a:r>
          </a:p>
          <a:p>
            <a:pPr marL="0" indent="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endtask</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err="1">
                <a:latin typeface="Times New Roman" panose="02020603050405020304" pitchFamily="18" charset="0"/>
                <a:cs typeface="Times New Roman" panose="02020603050405020304" pitchFamily="18" charset="0"/>
              </a:rPr>
              <a:t>endclass</a:t>
            </a:r>
            <a:endParaRPr lang="en-IN" sz="1800" dirty="0">
              <a:latin typeface="Times New Roman" panose="02020603050405020304" pitchFamily="18" charset="0"/>
              <a:cs typeface="Times New Roman" panose="02020603050405020304" pitchFamily="18" charset="0"/>
            </a:endParaRPr>
          </a:p>
          <a:p>
            <a:endParaRPr lang="en-IN" dirty="0"/>
          </a:p>
          <a:p>
            <a:endParaRPr lang="en-IN" dirty="0"/>
          </a:p>
        </p:txBody>
      </p:sp>
    </p:spTree>
    <p:extLst>
      <p:ext uri="{BB962C8B-B14F-4D97-AF65-F5344CB8AC3E}">
        <p14:creationId xmlns:p14="http://schemas.microsoft.com/office/powerpoint/2010/main" val="2383772403"/>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50669-BCC3-7AEE-F6D9-E4066710CBC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charset="0"/>
                <a:ea typeface="+mj-ea"/>
                <a:cs typeface="Times New Roman" panose="02020603050405020304" charset="0"/>
                <a:sym typeface="+mn-ea"/>
              </a:rPr>
              <a:t>SystemVerilog Communication</a:t>
            </a:r>
            <a:endParaRPr lang="en-IN" dirty="0"/>
          </a:p>
        </p:txBody>
      </p:sp>
      <p:sp>
        <p:nvSpPr>
          <p:cNvPr id="3" name="Content Placeholder 2">
            <a:extLst>
              <a:ext uri="{FF2B5EF4-FFF2-40B4-BE49-F238E27FC236}">
                <a16:creationId xmlns:a16="http://schemas.microsoft.com/office/drawing/2014/main" id="{09A0EFBE-9EC9-9E11-5C70-B4CD41EEC8A0}"/>
              </a:ext>
            </a:extLst>
          </p:cNvPr>
          <p:cNvSpPr>
            <a:spLocks noGrp="1"/>
          </p:cNvSpPr>
          <p:nvPr>
            <p:ph idx="1"/>
          </p:nvPr>
        </p:nvSpPr>
        <p:spPr>
          <a:xfrm>
            <a:off x="845574" y="1543146"/>
            <a:ext cx="4950542"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main;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s_box</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m_box</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comp1 m_comp1;</a:t>
            </a:r>
          </a:p>
          <a:p>
            <a:pPr marL="0" indent="0">
              <a:buNone/>
            </a:pPr>
            <a:r>
              <a:rPr lang="en-IN" sz="2000" dirty="0">
                <a:latin typeface="Times New Roman" panose="02020603050405020304" pitchFamily="18" charset="0"/>
                <a:cs typeface="Times New Roman" panose="02020603050405020304" pitchFamily="18" charset="0"/>
              </a:rPr>
              <a:t>  comp2 m_comp2;</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m_comp1 = new();</a:t>
            </a:r>
          </a:p>
          <a:p>
            <a:pPr marL="0" indent="0">
              <a:buNone/>
            </a:pPr>
            <a:r>
              <a:rPr lang="en-IN" sz="2000" dirty="0">
                <a:latin typeface="Times New Roman" panose="02020603050405020304" pitchFamily="18" charset="0"/>
                <a:cs typeface="Times New Roman" panose="02020603050405020304" pitchFamily="18" charset="0"/>
              </a:rPr>
              <a:t>    m_comp2 = new();</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m_box</a:t>
            </a:r>
            <a:r>
              <a:rPr lang="en-IN" sz="2000" dirty="0">
                <a:latin typeface="Times New Roman" panose="02020603050405020304" pitchFamily="18" charset="0"/>
                <a:cs typeface="Times New Roman" panose="02020603050405020304" pitchFamily="18" charset="0"/>
              </a:rPr>
              <a:t> = new();</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A3C7FBD-01BC-378A-8FB1-7CEFC2443CA0}"/>
              </a:ext>
            </a:extLst>
          </p:cNvPr>
          <p:cNvSpPr>
            <a:spLocks noGrp="1"/>
          </p:cNvSpPr>
          <p:nvPr>
            <p:ph type="dt" sz="half" idx="10"/>
          </p:nvPr>
        </p:nvSpPr>
        <p:spPr/>
        <p:txBody>
          <a:bodyPr/>
          <a:lstStyle/>
          <a:p>
            <a:fld id="{7C5C9516-EC04-46A6-9FBD-27437EE09A3D}" type="datetime1">
              <a:rPr lang="en-IN" smtClean="0"/>
              <a:pPr/>
              <a:t>31-10-2025</a:t>
            </a:fld>
            <a:endParaRPr lang="en-IN"/>
          </a:p>
        </p:txBody>
      </p:sp>
      <p:sp>
        <p:nvSpPr>
          <p:cNvPr id="6" name="Footer Placeholder 5">
            <a:extLst>
              <a:ext uri="{FF2B5EF4-FFF2-40B4-BE49-F238E27FC236}">
                <a16:creationId xmlns:a16="http://schemas.microsoft.com/office/drawing/2014/main" id="{2E3403E3-40B9-6ED4-D7F9-99BFE28595E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53595E8-7906-12C7-9AE7-11B13A002542}"/>
              </a:ext>
            </a:extLst>
          </p:cNvPr>
          <p:cNvSpPr>
            <a:spLocks noGrp="1"/>
          </p:cNvSpPr>
          <p:nvPr>
            <p:ph type="sldNum" sz="quarter" idx="12"/>
          </p:nvPr>
        </p:nvSpPr>
        <p:spPr/>
        <p:txBody>
          <a:bodyPr/>
          <a:lstStyle/>
          <a:p>
            <a:fld id="{56BB8B7D-B437-4E80-9B4F-EB7501C8BBDD}" type="slidenum">
              <a:rPr lang="en-IN" smtClean="0"/>
              <a:pPr/>
              <a:t>128</a:t>
            </a:fld>
            <a:endParaRPr lang="en-IN"/>
          </a:p>
        </p:txBody>
      </p:sp>
      <p:sp>
        <p:nvSpPr>
          <p:cNvPr id="4" name="TextBox 3">
            <a:extLst>
              <a:ext uri="{FF2B5EF4-FFF2-40B4-BE49-F238E27FC236}">
                <a16:creationId xmlns:a16="http://schemas.microsoft.com/office/drawing/2014/main" id="{A4B93469-4F28-B668-B04E-BE57266340CE}"/>
              </a:ext>
            </a:extLst>
          </p:cNvPr>
          <p:cNvSpPr txBox="1"/>
          <p:nvPr/>
        </p:nvSpPr>
        <p:spPr>
          <a:xfrm>
            <a:off x="5972277" y="1543146"/>
            <a:ext cx="5530645" cy="2862322"/>
          </a:xfrm>
          <a:prstGeom prst="rect">
            <a:avLst/>
          </a:prstGeom>
          <a:noFill/>
        </p:spPr>
        <p:txBody>
          <a:bodyPr wrap="square" rtlCol="0">
            <a:spAutoFit/>
          </a:bodyPr>
          <a:lstStyle/>
          <a:p>
            <a:pPr marL="0" indent="0">
              <a:buNone/>
            </a:pPr>
            <a:r>
              <a:rPr lang="en-IN" sz="1800" dirty="0">
                <a:latin typeface="Times New Roman" panose="02020603050405020304" pitchFamily="18" charset="0"/>
                <a:cs typeface="Times New Roman" panose="02020603050405020304" pitchFamily="18" charset="0"/>
              </a:rPr>
              <a:t> m_comp1.names = </a:t>
            </a:r>
            <a:r>
              <a:rPr lang="en-IN" sz="1800" dirty="0" err="1">
                <a:latin typeface="Times New Roman" panose="02020603050405020304" pitchFamily="18" charset="0"/>
                <a:cs typeface="Times New Roman" panose="02020603050405020304" pitchFamily="18" charset="0"/>
              </a:rPr>
              <a:t>m_box</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m_comp2.list = </a:t>
            </a:r>
            <a:r>
              <a:rPr lang="en-IN" sz="1800" dirty="0" err="1">
                <a:latin typeface="Times New Roman" panose="02020603050405020304" pitchFamily="18" charset="0"/>
                <a:cs typeface="Times New Roman" panose="02020603050405020304" pitchFamily="18" charset="0"/>
              </a:rPr>
              <a:t>m_box</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a:t>
            </a:r>
          </a:p>
          <a:p>
            <a:pPr marL="0" indent="0">
              <a:buNone/>
            </a:pPr>
            <a:r>
              <a:rPr lang="en-IN" sz="1800" dirty="0">
                <a:latin typeface="Times New Roman" panose="02020603050405020304" pitchFamily="18" charset="0"/>
                <a:cs typeface="Times New Roman" panose="02020603050405020304" pitchFamily="18" charset="0"/>
              </a:rPr>
              <a:t>    fork </a:t>
            </a:r>
          </a:p>
          <a:p>
            <a:pPr marL="0" indent="0">
              <a:buNone/>
            </a:pPr>
            <a:r>
              <a:rPr lang="en-IN" sz="1800" dirty="0">
                <a:latin typeface="Times New Roman" panose="02020603050405020304" pitchFamily="18" charset="0"/>
                <a:cs typeface="Times New Roman" panose="02020603050405020304" pitchFamily="18" charset="0"/>
              </a:rPr>
              <a:t>      m_comp1.send();</a:t>
            </a:r>
          </a:p>
          <a:p>
            <a:pPr marL="0" indent="0">
              <a:buNone/>
            </a:pPr>
            <a:r>
              <a:rPr lang="en-IN" sz="1800" dirty="0">
                <a:latin typeface="Times New Roman" panose="02020603050405020304" pitchFamily="18" charset="0"/>
                <a:cs typeface="Times New Roman" panose="02020603050405020304" pitchFamily="18" charset="0"/>
              </a:rPr>
              <a:t>      m_comp2.recive();</a:t>
            </a:r>
          </a:p>
          <a:p>
            <a:pPr marL="0" indent="0">
              <a:buNone/>
            </a:pPr>
            <a:r>
              <a:rPr lang="en-IN" sz="1800" dirty="0">
                <a:latin typeface="Times New Roman" panose="02020603050405020304" pitchFamily="18" charset="0"/>
                <a:cs typeface="Times New Roman" panose="02020603050405020304" pitchFamily="18" charset="0"/>
              </a:rPr>
              <a:t>    join</a:t>
            </a:r>
          </a:p>
          <a:p>
            <a:pPr marL="0" indent="0">
              <a:buNone/>
            </a:pPr>
            <a:r>
              <a:rPr lang="en-IN" sz="1800" dirty="0">
                <a:latin typeface="Times New Roman" panose="02020603050405020304" pitchFamily="18" charset="0"/>
                <a:cs typeface="Times New Roman" panose="02020603050405020304" pitchFamily="18" charset="0"/>
              </a:rPr>
              <a:t>  end</a:t>
            </a:r>
          </a:p>
          <a:p>
            <a:pPr marL="0" indent="0">
              <a:buNone/>
            </a:pPr>
            <a:r>
              <a:rPr lang="en-IN" sz="1800" dirty="0" err="1">
                <a:latin typeface="Times New Roman" panose="02020603050405020304" pitchFamily="18" charset="0"/>
                <a:cs typeface="Times New Roman" panose="02020603050405020304" pitchFamily="18" charset="0"/>
              </a:rPr>
              <a:t>endmodule</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892559024"/>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6250-5610-73D7-5B1E-FF996C2A5A2C}"/>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Interface</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AFDED7-F146-7832-BBEB-9351758CE35E}"/>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SystemVerilog adds the interface construct which </a:t>
            </a:r>
            <a:r>
              <a:rPr lang="en-US" sz="2400" dirty="0">
                <a:highlight>
                  <a:srgbClr val="FFFF00"/>
                </a:highlight>
                <a:latin typeface="Times New Roman" panose="02020603050405020304" pitchFamily="18" charset="0"/>
                <a:cs typeface="Times New Roman" panose="02020603050405020304" pitchFamily="18" charset="0"/>
              </a:rPr>
              <a:t>encapsulates the communication between blocks</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interface is a bundle of signals or nets through which a </a:t>
            </a:r>
            <a:r>
              <a:rPr lang="en-US" sz="2400" dirty="0">
                <a:solidFill>
                  <a:srgbClr val="FF0000"/>
                </a:solidFill>
                <a:latin typeface="Times New Roman" panose="02020603050405020304" pitchFamily="18" charset="0"/>
                <a:cs typeface="Times New Roman" panose="02020603050405020304" pitchFamily="18" charset="0"/>
              </a:rPr>
              <a:t>testbench communicates </a:t>
            </a:r>
            <a:r>
              <a:rPr lang="en-US" sz="2400" dirty="0">
                <a:latin typeface="Times New Roman" panose="02020603050405020304" pitchFamily="18" charset="0"/>
                <a:cs typeface="Times New Roman" panose="02020603050405020304" pitchFamily="18" charset="0"/>
              </a:rPr>
              <a:t>with a design.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virtual interface is a variable that represents an </a:t>
            </a:r>
            <a:r>
              <a:rPr lang="en-US" sz="2400" dirty="0">
                <a:solidFill>
                  <a:srgbClr val="FF0000"/>
                </a:solidFill>
                <a:latin typeface="Times New Roman" panose="02020603050405020304" pitchFamily="18" charset="0"/>
                <a:cs typeface="Times New Roman" panose="02020603050405020304" pitchFamily="18" charset="0"/>
              </a:rPr>
              <a:t>interface instance</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Syntax </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interface</a:t>
            </a:r>
            <a:r>
              <a:rPr lang="en-US" sz="2400" dirty="0">
                <a:latin typeface="Times New Roman" panose="02020603050405020304" pitchFamily="18" charset="0"/>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interface_name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interface_items</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endinterface</a:t>
            </a:r>
            <a:endParaRPr lang="en-US" sz="2400" dirty="0">
              <a:solidFill>
                <a:schemeClr val="tx2">
                  <a:lumMod val="60000"/>
                  <a:lumOff val="4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interface can be instantiated hierarchically like a module, with or without ports.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interface can have parameters, constants, variables, functions, and tasks.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3CE5057-F515-1513-5510-83C612B312E2}"/>
              </a:ext>
            </a:extLst>
          </p:cNvPr>
          <p:cNvSpPr>
            <a:spLocks noGrp="1"/>
          </p:cNvSpPr>
          <p:nvPr>
            <p:ph type="dt" sz="half" idx="10"/>
          </p:nvPr>
        </p:nvSpPr>
        <p:spPr/>
        <p:txBody>
          <a:bodyPr/>
          <a:lstStyle/>
          <a:p>
            <a:fld id="{FD02CCB4-A7C8-487D-92E4-C16140BB72CF}" type="datetime1">
              <a:rPr lang="en-IN" smtClean="0"/>
              <a:pPr/>
              <a:t>31-10-2025</a:t>
            </a:fld>
            <a:endParaRPr lang="en-IN"/>
          </a:p>
        </p:txBody>
      </p:sp>
      <p:sp>
        <p:nvSpPr>
          <p:cNvPr id="5" name="Footer Placeholder 4">
            <a:extLst>
              <a:ext uri="{FF2B5EF4-FFF2-40B4-BE49-F238E27FC236}">
                <a16:creationId xmlns:a16="http://schemas.microsoft.com/office/drawing/2014/main" id="{1925F108-3C58-C03C-8243-EF50C767F4E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CD92A06-80A0-25F2-1C6E-EC4D809E5BDB}"/>
              </a:ext>
            </a:extLst>
          </p:cNvPr>
          <p:cNvSpPr>
            <a:spLocks noGrp="1"/>
          </p:cNvSpPr>
          <p:nvPr>
            <p:ph type="sldNum" sz="quarter" idx="12"/>
          </p:nvPr>
        </p:nvSpPr>
        <p:spPr/>
        <p:txBody>
          <a:bodyPr/>
          <a:lstStyle/>
          <a:p>
            <a:fld id="{56BB8B7D-B437-4E80-9B4F-EB7501C8BBDD}" type="slidenum">
              <a:rPr lang="en-IN" smtClean="0"/>
              <a:pPr/>
              <a:t>129</a:t>
            </a:fld>
            <a:endParaRPr lang="en-IN"/>
          </a:p>
        </p:txBody>
      </p:sp>
    </p:spTree>
    <p:extLst>
      <p:ext uri="{BB962C8B-B14F-4D97-AF65-F5344CB8AC3E}">
        <p14:creationId xmlns:p14="http://schemas.microsoft.com/office/powerpoint/2010/main" val="14499141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25DD4-4C09-C909-685B-1D18078CE694}"/>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B2A1AF0E-15E8-F94B-F538-493928DCC889}"/>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Without Interface Construct </a:t>
            </a:r>
            <a:endParaRPr lang="en-IN" sz="2400"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3CBD930-F2D2-F293-6211-61B5AC94AE45}"/>
              </a:ext>
            </a:extLst>
          </p:cNvPr>
          <p:cNvSpPr>
            <a:spLocks noGrp="1"/>
          </p:cNvSpPr>
          <p:nvPr>
            <p:ph type="dt" sz="half" idx="10"/>
          </p:nvPr>
        </p:nvSpPr>
        <p:spPr/>
        <p:txBody>
          <a:bodyPr/>
          <a:lstStyle/>
          <a:p>
            <a:fld id="{C9F75B00-2FD0-4580-8D77-517EE2F836B2}" type="datetime1">
              <a:rPr lang="en-IN" smtClean="0"/>
              <a:pPr/>
              <a:t>31-10-2025</a:t>
            </a:fld>
            <a:endParaRPr lang="en-IN"/>
          </a:p>
        </p:txBody>
      </p:sp>
      <p:sp>
        <p:nvSpPr>
          <p:cNvPr id="8" name="Footer Placeholder 7">
            <a:extLst>
              <a:ext uri="{FF2B5EF4-FFF2-40B4-BE49-F238E27FC236}">
                <a16:creationId xmlns:a16="http://schemas.microsoft.com/office/drawing/2014/main" id="{B2A544F4-4296-4014-921D-F413905E2CA1}"/>
              </a:ext>
            </a:extLst>
          </p:cNvPr>
          <p:cNvSpPr>
            <a:spLocks noGrp="1"/>
          </p:cNvSpPr>
          <p:nvPr>
            <p:ph type="ftr" sz="quarter" idx="11"/>
          </p:nvPr>
        </p:nvSpPr>
        <p:spPr/>
        <p:txBody>
          <a:bodyPr/>
          <a:lstStyle/>
          <a:p>
            <a:r>
              <a:rPr lang="en-IN"/>
              <a:t>VLSI Design Verification using System Verilog</a:t>
            </a:r>
          </a:p>
        </p:txBody>
      </p:sp>
      <p:sp>
        <p:nvSpPr>
          <p:cNvPr id="9" name="Slide Number Placeholder 8">
            <a:extLst>
              <a:ext uri="{FF2B5EF4-FFF2-40B4-BE49-F238E27FC236}">
                <a16:creationId xmlns:a16="http://schemas.microsoft.com/office/drawing/2014/main" id="{1E616962-D097-3A47-A190-B900EEDD7447}"/>
              </a:ext>
            </a:extLst>
          </p:cNvPr>
          <p:cNvSpPr>
            <a:spLocks noGrp="1"/>
          </p:cNvSpPr>
          <p:nvPr>
            <p:ph type="sldNum" sz="quarter" idx="12"/>
          </p:nvPr>
        </p:nvSpPr>
        <p:spPr/>
        <p:txBody>
          <a:bodyPr/>
          <a:lstStyle/>
          <a:p>
            <a:fld id="{56BB8B7D-B437-4E80-9B4F-EB7501C8BBDD}" type="slidenum">
              <a:rPr lang="en-IN" smtClean="0"/>
              <a:pPr/>
              <a:t>130</a:t>
            </a:fld>
            <a:endParaRPr lang="en-IN"/>
          </a:p>
        </p:txBody>
      </p:sp>
      <p:pic>
        <p:nvPicPr>
          <p:cNvPr id="5" name="Picture 4">
            <a:extLst>
              <a:ext uri="{FF2B5EF4-FFF2-40B4-BE49-F238E27FC236}">
                <a16:creationId xmlns:a16="http://schemas.microsoft.com/office/drawing/2014/main" id="{BFAF90C3-18B4-C7F1-E05B-E5C697332D19}"/>
              </a:ext>
            </a:extLst>
          </p:cNvPr>
          <p:cNvPicPr>
            <a:picLocks noChangeAspect="1"/>
          </p:cNvPicPr>
          <p:nvPr/>
        </p:nvPicPr>
        <p:blipFill>
          <a:blip r:embed="rId2"/>
          <a:stretch>
            <a:fillRect/>
          </a:stretch>
        </p:blipFill>
        <p:spPr>
          <a:xfrm>
            <a:off x="609600" y="2271251"/>
            <a:ext cx="4542502" cy="2804528"/>
          </a:xfrm>
          <a:prstGeom prst="rect">
            <a:avLst/>
          </a:prstGeom>
        </p:spPr>
      </p:pic>
      <p:sp>
        <p:nvSpPr>
          <p:cNvPr id="6" name="Content Placeholder 2">
            <a:extLst>
              <a:ext uri="{FF2B5EF4-FFF2-40B4-BE49-F238E27FC236}">
                <a16:creationId xmlns:a16="http://schemas.microsoft.com/office/drawing/2014/main" id="{6482EF8E-C61A-3646-635D-3CA8565B2EC2}"/>
              </a:ext>
            </a:extLst>
          </p:cNvPr>
          <p:cNvSpPr txBox="1">
            <a:spLocks/>
          </p:cNvSpPr>
          <p:nvPr/>
        </p:nvSpPr>
        <p:spPr>
          <a:xfrm>
            <a:off x="5860025" y="915994"/>
            <a:ext cx="6086168" cy="521016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
            </a:pPr>
            <a:endParaRPr lang="en-US" sz="2400" dirty="0">
              <a:solidFill>
                <a:schemeClr val="tx2">
                  <a:lumMod val="60000"/>
                  <a:lumOff val="40000"/>
                </a:schemeClr>
              </a:solidFill>
            </a:endParaRPr>
          </a:p>
          <a:p>
            <a:pPr>
              <a:buFont typeface="Wingdings" panose="05000000000000000000" pitchFamily="2" charset="2"/>
              <a:buChar char="§"/>
            </a:pPr>
            <a:r>
              <a:rPr lang="en-US" sz="2400" dirty="0">
                <a:solidFill>
                  <a:schemeClr val="tx2">
                    <a:lumMod val="60000"/>
                    <a:lumOff val="40000"/>
                  </a:schemeClr>
                </a:solidFill>
              </a:rPr>
              <a:t>With Interface Construct</a:t>
            </a:r>
            <a:endParaRPr lang="en-IN" sz="2400" dirty="0">
              <a:solidFill>
                <a:schemeClr val="tx2">
                  <a:lumMod val="60000"/>
                  <a:lumOff val="40000"/>
                </a:schemeClr>
              </a:solidFill>
            </a:endParaRPr>
          </a:p>
        </p:txBody>
      </p:sp>
      <p:pic>
        <p:nvPicPr>
          <p:cNvPr id="7" name="Picture 6">
            <a:extLst>
              <a:ext uri="{FF2B5EF4-FFF2-40B4-BE49-F238E27FC236}">
                <a16:creationId xmlns:a16="http://schemas.microsoft.com/office/drawing/2014/main" id="{1C19C259-7DB9-6A61-FC93-EB311EC38246}"/>
              </a:ext>
            </a:extLst>
          </p:cNvPr>
          <p:cNvPicPr>
            <a:picLocks noChangeAspect="1"/>
          </p:cNvPicPr>
          <p:nvPr/>
        </p:nvPicPr>
        <p:blipFill>
          <a:blip r:embed="rId3"/>
          <a:stretch>
            <a:fillRect/>
          </a:stretch>
        </p:blipFill>
        <p:spPr>
          <a:xfrm>
            <a:off x="6484373" y="2383031"/>
            <a:ext cx="4837471" cy="2580968"/>
          </a:xfrm>
          <a:prstGeom prst="rect">
            <a:avLst/>
          </a:prstGeom>
        </p:spPr>
      </p:pic>
    </p:spTree>
    <p:extLst>
      <p:ext uri="{BB962C8B-B14F-4D97-AF65-F5344CB8AC3E}">
        <p14:creationId xmlns:p14="http://schemas.microsoft.com/office/powerpoint/2010/main" val="276876438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2821-A24C-3A5E-D6AE-17F22DDD929B}"/>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9648B1C2-1EF0-233E-AFBD-FD686AB164BF}"/>
              </a:ext>
            </a:extLst>
          </p:cNvPr>
          <p:cNvSpPr>
            <a:spLocks noGrp="1"/>
          </p:cNvSpPr>
          <p:nvPr>
            <p:ph idx="1"/>
          </p:nvPr>
        </p:nvSpPr>
        <p:spPr>
          <a:xfrm>
            <a:off x="609600" y="1417638"/>
            <a:ext cx="10972800" cy="4708526"/>
          </a:xfrm>
        </p:spPr>
        <p:txBody>
          <a:bodyPr>
            <a:normAutofit fontScale="92500" lnSpcReduction="20000"/>
          </a:bodyPr>
          <a:lstStyle/>
          <a:p>
            <a:pPr marL="809625" indent="0">
              <a:buNone/>
            </a:pPr>
            <a:r>
              <a:rPr lang="en-IN" sz="2000" dirty="0">
                <a:latin typeface="Times New Roman" panose="02020603050405020304" pitchFamily="18" charset="0"/>
                <a:cs typeface="Times New Roman" panose="02020603050405020304" pitchFamily="18" charset="0"/>
              </a:rPr>
              <a:t>interface </a:t>
            </a:r>
            <a:r>
              <a:rPr lang="en-IN" sz="2000" dirty="0" err="1">
                <a:latin typeface="Times New Roman" panose="02020603050405020304" pitchFamily="18" charset="0"/>
                <a:cs typeface="Times New Roman" panose="02020603050405020304" pitchFamily="18" charset="0"/>
              </a:rPr>
              <a:t>cnt_if</a:t>
            </a:r>
            <a:r>
              <a:rPr lang="en-IN" sz="2000" dirty="0">
                <a:latin typeface="Times New Roman" panose="02020603050405020304" pitchFamily="18" charset="0"/>
                <a:cs typeface="Times New Roman" panose="02020603050405020304" pitchFamily="18" charset="0"/>
              </a:rPr>
              <a:t> #(parameter WIDTH = 4) (input 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rstn</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logic [WIDTH-1:0] count;</a:t>
            </a:r>
          </a:p>
          <a:p>
            <a:pPr marL="809625" indent="0">
              <a:buNone/>
            </a:pPr>
            <a:r>
              <a:rPr lang="en-IN" sz="2000" dirty="0">
                <a:latin typeface="Times New Roman" panose="02020603050405020304" pitchFamily="18" charset="0"/>
                <a:cs typeface="Times New Roman" panose="02020603050405020304" pitchFamily="18" charset="0"/>
              </a:rPr>
              <a:t>    logic down;</a:t>
            </a:r>
          </a:p>
          <a:p>
            <a:pPr marL="809625" indent="0">
              <a:buNone/>
            </a:pPr>
            <a:r>
              <a:rPr lang="en-IN" sz="2000" dirty="0" err="1">
                <a:latin typeface="Times New Roman" panose="02020603050405020304" pitchFamily="18" charset="0"/>
                <a:cs typeface="Times New Roman" panose="02020603050405020304" pitchFamily="18" charset="0"/>
              </a:rPr>
              <a:t>endinterface</a:t>
            </a:r>
            <a:endParaRPr lang="en-IN" sz="2000" dirty="0">
              <a:latin typeface="Times New Roman" panose="02020603050405020304" pitchFamily="18" charset="0"/>
              <a:cs typeface="Times New Roman" panose="02020603050405020304" pitchFamily="18" charset="0"/>
            </a:endParaRPr>
          </a:p>
          <a:p>
            <a:pPr marL="809625" indent="0">
              <a:buNone/>
            </a:pPr>
            <a:r>
              <a:rPr lang="en-IN" sz="2000" dirty="0">
                <a:latin typeface="Times New Roman" panose="02020603050405020304" pitchFamily="18" charset="0"/>
                <a:cs typeface="Times New Roman" panose="02020603050405020304" pitchFamily="18" charset="0"/>
              </a:rPr>
              <a:t>module counter #(parameter WIDTH = 4) (</a:t>
            </a:r>
            <a:r>
              <a:rPr lang="en-IN" sz="2000" dirty="0" err="1">
                <a:latin typeface="Times New Roman" panose="02020603050405020304" pitchFamily="18" charset="0"/>
                <a:cs typeface="Times New Roman" panose="02020603050405020304" pitchFamily="18" charset="0"/>
              </a:rPr>
              <a:t>cnt_if</a:t>
            </a:r>
            <a:r>
              <a:rPr lang="en-IN" sz="2000" dirty="0">
                <a:latin typeface="Times New Roman" panose="02020603050405020304" pitchFamily="18" charset="0"/>
                <a:cs typeface="Times New Roman" panose="02020603050405020304" pitchFamily="18" charset="0"/>
              </a:rPr>
              <a:t> _if);</a:t>
            </a:r>
          </a:p>
          <a:p>
            <a:pPr marL="809625" indent="0">
              <a:buNone/>
            </a:pPr>
            <a:r>
              <a:rPr lang="en-IN" sz="2000" dirty="0">
                <a:latin typeface="Times New Roman" panose="02020603050405020304" pitchFamily="18" charset="0"/>
                <a:cs typeface="Times New Roman" panose="02020603050405020304" pitchFamily="18" charset="0"/>
              </a:rPr>
              <a:t>    always @(posedge _</a:t>
            </a:r>
            <a:r>
              <a:rPr lang="en-IN" sz="2000" dirty="0" err="1">
                <a:latin typeface="Times New Roman" panose="02020603050405020304" pitchFamily="18" charset="0"/>
                <a:cs typeface="Times New Roman" panose="02020603050405020304" pitchFamily="18" charset="0"/>
              </a:rPr>
              <a:t>if.clk</a:t>
            </a:r>
            <a:r>
              <a:rPr lang="en-IN" sz="2000" dirty="0">
                <a:latin typeface="Times New Roman" panose="02020603050405020304" pitchFamily="18" charset="0"/>
                <a:cs typeface="Times New Roman" panose="02020603050405020304" pitchFamily="18" charset="0"/>
              </a:rPr>
              <a:t> or </a:t>
            </a:r>
            <a:r>
              <a:rPr lang="en-IN" sz="2000" dirty="0" err="1">
                <a:latin typeface="Times New Roman" panose="02020603050405020304" pitchFamily="18" charset="0"/>
                <a:cs typeface="Times New Roman" panose="02020603050405020304" pitchFamily="18" charset="0"/>
              </a:rPr>
              <a:t>negedge</a:t>
            </a:r>
            <a:r>
              <a:rPr lang="en-IN" sz="2000" dirty="0">
                <a:latin typeface="Times New Roman" panose="02020603050405020304" pitchFamily="18" charset="0"/>
                <a:cs typeface="Times New Roman" panose="02020603050405020304" pitchFamily="18" charset="0"/>
              </a:rPr>
              <a:t> _</a:t>
            </a:r>
            <a:r>
              <a:rPr lang="en-IN" sz="2000" dirty="0" err="1">
                <a:latin typeface="Times New Roman" panose="02020603050405020304" pitchFamily="18" charset="0"/>
                <a:cs typeface="Times New Roman" panose="02020603050405020304" pitchFamily="18" charset="0"/>
              </a:rPr>
              <a:t>if.rstn</a:t>
            </a:r>
            <a:r>
              <a:rPr lang="en-IN" sz="2000" dirty="0">
                <a:latin typeface="Times New Roman" panose="02020603050405020304" pitchFamily="18" charset="0"/>
                <a:cs typeface="Times New Roman" panose="02020603050405020304" pitchFamily="18" charset="0"/>
              </a:rPr>
              <a:t>) begin</a:t>
            </a:r>
          </a:p>
          <a:p>
            <a:pPr marL="809625" indent="0">
              <a:buNone/>
            </a:pPr>
            <a:r>
              <a:rPr lang="en-IN" sz="2000" dirty="0">
                <a:latin typeface="Times New Roman" panose="02020603050405020304" pitchFamily="18" charset="0"/>
                <a:cs typeface="Times New Roman" panose="02020603050405020304" pitchFamily="18" charset="0"/>
              </a:rPr>
              <a:t>        if (!_</a:t>
            </a:r>
            <a:r>
              <a:rPr lang="en-IN" sz="2000" dirty="0" err="1">
                <a:latin typeface="Times New Roman" panose="02020603050405020304" pitchFamily="18" charset="0"/>
                <a:cs typeface="Times New Roman" panose="02020603050405020304" pitchFamily="18" charset="0"/>
              </a:rPr>
              <a:t>if.rstn</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_</a:t>
            </a:r>
            <a:r>
              <a:rPr lang="en-IN" sz="2000" dirty="0" err="1">
                <a:latin typeface="Times New Roman" panose="02020603050405020304" pitchFamily="18" charset="0"/>
                <a:cs typeface="Times New Roman" panose="02020603050405020304" pitchFamily="18" charset="0"/>
              </a:rPr>
              <a:t>if.count</a:t>
            </a:r>
            <a:r>
              <a:rPr lang="en-IN" sz="2000" dirty="0">
                <a:latin typeface="Times New Roman" panose="02020603050405020304" pitchFamily="18" charset="0"/>
                <a:cs typeface="Times New Roman" panose="02020603050405020304" pitchFamily="18" charset="0"/>
              </a:rPr>
              <a:t> &lt;= 0; // Reset counter</a:t>
            </a:r>
          </a:p>
          <a:p>
            <a:pPr marL="809625" indent="0">
              <a:buNone/>
            </a:pPr>
            <a:r>
              <a:rPr lang="en-IN" sz="2000" dirty="0">
                <a:latin typeface="Times New Roman" panose="02020603050405020304" pitchFamily="18" charset="0"/>
                <a:cs typeface="Times New Roman" panose="02020603050405020304" pitchFamily="18" charset="0"/>
              </a:rPr>
              <a:t>        else if (_</a:t>
            </a:r>
            <a:r>
              <a:rPr lang="en-IN" sz="2000" dirty="0" err="1">
                <a:latin typeface="Times New Roman" panose="02020603050405020304" pitchFamily="18" charset="0"/>
                <a:cs typeface="Times New Roman" panose="02020603050405020304" pitchFamily="18" charset="0"/>
              </a:rPr>
              <a:t>if.down</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_</a:t>
            </a:r>
            <a:r>
              <a:rPr lang="en-IN" sz="2000" dirty="0" err="1">
                <a:latin typeface="Times New Roman" panose="02020603050405020304" pitchFamily="18" charset="0"/>
                <a:cs typeface="Times New Roman" panose="02020603050405020304" pitchFamily="18" charset="0"/>
              </a:rPr>
              <a:t>if.count</a:t>
            </a:r>
            <a:r>
              <a:rPr lang="en-IN" sz="2000" dirty="0">
                <a:latin typeface="Times New Roman" panose="02020603050405020304" pitchFamily="18" charset="0"/>
                <a:cs typeface="Times New Roman" panose="02020603050405020304" pitchFamily="18" charset="0"/>
              </a:rPr>
              <a:t> &lt;= _</a:t>
            </a:r>
            <a:r>
              <a:rPr lang="en-IN" sz="2000" dirty="0" err="1">
                <a:latin typeface="Times New Roman" panose="02020603050405020304" pitchFamily="18" charset="0"/>
                <a:cs typeface="Times New Roman" panose="02020603050405020304" pitchFamily="18" charset="0"/>
              </a:rPr>
              <a:t>if.count</a:t>
            </a:r>
            <a:r>
              <a:rPr lang="en-IN" sz="2000" dirty="0">
                <a:latin typeface="Times New Roman" panose="02020603050405020304" pitchFamily="18" charset="0"/>
                <a:cs typeface="Times New Roman" panose="02020603050405020304" pitchFamily="18" charset="0"/>
              </a:rPr>
              <a:t> - 1; // Decrement counter</a:t>
            </a:r>
          </a:p>
          <a:p>
            <a:pPr marL="809625" indent="0">
              <a:buNone/>
            </a:pPr>
            <a:r>
              <a:rPr lang="en-IN" sz="2000" dirty="0">
                <a:latin typeface="Times New Roman" panose="02020603050405020304" pitchFamily="18" charset="0"/>
                <a:cs typeface="Times New Roman" panose="02020603050405020304" pitchFamily="18" charset="0"/>
              </a:rPr>
              <a:t>        else</a:t>
            </a:r>
          </a:p>
          <a:p>
            <a:pPr marL="809625" indent="0">
              <a:buNone/>
            </a:pPr>
            <a:r>
              <a:rPr lang="en-IN" sz="2000" dirty="0">
                <a:latin typeface="Times New Roman" panose="02020603050405020304" pitchFamily="18" charset="0"/>
                <a:cs typeface="Times New Roman" panose="02020603050405020304" pitchFamily="18" charset="0"/>
              </a:rPr>
              <a:t>            _</a:t>
            </a:r>
            <a:r>
              <a:rPr lang="en-IN" sz="2000" dirty="0" err="1">
                <a:latin typeface="Times New Roman" panose="02020603050405020304" pitchFamily="18" charset="0"/>
                <a:cs typeface="Times New Roman" panose="02020603050405020304" pitchFamily="18" charset="0"/>
              </a:rPr>
              <a:t>if.count</a:t>
            </a:r>
            <a:r>
              <a:rPr lang="en-IN" sz="2000" dirty="0">
                <a:latin typeface="Times New Roman" panose="02020603050405020304" pitchFamily="18" charset="0"/>
                <a:cs typeface="Times New Roman" panose="02020603050405020304" pitchFamily="18" charset="0"/>
              </a:rPr>
              <a:t> &lt;= _</a:t>
            </a:r>
            <a:r>
              <a:rPr lang="en-IN" sz="2000" dirty="0" err="1">
                <a:latin typeface="Times New Roman" panose="02020603050405020304" pitchFamily="18" charset="0"/>
                <a:cs typeface="Times New Roman" panose="02020603050405020304" pitchFamily="18" charset="0"/>
              </a:rPr>
              <a:t>if.count</a:t>
            </a:r>
            <a:r>
              <a:rPr lang="en-IN" sz="2000" dirty="0">
                <a:latin typeface="Times New Roman" panose="02020603050405020304" pitchFamily="18" charset="0"/>
                <a:cs typeface="Times New Roman" panose="02020603050405020304" pitchFamily="18" charset="0"/>
              </a:rPr>
              <a:t> + 1; // Increment counter</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5252527-6580-D2CA-64C3-791E1DF969CE}"/>
              </a:ext>
            </a:extLst>
          </p:cNvPr>
          <p:cNvSpPr>
            <a:spLocks noGrp="1"/>
          </p:cNvSpPr>
          <p:nvPr>
            <p:ph type="dt" sz="half" idx="10"/>
          </p:nvPr>
        </p:nvSpPr>
        <p:spPr/>
        <p:txBody>
          <a:bodyPr/>
          <a:lstStyle/>
          <a:p>
            <a:fld id="{D59EFD7C-F280-465C-BC6F-9A2B34B08544}" type="datetime1">
              <a:rPr lang="en-IN" smtClean="0"/>
              <a:pPr/>
              <a:t>31-10-2025</a:t>
            </a:fld>
            <a:endParaRPr lang="en-IN"/>
          </a:p>
        </p:txBody>
      </p:sp>
      <p:sp>
        <p:nvSpPr>
          <p:cNvPr id="5" name="Footer Placeholder 4">
            <a:extLst>
              <a:ext uri="{FF2B5EF4-FFF2-40B4-BE49-F238E27FC236}">
                <a16:creationId xmlns:a16="http://schemas.microsoft.com/office/drawing/2014/main" id="{D20353C9-EE1D-4602-6B03-58FC3BD0647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2A69C5E-5CC6-C16B-77E2-2483BB60D12E}"/>
              </a:ext>
            </a:extLst>
          </p:cNvPr>
          <p:cNvSpPr>
            <a:spLocks noGrp="1"/>
          </p:cNvSpPr>
          <p:nvPr>
            <p:ph type="sldNum" sz="quarter" idx="12"/>
          </p:nvPr>
        </p:nvSpPr>
        <p:spPr/>
        <p:txBody>
          <a:bodyPr/>
          <a:lstStyle/>
          <a:p>
            <a:fld id="{56BB8B7D-B437-4E80-9B4F-EB7501C8BBDD}" type="slidenum">
              <a:rPr lang="en-IN" smtClean="0"/>
              <a:pPr/>
              <a:t>131</a:t>
            </a:fld>
            <a:endParaRPr lang="en-IN"/>
          </a:p>
        </p:txBody>
      </p:sp>
    </p:spTree>
    <p:extLst>
      <p:ext uri="{BB962C8B-B14F-4D97-AF65-F5344CB8AC3E}">
        <p14:creationId xmlns:p14="http://schemas.microsoft.com/office/powerpoint/2010/main" val="244027913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4C06-D0CA-1DBD-AD6A-C7C4FAAA0C1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EF56EBCD-FCCB-0A58-C446-1BFDC7452E32}"/>
              </a:ext>
            </a:extLst>
          </p:cNvPr>
          <p:cNvSpPr>
            <a:spLocks noGrp="1"/>
          </p:cNvSpPr>
          <p:nvPr>
            <p:ph idx="1"/>
          </p:nvPr>
        </p:nvSpPr>
        <p:spPr>
          <a:xfrm>
            <a:off x="890638" y="1417638"/>
            <a:ext cx="5127523" cy="4525963"/>
          </a:xfrm>
        </p:spPr>
        <p:txBody>
          <a:bodyPr>
            <a:normAutofit fontScale="92500"/>
          </a:bodyPr>
          <a:lstStyle/>
          <a:p>
            <a:pPr marL="0" indent="0">
              <a:buNone/>
            </a:pPr>
            <a:r>
              <a:rPr lang="en-US" sz="2000" dirty="0">
                <a:latin typeface="Times New Roman" panose="02020603050405020304" pitchFamily="18" charset="0"/>
                <a:cs typeface="Times New Roman" panose="02020603050405020304" pitchFamily="18" charset="0"/>
              </a:rPr>
              <a:t>module tb;</a:t>
            </a:r>
          </a:p>
          <a:p>
            <a:pPr marL="0" indent="0">
              <a:buNone/>
            </a:pPr>
            <a:r>
              <a:rPr lang="en-US" sz="2000" dirty="0">
                <a:latin typeface="Times New Roman" panose="02020603050405020304" pitchFamily="18" charset="0"/>
                <a:cs typeface="Times New Roman" panose="02020603050405020304" pitchFamily="18" charset="0"/>
              </a:rPr>
              <a:t>    reg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cnt_if</a:t>
            </a:r>
            <a:r>
              <a:rPr lang="en-US" sz="2000" dirty="0">
                <a:latin typeface="Times New Roman" panose="02020603050405020304" pitchFamily="18" charset="0"/>
                <a:cs typeface="Times New Roman" panose="02020603050405020304" pitchFamily="18" charset="0"/>
              </a:rPr>
              <a:t> cnt_if0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Instantiate interface</a:t>
            </a:r>
          </a:p>
          <a:p>
            <a:pPr marL="0" indent="0">
              <a:buNone/>
            </a:pPr>
            <a:r>
              <a:rPr lang="en-US" sz="2000" dirty="0">
                <a:latin typeface="Times New Roman" panose="02020603050405020304" pitchFamily="18" charset="0"/>
                <a:cs typeface="Times New Roman" panose="02020603050405020304" pitchFamily="18" charset="0"/>
              </a:rPr>
              <a:t>    counter #(.WIDTH(4)) </a:t>
            </a:r>
            <a:r>
              <a:rPr lang="en-US" sz="2000" dirty="0" err="1">
                <a:latin typeface="Times New Roman" panose="02020603050405020304" pitchFamily="18" charset="0"/>
                <a:cs typeface="Times New Roman" panose="02020603050405020304" pitchFamily="18" charset="0"/>
              </a:rPr>
              <a:t>ut</a:t>
            </a:r>
            <a:r>
              <a:rPr lang="en-US" sz="2000" dirty="0">
                <a:latin typeface="Times New Roman" panose="02020603050405020304" pitchFamily="18" charset="0"/>
                <a:cs typeface="Times New Roman" panose="02020603050405020304" pitchFamily="18" charset="0"/>
              </a:rPr>
              <a:t> (cnt_if0); // Instantiate counter module</a:t>
            </a:r>
          </a:p>
          <a:p>
            <a:pPr marL="0" indent="0">
              <a:buNone/>
            </a:pPr>
            <a:r>
              <a:rPr lang="en-US" sz="2000" dirty="0">
                <a:latin typeface="Times New Roman" panose="02020603050405020304" pitchFamily="18" charset="0"/>
                <a:cs typeface="Times New Roman" panose="02020603050405020304" pitchFamily="18" charset="0"/>
              </a:rPr>
              <a:t>    // Clock generation</a:t>
            </a:r>
          </a:p>
          <a:p>
            <a:pPr marL="0" indent="0">
              <a:buNone/>
            </a:pPr>
            <a:r>
              <a:rPr lang="en-US" sz="2000" dirty="0">
                <a:latin typeface="Times New Roman" panose="02020603050405020304" pitchFamily="18" charset="0"/>
                <a:cs typeface="Times New Roman" panose="02020603050405020304" pitchFamily="18" charset="0"/>
              </a:rPr>
              <a:t>    always #10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initial begin</a:t>
            </a:r>
          </a:p>
          <a:p>
            <a:pPr marL="0" indent="0">
              <a:buNone/>
            </a:pPr>
            <a:r>
              <a:rPr lang="en-US" sz="2000" dirty="0">
                <a:latin typeface="Times New Roman" panose="02020603050405020304" pitchFamily="18" charset="0"/>
                <a:cs typeface="Times New Roman" panose="02020603050405020304" pitchFamily="18" charset="0"/>
              </a:rPr>
              <a:t>        $monitor("[%0t] down=%0b count=0x%0h", $time, cnt_if0.down, cnt_if0.count);</a:t>
            </a:r>
          </a:p>
          <a:p>
            <a:pPr marL="0" indent="0">
              <a:buNone/>
            </a:pP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0;</a:t>
            </a:r>
          </a:p>
          <a:p>
            <a:pPr marL="0" indent="0">
              <a:buNone/>
            </a:pPr>
            <a:r>
              <a:rPr lang="en-US" sz="2000" dirty="0">
                <a:latin typeface="Times New Roman" panose="02020603050405020304" pitchFamily="18" charset="0"/>
                <a:cs typeface="Times New Roman" panose="02020603050405020304" pitchFamily="18" charset="0"/>
              </a:rPr>
              <a:t>        cnt_if0.rstn = 0;</a:t>
            </a:r>
          </a:p>
          <a:p>
            <a:pPr marL="0" indent="0">
              <a:buNone/>
            </a:pPr>
            <a:r>
              <a:rPr lang="en-US" sz="2000" dirty="0">
                <a:latin typeface="Times New Roman" panose="02020603050405020304" pitchFamily="18" charset="0"/>
                <a:cs typeface="Times New Roman" panose="02020603050405020304" pitchFamily="18" charset="0"/>
              </a:rPr>
              <a:t>        cnt_if0.down = 0;</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C54683A-2AD2-7EE7-16D8-DA6A15EF7B88}"/>
              </a:ext>
            </a:extLst>
          </p:cNvPr>
          <p:cNvSpPr>
            <a:spLocks noGrp="1"/>
          </p:cNvSpPr>
          <p:nvPr>
            <p:ph type="dt" sz="half" idx="10"/>
          </p:nvPr>
        </p:nvSpPr>
        <p:spPr/>
        <p:txBody>
          <a:bodyPr/>
          <a:lstStyle/>
          <a:p>
            <a:fld id="{564BB210-A8BA-454A-B2CB-5628DBCBF0A7}" type="datetime1">
              <a:rPr lang="en-IN" smtClean="0"/>
              <a:pPr/>
              <a:t>31-10-2025</a:t>
            </a:fld>
            <a:endParaRPr lang="en-IN"/>
          </a:p>
        </p:txBody>
      </p:sp>
      <p:sp>
        <p:nvSpPr>
          <p:cNvPr id="6" name="Footer Placeholder 5">
            <a:extLst>
              <a:ext uri="{FF2B5EF4-FFF2-40B4-BE49-F238E27FC236}">
                <a16:creationId xmlns:a16="http://schemas.microsoft.com/office/drawing/2014/main" id="{A8930C48-C949-2DE7-83E9-834871BB036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4351FF4-001F-DAE0-E9DF-591B5DAEA9E3}"/>
              </a:ext>
            </a:extLst>
          </p:cNvPr>
          <p:cNvSpPr>
            <a:spLocks noGrp="1"/>
          </p:cNvSpPr>
          <p:nvPr>
            <p:ph type="sldNum" sz="quarter" idx="12"/>
          </p:nvPr>
        </p:nvSpPr>
        <p:spPr/>
        <p:txBody>
          <a:bodyPr/>
          <a:lstStyle/>
          <a:p>
            <a:fld id="{56BB8B7D-B437-4E80-9B4F-EB7501C8BBDD}" type="slidenum">
              <a:rPr lang="en-IN" smtClean="0"/>
              <a:pPr/>
              <a:t>132</a:t>
            </a:fld>
            <a:endParaRPr lang="en-IN"/>
          </a:p>
        </p:txBody>
      </p:sp>
      <p:sp>
        <p:nvSpPr>
          <p:cNvPr id="4" name="TextBox 3">
            <a:extLst>
              <a:ext uri="{FF2B5EF4-FFF2-40B4-BE49-F238E27FC236}">
                <a16:creationId xmlns:a16="http://schemas.microsoft.com/office/drawing/2014/main" id="{999BB0DD-EA79-3BAA-4046-F5D1E52E064E}"/>
              </a:ext>
            </a:extLst>
          </p:cNvPr>
          <p:cNvSpPr txBox="1"/>
          <p:nvPr/>
        </p:nvSpPr>
        <p:spPr>
          <a:xfrm>
            <a:off x="6495026" y="1183603"/>
            <a:ext cx="5368412" cy="535531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 Release reset after 5 clock cycles</a:t>
            </a:r>
          </a:p>
          <a:p>
            <a:r>
              <a:rPr lang="en-US" sz="1800" dirty="0">
                <a:latin typeface="Times New Roman" panose="02020603050405020304" pitchFamily="18" charset="0"/>
                <a:cs typeface="Times New Roman" panose="02020603050405020304" pitchFamily="18" charset="0"/>
              </a:rPr>
              <a:t>        repeat (5) @(posedge </a:t>
            </a:r>
            <a:r>
              <a:rPr lang="en-US" sz="1800" dirty="0" err="1">
                <a:latin typeface="Times New Roman" panose="02020603050405020304" pitchFamily="18" charset="0"/>
                <a:cs typeface="Times New Roman" panose="02020603050405020304" pitchFamily="18" charset="0"/>
              </a:rPr>
              <a:t>clk</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cnt_if0.rstn = 1;</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Test counting up</a:t>
            </a:r>
          </a:p>
          <a:p>
            <a:r>
              <a:rPr lang="en-US" sz="1800" dirty="0">
                <a:latin typeface="Times New Roman" panose="02020603050405020304" pitchFamily="18" charset="0"/>
                <a:cs typeface="Times New Roman" panose="02020603050405020304" pitchFamily="18" charset="0"/>
              </a:rPr>
              <a:t>        repeat (5) @(posedge </a:t>
            </a:r>
            <a:r>
              <a:rPr lang="en-US" sz="1800" dirty="0" err="1">
                <a:latin typeface="Times New Roman" panose="02020603050405020304" pitchFamily="18" charset="0"/>
                <a:cs typeface="Times New Roman" panose="02020603050405020304" pitchFamily="18" charset="0"/>
              </a:rPr>
              <a:t>clk</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cnt_if0.down = 1; // Test counting down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Test counting down</a:t>
            </a:r>
          </a:p>
          <a:p>
            <a:r>
              <a:rPr lang="en-US" sz="1800" dirty="0">
                <a:latin typeface="Times New Roman" panose="02020603050405020304" pitchFamily="18" charset="0"/>
                <a:cs typeface="Times New Roman" panose="02020603050405020304" pitchFamily="18" charset="0"/>
              </a:rPr>
              <a:t>        repeat (5) @(posedge </a:t>
            </a:r>
            <a:r>
              <a:rPr lang="en-US" sz="1800" dirty="0" err="1">
                <a:latin typeface="Times New Roman" panose="02020603050405020304" pitchFamily="18" charset="0"/>
                <a:cs typeface="Times New Roman" panose="02020603050405020304" pitchFamily="18" charset="0"/>
              </a:rPr>
              <a:t>clk</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cnt_if0.down = 0; // Back to counting up</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 Finish simulation</a:t>
            </a:r>
          </a:p>
          <a:p>
            <a:r>
              <a:rPr lang="en-US" sz="1800" dirty="0">
                <a:latin typeface="Times New Roman" panose="02020603050405020304" pitchFamily="18" charset="0"/>
                <a:cs typeface="Times New Roman" panose="02020603050405020304" pitchFamily="18" charset="0"/>
              </a:rPr>
              <a:t>        repeat (5) @(posedge </a:t>
            </a:r>
            <a:r>
              <a:rPr lang="en-US" sz="1800" dirty="0" err="1">
                <a:latin typeface="Times New Roman" panose="02020603050405020304" pitchFamily="18" charset="0"/>
                <a:cs typeface="Times New Roman" panose="02020603050405020304" pitchFamily="18" charset="0"/>
              </a:rPr>
              <a:t>clk</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$finish;</a:t>
            </a:r>
          </a:p>
          <a:p>
            <a:r>
              <a:rPr lang="en-US" sz="1800" dirty="0">
                <a:latin typeface="Times New Roman" panose="02020603050405020304" pitchFamily="18" charset="0"/>
                <a:cs typeface="Times New Roman" panose="02020603050405020304" pitchFamily="18" charset="0"/>
              </a:rPr>
              <a:t>    end</a:t>
            </a:r>
          </a:p>
          <a:p>
            <a:r>
              <a:rPr lang="en-US" sz="1800" dirty="0" err="1">
                <a:latin typeface="Times New Roman" panose="02020603050405020304" pitchFamily="18" charset="0"/>
                <a:cs typeface="Times New Roman" panose="02020603050405020304" pitchFamily="18" charset="0"/>
              </a:rPr>
              <a:t>endmodule</a:t>
            </a:r>
            <a:endParaRPr 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122414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E9AE4-4BD1-682A-D87B-469F1A0F569D}"/>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2E6E5F25-C80A-4482-FF06-709F6D28F0DC}"/>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Advantages of the interface over the traditional connection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Allows the number of signals to be </a:t>
            </a:r>
            <a:r>
              <a:rPr lang="en-US" sz="2400" dirty="0">
                <a:solidFill>
                  <a:srgbClr val="FF0000"/>
                </a:solidFill>
                <a:latin typeface="Times New Roman" panose="02020603050405020304" pitchFamily="18" charset="0"/>
                <a:cs typeface="Times New Roman" panose="02020603050405020304" pitchFamily="18" charset="0"/>
              </a:rPr>
              <a:t>grouped together and represented as a single port</a:t>
            </a:r>
            <a:r>
              <a:rPr lang="en-US" sz="2400" dirty="0">
                <a:latin typeface="Times New Roman" panose="02020603050405020304" pitchFamily="18" charset="0"/>
                <a:cs typeface="Times New Roman" panose="02020603050405020304" pitchFamily="18" charset="0"/>
              </a:rPr>
              <a:t>, the single port handle is passed instead of multiple signal/ports.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Interface declaration is made once and the handle is passed across the modules/components.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Addition and deletion of signals are easy.</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7700D4B-6CFF-E9F7-8E04-B73C4CC51404}"/>
              </a:ext>
            </a:extLst>
          </p:cNvPr>
          <p:cNvSpPr>
            <a:spLocks noGrp="1"/>
          </p:cNvSpPr>
          <p:nvPr>
            <p:ph type="dt" sz="half" idx="10"/>
          </p:nvPr>
        </p:nvSpPr>
        <p:spPr/>
        <p:txBody>
          <a:bodyPr/>
          <a:lstStyle/>
          <a:p>
            <a:fld id="{F07E8EFE-E554-4D16-A3BF-1A3D0BE40805}" type="datetime1">
              <a:rPr lang="en-IN" smtClean="0"/>
              <a:pPr/>
              <a:t>31-10-2025</a:t>
            </a:fld>
            <a:endParaRPr lang="en-IN"/>
          </a:p>
        </p:txBody>
      </p:sp>
      <p:sp>
        <p:nvSpPr>
          <p:cNvPr id="5" name="Footer Placeholder 4">
            <a:extLst>
              <a:ext uri="{FF2B5EF4-FFF2-40B4-BE49-F238E27FC236}">
                <a16:creationId xmlns:a16="http://schemas.microsoft.com/office/drawing/2014/main" id="{D5DE9A88-6EFF-FC6C-F26A-C8DB6AE58CF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D306110-5844-2859-26F5-F228713AB569}"/>
              </a:ext>
            </a:extLst>
          </p:cNvPr>
          <p:cNvSpPr>
            <a:spLocks noGrp="1"/>
          </p:cNvSpPr>
          <p:nvPr>
            <p:ph type="sldNum" sz="quarter" idx="12"/>
          </p:nvPr>
        </p:nvSpPr>
        <p:spPr/>
        <p:txBody>
          <a:bodyPr/>
          <a:lstStyle/>
          <a:p>
            <a:fld id="{56BB8B7D-B437-4E80-9B4F-EB7501C8BBDD}" type="slidenum">
              <a:rPr lang="en-IN" smtClean="0"/>
              <a:pPr/>
              <a:t>133</a:t>
            </a:fld>
            <a:endParaRPr lang="en-IN"/>
          </a:p>
        </p:txBody>
      </p:sp>
    </p:spTree>
    <p:extLst>
      <p:ext uri="{BB962C8B-B14F-4D97-AF65-F5344CB8AC3E}">
        <p14:creationId xmlns:p14="http://schemas.microsoft.com/office/powerpoint/2010/main" val="281620095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3CAD-C895-9AD1-EC8D-9B46FF29D07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77F13449-D187-7BE6-E611-83ABA8A26BCE}"/>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a:t>
            </a:r>
            <a:r>
              <a:rPr lang="en-US" sz="2400" dirty="0">
                <a:highlight>
                  <a:srgbClr val="FFFF00"/>
                </a:highlight>
                <a:latin typeface="Times New Roman" panose="02020603050405020304" pitchFamily="18" charset="0"/>
                <a:cs typeface="Times New Roman" panose="02020603050405020304" pitchFamily="18" charset="0"/>
              </a:rPr>
              <a:t>virtual interface </a:t>
            </a:r>
            <a:r>
              <a:rPr lang="en-US" sz="2400" dirty="0">
                <a:latin typeface="Times New Roman" panose="02020603050405020304" pitchFamily="18" charset="0"/>
                <a:cs typeface="Times New Roman" panose="02020603050405020304" pitchFamily="18" charset="0"/>
              </a:rPr>
              <a:t>is a variable that represents </a:t>
            </a:r>
            <a:r>
              <a:rPr lang="en-US" sz="2400" dirty="0">
                <a:solidFill>
                  <a:srgbClr val="FF0000"/>
                </a:solidFill>
                <a:latin typeface="Times New Roman" panose="02020603050405020304" pitchFamily="18" charset="0"/>
                <a:cs typeface="Times New Roman" panose="02020603050405020304" pitchFamily="18" charset="0"/>
              </a:rPr>
              <a:t>an interface instance</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virtual interface must be </a:t>
            </a:r>
            <a:r>
              <a:rPr lang="en-US" sz="2400" dirty="0">
                <a:solidFill>
                  <a:srgbClr val="FF0000"/>
                </a:solidFill>
                <a:latin typeface="Times New Roman" panose="02020603050405020304" pitchFamily="18" charset="0"/>
                <a:cs typeface="Times New Roman" panose="02020603050405020304" pitchFamily="18" charset="0"/>
              </a:rPr>
              <a:t>initialized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before</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using</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it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Virtual interface must be connected/pointed to the actual interface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Accessing the </a:t>
            </a:r>
            <a:r>
              <a:rPr lang="en-US" sz="2400" dirty="0">
                <a:solidFill>
                  <a:srgbClr val="FF0000"/>
                </a:solidFill>
                <a:latin typeface="Times New Roman" panose="02020603050405020304" pitchFamily="18" charset="0"/>
                <a:cs typeface="Times New Roman" panose="02020603050405020304" pitchFamily="18" charset="0"/>
              </a:rPr>
              <a:t>uninitialized</a:t>
            </a:r>
            <a:r>
              <a:rPr lang="en-US" sz="2400" dirty="0">
                <a:latin typeface="Times New Roman" panose="02020603050405020304" pitchFamily="18" charset="0"/>
                <a:cs typeface="Times New Roman" panose="02020603050405020304" pitchFamily="18" charset="0"/>
              </a:rPr>
              <a:t> virtual interface result in a </a:t>
            </a:r>
            <a:r>
              <a:rPr lang="en-US" sz="2400" dirty="0">
                <a:solidFill>
                  <a:srgbClr val="FF0000"/>
                </a:solidFill>
                <a:latin typeface="Times New Roman" panose="02020603050405020304" pitchFamily="18" charset="0"/>
                <a:cs typeface="Times New Roman" panose="02020603050405020304" pitchFamily="18" charset="0"/>
              </a:rPr>
              <a:t>run-time fatal error</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Virtual interfaces can be declared as class properties, which can be initialized </a:t>
            </a:r>
            <a:r>
              <a:rPr lang="en-US" sz="2400" dirty="0">
                <a:highlight>
                  <a:srgbClr val="FFFF00"/>
                </a:highlight>
                <a:latin typeface="Times New Roman" panose="02020603050405020304" pitchFamily="18" charset="0"/>
                <a:cs typeface="Times New Roman" panose="02020603050405020304" pitchFamily="18" charset="0"/>
              </a:rPr>
              <a:t>procedural or by an argument to new()</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virtual interfaces can be passed as arguments to the tasks, functions, or methods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All the interface variables/Methods can be accessed via a virtual interface handle.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virtual_interface.variable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single virtual interface variable can thus represent different interface instances at different times throughout the simulation</a:t>
            </a: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330053E-9C85-0680-F5E0-164B09943A8A}"/>
              </a:ext>
            </a:extLst>
          </p:cNvPr>
          <p:cNvSpPr>
            <a:spLocks noGrp="1"/>
          </p:cNvSpPr>
          <p:nvPr>
            <p:ph type="dt" sz="half" idx="10"/>
          </p:nvPr>
        </p:nvSpPr>
        <p:spPr/>
        <p:txBody>
          <a:bodyPr/>
          <a:lstStyle/>
          <a:p>
            <a:fld id="{A528853C-408F-47B9-9BFB-9DE29DCC04D7}" type="datetime1">
              <a:rPr lang="en-IN" smtClean="0"/>
              <a:pPr/>
              <a:t>31-10-2025</a:t>
            </a:fld>
            <a:endParaRPr lang="en-IN"/>
          </a:p>
        </p:txBody>
      </p:sp>
      <p:sp>
        <p:nvSpPr>
          <p:cNvPr id="5" name="Footer Placeholder 4">
            <a:extLst>
              <a:ext uri="{FF2B5EF4-FFF2-40B4-BE49-F238E27FC236}">
                <a16:creationId xmlns:a16="http://schemas.microsoft.com/office/drawing/2014/main" id="{C80C6DA8-ABD6-76EB-0609-1A7393CD47E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CC5514C-E667-59D3-8500-56280CCB9B5F}"/>
              </a:ext>
            </a:extLst>
          </p:cNvPr>
          <p:cNvSpPr>
            <a:spLocks noGrp="1"/>
          </p:cNvSpPr>
          <p:nvPr>
            <p:ph type="sldNum" sz="quarter" idx="12"/>
          </p:nvPr>
        </p:nvSpPr>
        <p:spPr/>
        <p:txBody>
          <a:bodyPr/>
          <a:lstStyle/>
          <a:p>
            <a:fld id="{56BB8B7D-B437-4E80-9B4F-EB7501C8BBDD}" type="slidenum">
              <a:rPr lang="en-IN" smtClean="0"/>
              <a:pPr/>
              <a:t>134</a:t>
            </a:fld>
            <a:endParaRPr lang="en-IN"/>
          </a:p>
        </p:txBody>
      </p:sp>
    </p:spTree>
    <p:extLst>
      <p:ext uri="{BB962C8B-B14F-4D97-AF65-F5344CB8AC3E}">
        <p14:creationId xmlns:p14="http://schemas.microsoft.com/office/powerpoint/2010/main" val="378590593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D6EF-A6D5-9101-5DF6-2D3F7E5D84DD}"/>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4C549D54-3D24-BBE7-3A43-ECEADA931C72}"/>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Syntax</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virtual interface_name instance_name;</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Only the following operations are directly allowed on virtual interface variables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Assignment ( = ) to and Equality ( == ), inequality ( != ) with,</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Another virtual interface of the same type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interface instance of the same type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special constant null</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6E15D91-FE7D-6536-DCE8-856389D67DF1}"/>
              </a:ext>
            </a:extLst>
          </p:cNvPr>
          <p:cNvSpPr>
            <a:spLocks noGrp="1"/>
          </p:cNvSpPr>
          <p:nvPr>
            <p:ph type="dt" sz="half" idx="10"/>
          </p:nvPr>
        </p:nvSpPr>
        <p:spPr/>
        <p:txBody>
          <a:bodyPr/>
          <a:lstStyle/>
          <a:p>
            <a:fld id="{A02EC8D4-62D6-4B82-95E3-80A0177FA982}" type="datetime1">
              <a:rPr lang="en-IN" smtClean="0"/>
              <a:pPr/>
              <a:t>31-10-2025</a:t>
            </a:fld>
            <a:endParaRPr lang="en-IN"/>
          </a:p>
        </p:txBody>
      </p:sp>
      <p:sp>
        <p:nvSpPr>
          <p:cNvPr id="5" name="Footer Placeholder 4">
            <a:extLst>
              <a:ext uri="{FF2B5EF4-FFF2-40B4-BE49-F238E27FC236}">
                <a16:creationId xmlns:a16="http://schemas.microsoft.com/office/drawing/2014/main" id="{709B4D2C-AA49-9CA8-7AC7-EA1ECD494EF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EC5CD21-5F26-50D6-9A10-3F33355013C2}"/>
              </a:ext>
            </a:extLst>
          </p:cNvPr>
          <p:cNvSpPr>
            <a:spLocks noGrp="1"/>
          </p:cNvSpPr>
          <p:nvPr>
            <p:ph type="sldNum" sz="quarter" idx="12"/>
          </p:nvPr>
        </p:nvSpPr>
        <p:spPr/>
        <p:txBody>
          <a:bodyPr/>
          <a:lstStyle/>
          <a:p>
            <a:fld id="{56BB8B7D-B437-4E80-9B4F-EB7501C8BBDD}" type="slidenum">
              <a:rPr lang="en-IN" smtClean="0"/>
              <a:pPr/>
              <a:t>135</a:t>
            </a:fld>
            <a:endParaRPr lang="en-IN"/>
          </a:p>
        </p:txBody>
      </p:sp>
    </p:spTree>
    <p:extLst>
      <p:ext uri="{BB962C8B-B14F-4D97-AF65-F5344CB8AC3E}">
        <p14:creationId xmlns:p14="http://schemas.microsoft.com/office/powerpoint/2010/main" val="314072899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72FA-BFFC-EC43-92EE-50460F8B3E0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6E2C23DE-6610-1807-0CAD-E5AFA755DDE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What is the need for a virtual interface in SystemVerilog?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SystemVerilog interface is </a:t>
            </a:r>
            <a:r>
              <a:rPr lang="en-US" sz="2400" dirty="0">
                <a:solidFill>
                  <a:srgbClr val="FF0000"/>
                </a:solidFill>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in nature, whereas classes are </a:t>
            </a:r>
            <a:r>
              <a:rPr lang="en-US" sz="2400" dirty="0">
                <a:solidFill>
                  <a:srgbClr val="FF0000"/>
                </a:solidFill>
                <a:latin typeface="Times New Roman" panose="02020603050405020304" pitchFamily="18" charset="0"/>
                <a:cs typeface="Times New Roman" panose="02020603050405020304" pitchFamily="18" charset="0"/>
              </a:rPr>
              <a:t>dynamic</a:t>
            </a:r>
            <a:r>
              <a:rPr lang="en-US" sz="2400" dirty="0">
                <a:latin typeface="Times New Roman" panose="02020603050405020304" pitchFamily="18" charset="0"/>
                <a:cs typeface="Times New Roman" panose="02020603050405020304" pitchFamily="18" charset="0"/>
              </a:rPr>
              <a:t>  in nature.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Because of this reason, it is not allowed to declare the  interface within classes, but it is allowed to refer to or point to the interface.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 virtual interface is a variable of an interface type that is used in classes to provide access to the interface signals.</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0B3BB79-160C-9300-5509-BCD3DC46199A}"/>
              </a:ext>
            </a:extLst>
          </p:cNvPr>
          <p:cNvSpPr>
            <a:spLocks noGrp="1"/>
          </p:cNvSpPr>
          <p:nvPr>
            <p:ph type="dt" sz="half" idx="10"/>
          </p:nvPr>
        </p:nvSpPr>
        <p:spPr/>
        <p:txBody>
          <a:bodyPr/>
          <a:lstStyle/>
          <a:p>
            <a:fld id="{93580713-A738-4243-AB17-9443C841EE8C}" type="datetime1">
              <a:rPr lang="en-IN" smtClean="0"/>
              <a:pPr/>
              <a:t>31-10-2025</a:t>
            </a:fld>
            <a:endParaRPr lang="en-IN"/>
          </a:p>
        </p:txBody>
      </p:sp>
      <p:sp>
        <p:nvSpPr>
          <p:cNvPr id="5" name="Footer Placeholder 4">
            <a:extLst>
              <a:ext uri="{FF2B5EF4-FFF2-40B4-BE49-F238E27FC236}">
                <a16:creationId xmlns:a16="http://schemas.microsoft.com/office/drawing/2014/main" id="{F6E7C294-C8E5-9184-ACA9-98F6A361BE6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5C4DC68-1688-EB6B-8EC8-D2BAF664B1BD}"/>
              </a:ext>
            </a:extLst>
          </p:cNvPr>
          <p:cNvSpPr>
            <a:spLocks noGrp="1"/>
          </p:cNvSpPr>
          <p:nvPr>
            <p:ph type="sldNum" sz="quarter" idx="12"/>
          </p:nvPr>
        </p:nvSpPr>
        <p:spPr/>
        <p:txBody>
          <a:bodyPr/>
          <a:lstStyle/>
          <a:p>
            <a:fld id="{56BB8B7D-B437-4E80-9B4F-EB7501C8BBDD}" type="slidenum">
              <a:rPr lang="en-IN" smtClean="0"/>
              <a:pPr/>
              <a:t>136</a:t>
            </a:fld>
            <a:endParaRPr lang="en-IN"/>
          </a:p>
        </p:txBody>
      </p:sp>
    </p:spTree>
    <p:extLst>
      <p:ext uri="{BB962C8B-B14F-4D97-AF65-F5344CB8AC3E}">
        <p14:creationId xmlns:p14="http://schemas.microsoft.com/office/powerpoint/2010/main" val="326661084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3659-06B7-4A17-2E78-7E1F2E768066}"/>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D824E0CD-FEDC-EBE2-B212-BC35ECA504A4}"/>
              </a:ext>
            </a:extLst>
          </p:cNvPr>
          <p:cNvSpPr>
            <a:spLocks noGrp="1"/>
          </p:cNvSpPr>
          <p:nvPr>
            <p:ph idx="1"/>
          </p:nvPr>
        </p:nvSpPr>
        <p:spPr>
          <a:xfrm>
            <a:off x="942258" y="1166018"/>
            <a:ext cx="5024284"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interface </a:t>
            </a:r>
            <a:r>
              <a:rPr lang="en-IN" sz="2000" dirty="0" err="1">
                <a:latin typeface="Times New Roman" panose="02020603050405020304" pitchFamily="18" charset="0"/>
                <a:cs typeface="Times New Roman" panose="02020603050405020304" pitchFamily="18" charset="0"/>
              </a:rPr>
              <a:t>bus_if</a:t>
            </a:r>
            <a:r>
              <a:rPr lang="en-IN" sz="2000" dirty="0">
                <a:latin typeface="Times New Roman" panose="02020603050405020304" pitchFamily="18" charset="0"/>
                <a:cs typeface="Times New Roman" panose="02020603050405020304" pitchFamily="18" charset="0"/>
              </a:rPr>
              <a:t>(input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input logic </a:t>
            </a:r>
            <a:r>
              <a:rPr lang="en-IN" sz="2000" dirty="0" err="1">
                <a:latin typeface="Times New Roman" panose="02020603050405020304" pitchFamily="18" charset="0"/>
                <a:cs typeface="Times New Roman" panose="02020603050405020304" pitchFamily="18" charset="0"/>
              </a:rPr>
              <a:t>rst</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[7:0] data;</a:t>
            </a:r>
          </a:p>
          <a:p>
            <a:pPr marL="0" indent="0">
              <a:buNone/>
            </a:pPr>
            <a:r>
              <a:rPr lang="en-IN" sz="2000" dirty="0" err="1">
                <a:latin typeface="Times New Roman" panose="02020603050405020304" pitchFamily="18" charset="0"/>
                <a:cs typeface="Times New Roman" panose="02020603050405020304" pitchFamily="18" charset="0"/>
              </a:rPr>
              <a:t>endinterface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class driver;</a:t>
            </a:r>
          </a:p>
          <a:p>
            <a:pPr marL="0" indent="0">
              <a:buNone/>
            </a:pPr>
            <a:r>
              <a:rPr lang="en-IN" sz="2000" dirty="0">
                <a:latin typeface="Times New Roman" panose="02020603050405020304" pitchFamily="18" charset="0"/>
                <a:cs typeface="Times New Roman" panose="02020603050405020304" pitchFamily="18" charset="0"/>
              </a:rPr>
              <a:t>  virtual </a:t>
            </a:r>
            <a:r>
              <a:rPr lang="en-IN" sz="2000" dirty="0" err="1">
                <a:latin typeface="Times New Roman" panose="02020603050405020304" pitchFamily="18" charset="0"/>
                <a:cs typeface="Times New Roman" panose="02020603050405020304" pitchFamily="18" charset="0"/>
              </a:rPr>
              <a:t>bus_if</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vif</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task </a:t>
            </a:r>
            <a:r>
              <a:rPr lang="en-IN" sz="2000" dirty="0" err="1">
                <a:latin typeface="Times New Roman" panose="02020603050405020304" pitchFamily="18" charset="0"/>
                <a:cs typeface="Times New Roman" panose="02020603050405020304" pitchFamily="18" charset="0"/>
              </a:rPr>
              <a:t>drive_data</a:t>
            </a:r>
            <a:r>
              <a:rPr lang="en-IN" sz="2000" dirty="0">
                <a:latin typeface="Times New Roman" panose="02020603050405020304" pitchFamily="18" charset="0"/>
                <a:cs typeface="Times New Roman" panose="02020603050405020304" pitchFamily="18" charset="0"/>
              </a:rPr>
              <a:t>(input [7:0] value);</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vif.data</a:t>
            </a:r>
            <a:r>
              <a:rPr lang="en-IN" sz="2000" dirty="0">
                <a:latin typeface="Times New Roman" panose="02020603050405020304" pitchFamily="18" charset="0"/>
                <a:cs typeface="Times New Roman" panose="02020603050405020304" pitchFamily="18" charset="0"/>
              </a:rPr>
              <a:t> = value;</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endtask</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CAFE477-A42F-15DE-F01E-91D4E9B9BEA2}"/>
              </a:ext>
            </a:extLst>
          </p:cNvPr>
          <p:cNvSpPr>
            <a:spLocks noGrp="1"/>
          </p:cNvSpPr>
          <p:nvPr>
            <p:ph type="dt" sz="half" idx="10"/>
          </p:nvPr>
        </p:nvSpPr>
        <p:spPr/>
        <p:txBody>
          <a:bodyPr/>
          <a:lstStyle/>
          <a:p>
            <a:fld id="{E9A8602B-0189-4988-8A02-F9B35B9C589E}" type="datetime1">
              <a:rPr lang="en-IN" smtClean="0"/>
              <a:pPr/>
              <a:t>31-10-2025</a:t>
            </a:fld>
            <a:endParaRPr lang="en-IN"/>
          </a:p>
        </p:txBody>
      </p:sp>
      <p:sp>
        <p:nvSpPr>
          <p:cNvPr id="6" name="Footer Placeholder 5">
            <a:extLst>
              <a:ext uri="{FF2B5EF4-FFF2-40B4-BE49-F238E27FC236}">
                <a16:creationId xmlns:a16="http://schemas.microsoft.com/office/drawing/2014/main" id="{30A1904B-EF4D-5032-8192-999F2A4D160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9BD2A76-47FF-B3EA-79E3-0BFA2A79D4B2}"/>
              </a:ext>
            </a:extLst>
          </p:cNvPr>
          <p:cNvSpPr>
            <a:spLocks noGrp="1"/>
          </p:cNvSpPr>
          <p:nvPr>
            <p:ph type="sldNum" sz="quarter" idx="12"/>
          </p:nvPr>
        </p:nvSpPr>
        <p:spPr/>
        <p:txBody>
          <a:bodyPr/>
          <a:lstStyle/>
          <a:p>
            <a:fld id="{56BB8B7D-B437-4E80-9B4F-EB7501C8BBDD}" type="slidenum">
              <a:rPr lang="en-IN" smtClean="0"/>
              <a:pPr/>
              <a:t>137</a:t>
            </a:fld>
            <a:endParaRPr lang="en-IN"/>
          </a:p>
        </p:txBody>
      </p:sp>
      <p:sp>
        <p:nvSpPr>
          <p:cNvPr id="4" name="TextBox 3">
            <a:extLst>
              <a:ext uri="{FF2B5EF4-FFF2-40B4-BE49-F238E27FC236}">
                <a16:creationId xmlns:a16="http://schemas.microsoft.com/office/drawing/2014/main" id="{7E5D1128-DE18-F58C-831C-382729C6EBC9}"/>
              </a:ext>
            </a:extLst>
          </p:cNvPr>
          <p:cNvSpPr txBox="1"/>
          <p:nvPr/>
        </p:nvSpPr>
        <p:spPr>
          <a:xfrm>
            <a:off x="6096000" y="1166018"/>
            <a:ext cx="5771535" cy="532453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module tb;</a:t>
            </a:r>
          </a:p>
          <a:p>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rst</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bus_if</a:t>
            </a:r>
            <a:r>
              <a:rPr lang="en-IN" sz="2000" dirty="0">
                <a:latin typeface="Times New Roman" panose="02020603050405020304" pitchFamily="18" charset="0"/>
                <a:cs typeface="Times New Roman" panose="02020603050405020304" pitchFamily="18" charset="0"/>
              </a:rPr>
              <a:t> bus(</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rst</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driver </a:t>
            </a:r>
            <a:r>
              <a:rPr lang="en-IN" sz="2000" dirty="0" err="1">
                <a:latin typeface="Times New Roman" panose="02020603050405020304" pitchFamily="18" charset="0"/>
                <a:cs typeface="Times New Roman" panose="02020603050405020304" pitchFamily="18" charset="0"/>
              </a:rPr>
              <a:t>drv</a:t>
            </a:r>
            <a:r>
              <a:rPr lang="en-IN" sz="2000" dirty="0">
                <a:latin typeface="Times New Roman" panose="02020603050405020304" pitchFamily="18" charset="0"/>
                <a:cs typeface="Times New Roman" panose="02020603050405020304" pitchFamily="18" charset="0"/>
              </a:rPr>
              <a:t> =new();</a:t>
            </a:r>
          </a:p>
          <a:p>
            <a:r>
              <a:rPr lang="en-IN" sz="2000" dirty="0">
                <a:latin typeface="Times New Roman" panose="02020603050405020304" pitchFamily="18" charset="0"/>
                <a:cs typeface="Times New Roman" panose="02020603050405020304" pitchFamily="18" charset="0"/>
              </a:rPr>
              <a:t>  initial begin</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=0;</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rst</a:t>
            </a:r>
            <a:r>
              <a:rPr lang="en-IN" sz="2000" dirty="0">
                <a:latin typeface="Times New Roman" panose="02020603050405020304" pitchFamily="18" charset="0"/>
                <a:cs typeface="Times New Roman" panose="02020603050405020304" pitchFamily="18" charset="0"/>
              </a:rPr>
              <a:t> =1;</a:t>
            </a:r>
          </a:p>
          <a:p>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rst</a:t>
            </a:r>
            <a:r>
              <a:rPr lang="en-IN" sz="2000" dirty="0">
                <a:latin typeface="Times New Roman" panose="02020603050405020304" pitchFamily="18" charset="0"/>
                <a:cs typeface="Times New Roman" panose="02020603050405020304" pitchFamily="18" charset="0"/>
              </a:rPr>
              <a:t> =0;</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drv.vif</a:t>
            </a:r>
            <a:r>
              <a:rPr lang="en-IN" sz="2000" dirty="0">
                <a:latin typeface="Times New Roman" panose="02020603050405020304" pitchFamily="18" charset="0"/>
                <a:cs typeface="Times New Roman" panose="02020603050405020304" pitchFamily="18" charset="0"/>
              </a:rPr>
              <a:t> = bus;</a:t>
            </a:r>
          </a:p>
          <a:p>
            <a:r>
              <a:rPr lang="en-IN" sz="2000" dirty="0">
                <a:latin typeface="Times New Roman" panose="02020603050405020304" pitchFamily="18" charset="0"/>
                <a:cs typeface="Times New Roman" panose="02020603050405020304" pitchFamily="18" charset="0"/>
              </a:rPr>
              <a:t>    $display("----------------------------------------------");</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drv.drive_data</a:t>
            </a:r>
            <a:r>
              <a:rPr lang="en-IN" sz="2000" dirty="0">
                <a:latin typeface="Times New Roman" panose="02020603050405020304" pitchFamily="18" charset="0"/>
                <a:cs typeface="Times New Roman" panose="02020603050405020304" pitchFamily="18" charset="0"/>
              </a:rPr>
              <a:t>(8'hAB);</a:t>
            </a:r>
          </a:p>
          <a:p>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Data_driven</a:t>
            </a:r>
            <a:r>
              <a:rPr lang="en-IN" sz="2000" dirty="0">
                <a:latin typeface="Times New Roman" panose="02020603050405020304" pitchFamily="18" charset="0"/>
                <a:cs typeface="Times New Roman" panose="02020603050405020304" pitchFamily="18" charset="0"/>
              </a:rPr>
              <a:t>: %h", </a:t>
            </a:r>
            <a:r>
              <a:rPr lang="en-IN" sz="2000" dirty="0" err="1">
                <a:latin typeface="Times New Roman" panose="02020603050405020304" pitchFamily="18" charset="0"/>
                <a:cs typeface="Times New Roman" panose="02020603050405020304" pitchFamily="18" charset="0"/>
              </a:rPr>
              <a:t>bus.data</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$display("---------------------------------------------\n");</a:t>
            </a:r>
          </a:p>
          <a:p>
            <a:r>
              <a:rPr lang="en-IN" sz="2000" dirty="0">
                <a:latin typeface="Times New Roman" panose="02020603050405020304" pitchFamily="18" charset="0"/>
                <a:cs typeface="Times New Roman" panose="02020603050405020304" pitchFamily="18" charset="0"/>
              </a:rPr>
              <a:t>  end</a:t>
            </a:r>
          </a:p>
          <a:p>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219258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44F83-3FD3-711C-0DFE-91AF55836FB1}"/>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01269C71-B201-A88E-B900-B26AC45B8C37}"/>
              </a:ext>
            </a:extLst>
          </p:cNvPr>
          <p:cNvSpPr>
            <a:spLocks noGrp="1"/>
          </p:cNvSpPr>
          <p:nvPr>
            <p:ph idx="1"/>
          </p:nvPr>
        </p:nvSpPr>
        <p:spPr/>
        <p:txBody>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Modport</a:t>
            </a:r>
            <a:endParaRPr lang="en-US" sz="2400" dirty="0">
              <a:solidFill>
                <a:schemeClr val="tx2">
                  <a:lumMod val="60000"/>
                  <a:lumOff val="40000"/>
                </a:schemeClr>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Modport</a:t>
            </a:r>
            <a:r>
              <a:rPr lang="en-US" sz="2400" dirty="0">
                <a:latin typeface="Times New Roman" panose="02020603050405020304" pitchFamily="18" charset="0"/>
                <a:cs typeface="Times New Roman" panose="02020603050405020304" pitchFamily="18" charset="0"/>
              </a:rPr>
              <a:t> lists with directions are defined in an interface to impose certain restrictions on interface access within a module.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keyword </a:t>
            </a:r>
            <a:r>
              <a:rPr lang="en-US" sz="2400" dirty="0" err="1">
                <a:latin typeface="Times New Roman" panose="02020603050405020304" pitchFamily="18" charset="0"/>
                <a:cs typeface="Times New Roman" panose="02020603050405020304" pitchFamily="18" charset="0"/>
              </a:rPr>
              <a:t>modport</a:t>
            </a:r>
            <a:r>
              <a:rPr lang="en-US" sz="2400" dirty="0">
                <a:latin typeface="Times New Roman" panose="02020603050405020304" pitchFamily="18" charset="0"/>
                <a:cs typeface="Times New Roman" panose="02020603050405020304" pitchFamily="18" charset="0"/>
              </a:rPr>
              <a:t> indicates that the directions are declared as if inside the module</a:t>
            </a:r>
            <a:r>
              <a:rPr lang="en-IN"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fr-FR" sz="2400" dirty="0" err="1">
                <a:solidFill>
                  <a:schemeClr val="tx2">
                    <a:lumMod val="60000"/>
                    <a:lumOff val="40000"/>
                  </a:schemeClr>
                </a:solidFill>
                <a:latin typeface="Times New Roman" panose="02020603050405020304" pitchFamily="18" charset="0"/>
                <a:cs typeface="Times New Roman" panose="02020603050405020304" pitchFamily="18" charset="0"/>
              </a:rPr>
              <a:t>Syntax</a:t>
            </a:r>
            <a:endParaRPr lang="fr-FR" sz="2400" dirty="0">
              <a:solidFill>
                <a:schemeClr val="tx2">
                  <a:lumMod val="60000"/>
                  <a:lumOff val="40000"/>
                </a:schemeClr>
              </a:solidFill>
              <a:latin typeface="Times New Roman" panose="02020603050405020304" pitchFamily="18" charset="0"/>
              <a:cs typeface="Times New Roman" panose="02020603050405020304" pitchFamily="18" charset="0"/>
            </a:endParaRPr>
          </a:p>
          <a:p>
            <a:pPr marL="914400" lvl="2" indent="0">
              <a:buNone/>
            </a:pPr>
            <a:r>
              <a:rPr lang="fr-FR" dirty="0" err="1">
                <a:latin typeface="Times New Roman" panose="02020603050405020304" pitchFamily="18" charset="0"/>
                <a:cs typeface="Times New Roman" panose="02020603050405020304" pitchFamily="18" charset="0"/>
              </a:rPr>
              <a:t>modport</a:t>
            </a:r>
            <a:r>
              <a:rPr lang="fr-FR" dirty="0">
                <a:latin typeface="Times New Roman" panose="02020603050405020304" pitchFamily="18" charset="0"/>
                <a:cs typeface="Times New Roman" panose="02020603050405020304" pitchFamily="18" charset="0"/>
              </a:rPr>
              <a:t> [identifier] (</a:t>
            </a:r>
          </a:p>
          <a:p>
            <a:pPr marL="914400" lvl="2" indent="0">
              <a:buNone/>
            </a:pPr>
            <a:r>
              <a:rPr lang="fr-FR" dirty="0">
                <a:latin typeface="Times New Roman" panose="02020603050405020304" pitchFamily="18" charset="0"/>
                <a:cs typeface="Times New Roman" panose="02020603050405020304" pitchFamily="18" charset="0"/>
              </a:rPr>
              <a:t>input [</a:t>
            </a:r>
            <a:r>
              <a:rPr lang="fr-FR" dirty="0" err="1">
                <a:latin typeface="Times New Roman" panose="02020603050405020304" pitchFamily="18" charset="0"/>
                <a:cs typeface="Times New Roman" panose="02020603050405020304" pitchFamily="18" charset="0"/>
              </a:rPr>
              <a:t>port_list</a:t>
            </a:r>
            <a:r>
              <a:rPr lang="fr-FR" dirty="0">
                <a:latin typeface="Times New Roman" panose="02020603050405020304" pitchFamily="18" charset="0"/>
                <a:cs typeface="Times New Roman" panose="02020603050405020304" pitchFamily="18" charset="0"/>
              </a:rPr>
              <a:t>],</a:t>
            </a:r>
          </a:p>
          <a:p>
            <a:pPr marL="914400" lvl="2" indent="0">
              <a:buNone/>
            </a:pPr>
            <a:r>
              <a:rPr lang="fr-FR" dirty="0">
                <a:latin typeface="Times New Roman" panose="02020603050405020304" pitchFamily="18" charset="0"/>
                <a:cs typeface="Times New Roman" panose="02020603050405020304" pitchFamily="18" charset="0"/>
              </a:rPr>
              <a:t>output [</a:t>
            </a:r>
            <a:r>
              <a:rPr lang="fr-FR" dirty="0" err="1">
                <a:latin typeface="Times New Roman" panose="02020603050405020304" pitchFamily="18" charset="0"/>
                <a:cs typeface="Times New Roman" panose="02020603050405020304" pitchFamily="18" charset="0"/>
              </a:rPr>
              <a:t>port_list</a:t>
            </a:r>
            <a:r>
              <a:rPr lang="fr-FR" dirty="0">
                <a:latin typeface="Times New Roman" panose="02020603050405020304" pitchFamily="18" charset="0"/>
                <a:cs typeface="Times New Roman" panose="02020603050405020304" pitchFamily="18" charset="0"/>
              </a:rPr>
              <a:t>]</a:t>
            </a:r>
          </a:p>
          <a:p>
            <a:pPr marL="914400" lvl="2" indent="0">
              <a:buNone/>
            </a:pPr>
            <a:r>
              <a:rPr lang="fr-FR"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84E62B-B4F9-89A6-4799-6BC0E5A7D717}"/>
              </a:ext>
            </a:extLst>
          </p:cNvPr>
          <p:cNvSpPr>
            <a:spLocks noGrp="1"/>
          </p:cNvSpPr>
          <p:nvPr>
            <p:ph type="dt" sz="half" idx="10"/>
          </p:nvPr>
        </p:nvSpPr>
        <p:spPr/>
        <p:txBody>
          <a:bodyPr/>
          <a:lstStyle/>
          <a:p>
            <a:fld id="{53D067E2-4C9A-4CF0-BC59-ABC0C5CA6B1A}" type="datetime1">
              <a:rPr lang="en-IN" smtClean="0"/>
              <a:pPr/>
              <a:t>31-10-2025</a:t>
            </a:fld>
            <a:endParaRPr lang="en-IN"/>
          </a:p>
        </p:txBody>
      </p:sp>
      <p:sp>
        <p:nvSpPr>
          <p:cNvPr id="5" name="Footer Placeholder 4">
            <a:extLst>
              <a:ext uri="{FF2B5EF4-FFF2-40B4-BE49-F238E27FC236}">
                <a16:creationId xmlns:a16="http://schemas.microsoft.com/office/drawing/2014/main" id="{E55DDB5E-BE2E-7B44-419D-FA5973A54DB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79A9690-276C-F7DB-A65B-0A0B001FD0CD}"/>
              </a:ext>
            </a:extLst>
          </p:cNvPr>
          <p:cNvSpPr>
            <a:spLocks noGrp="1"/>
          </p:cNvSpPr>
          <p:nvPr>
            <p:ph type="sldNum" sz="quarter" idx="12"/>
          </p:nvPr>
        </p:nvSpPr>
        <p:spPr/>
        <p:txBody>
          <a:bodyPr/>
          <a:lstStyle/>
          <a:p>
            <a:fld id="{56BB8B7D-B437-4E80-9B4F-EB7501C8BBDD}" type="slidenum">
              <a:rPr lang="en-IN" smtClean="0"/>
              <a:pPr/>
              <a:t>138</a:t>
            </a:fld>
            <a:endParaRPr lang="en-IN"/>
          </a:p>
        </p:txBody>
      </p:sp>
    </p:spTree>
    <p:extLst>
      <p:ext uri="{BB962C8B-B14F-4D97-AF65-F5344CB8AC3E}">
        <p14:creationId xmlns:p14="http://schemas.microsoft.com/office/powerpoint/2010/main" val="41695999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6C9D-F11F-71E0-2D7F-F1AB3C9E27B3}"/>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E23C5931-15D6-FB86-BEB9-A2AD08B5D84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What is the need for a </a:t>
            </a: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modport</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Nets declared within a simple interface is </a:t>
            </a:r>
            <a:r>
              <a:rPr lang="en-US" sz="2400" dirty="0" err="1">
                <a:latin typeface="Times New Roman" panose="02020603050405020304" pitchFamily="18" charset="0"/>
                <a:cs typeface="Times New Roman" panose="02020603050405020304" pitchFamily="18" charset="0"/>
              </a:rPr>
              <a:t>inout</a:t>
            </a:r>
            <a:r>
              <a:rPr lang="en-US" sz="2400" dirty="0">
                <a:latin typeface="Times New Roman" panose="02020603050405020304" pitchFamily="18" charset="0"/>
                <a:cs typeface="Times New Roman" panose="02020603050405020304" pitchFamily="18" charset="0"/>
              </a:rPr>
              <a:t> by default and hence any module connected to the same net, can either drive values or take values from it.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simple words, there are no restrictions on direction of value propagation. You could end up with an X on the net because both the testbench and the design are driving two different values to the same interface net.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Special care should be taken by the testbench writer to ensure that such a situation does not happen. This can be inherently avoided by the use of </a:t>
            </a:r>
            <a:r>
              <a:rPr lang="en-US" sz="2400" dirty="0" err="1">
                <a:latin typeface="Times New Roman" panose="02020603050405020304" pitchFamily="18" charset="0"/>
                <a:cs typeface="Times New Roman" panose="02020603050405020304" pitchFamily="18" charset="0"/>
              </a:rPr>
              <a:t>modports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0310DB1-EE04-843A-672F-DF453B2DDF11}"/>
              </a:ext>
            </a:extLst>
          </p:cNvPr>
          <p:cNvSpPr>
            <a:spLocks noGrp="1"/>
          </p:cNvSpPr>
          <p:nvPr>
            <p:ph type="dt" sz="half" idx="10"/>
          </p:nvPr>
        </p:nvSpPr>
        <p:spPr/>
        <p:txBody>
          <a:bodyPr/>
          <a:lstStyle/>
          <a:p>
            <a:fld id="{A4CCA926-6CE5-4C03-91E0-D8BD0D0A819D}" type="datetime1">
              <a:rPr lang="en-IN" smtClean="0"/>
              <a:pPr/>
              <a:t>31-10-2025</a:t>
            </a:fld>
            <a:endParaRPr lang="en-IN"/>
          </a:p>
        </p:txBody>
      </p:sp>
      <p:sp>
        <p:nvSpPr>
          <p:cNvPr id="5" name="Footer Placeholder 4">
            <a:extLst>
              <a:ext uri="{FF2B5EF4-FFF2-40B4-BE49-F238E27FC236}">
                <a16:creationId xmlns:a16="http://schemas.microsoft.com/office/drawing/2014/main" id="{BC4F7B99-F757-54B1-3792-B7FE1405D6B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997BC99-9929-917E-9D0A-176F874935DA}"/>
              </a:ext>
            </a:extLst>
          </p:cNvPr>
          <p:cNvSpPr>
            <a:spLocks noGrp="1"/>
          </p:cNvSpPr>
          <p:nvPr>
            <p:ph type="sldNum" sz="quarter" idx="12"/>
          </p:nvPr>
        </p:nvSpPr>
        <p:spPr/>
        <p:txBody>
          <a:bodyPr/>
          <a:lstStyle/>
          <a:p>
            <a:fld id="{56BB8B7D-B437-4E80-9B4F-EB7501C8BBDD}" type="slidenum">
              <a:rPr lang="en-IN" smtClean="0"/>
              <a:pPr/>
              <a:t>139</a:t>
            </a:fld>
            <a:endParaRPr lang="en-IN"/>
          </a:p>
        </p:txBody>
      </p:sp>
    </p:spTree>
    <p:extLst>
      <p:ext uri="{BB962C8B-B14F-4D97-AF65-F5344CB8AC3E}">
        <p14:creationId xmlns:p14="http://schemas.microsoft.com/office/powerpoint/2010/main" val="2608672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24F97-524C-33D3-AA64-2B3EA12CB0C3}"/>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4C558D83-898B-123A-4A38-BA94E1636DDD}"/>
              </a:ext>
            </a:extLst>
          </p:cNvPr>
          <p:cNvSpPr>
            <a:spLocks noGrp="1"/>
          </p:cNvSpPr>
          <p:nvPr>
            <p:ph idx="1"/>
          </p:nvPr>
        </p:nvSpPr>
        <p:spPr>
          <a:xfrm>
            <a:off x="789227" y="1417638"/>
            <a:ext cx="5702710" cy="4525963"/>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interface </a:t>
            </a:r>
            <a:r>
              <a:rPr lang="en-IN" sz="2400" dirty="0" err="1">
                <a:latin typeface="Times New Roman" panose="02020603050405020304" pitchFamily="18" charset="0"/>
                <a:cs typeface="Times New Roman" panose="02020603050405020304" pitchFamily="18" charset="0"/>
              </a:rPr>
              <a:t>myInterface</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logic ack;</a:t>
            </a:r>
          </a:p>
          <a:p>
            <a:pPr marL="0" indent="0">
              <a:buNone/>
            </a:pPr>
            <a:r>
              <a:rPr lang="en-IN" sz="2400" dirty="0">
                <a:latin typeface="Times New Roman" panose="02020603050405020304" pitchFamily="18" charset="0"/>
                <a:cs typeface="Times New Roman" panose="02020603050405020304" pitchFamily="18" charset="0"/>
              </a:rPr>
              <a:t>logic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logic </a:t>
            </a:r>
            <a:r>
              <a:rPr lang="en-IN" sz="2400" dirty="0" err="1">
                <a:latin typeface="Times New Roman" panose="02020603050405020304" pitchFamily="18" charset="0"/>
                <a:cs typeface="Times New Roman" panose="02020603050405020304" pitchFamily="18" charset="0"/>
              </a:rPr>
              <a:t>sel</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logic irq0;</a:t>
            </a:r>
          </a:p>
          <a:p>
            <a:pPr marL="0" indent="0">
              <a:buNone/>
            </a:pPr>
            <a:r>
              <a:rPr lang="en-IN" sz="2400" dirty="0">
                <a:latin typeface="Times New Roman" panose="02020603050405020304" pitchFamily="18" charset="0"/>
                <a:cs typeface="Times New Roman" panose="02020603050405020304" pitchFamily="18" charset="0"/>
              </a:rPr>
              <a:t>// ack and </a:t>
            </a:r>
            <a:r>
              <a:rPr lang="en-IN" sz="2400" dirty="0" err="1">
                <a:latin typeface="Times New Roman" panose="02020603050405020304" pitchFamily="18" charset="0"/>
                <a:cs typeface="Times New Roman" panose="02020603050405020304" pitchFamily="18" charset="0"/>
              </a:rPr>
              <a:t>sel</a:t>
            </a:r>
            <a:r>
              <a:rPr lang="en-IN" sz="2400" dirty="0">
                <a:latin typeface="Times New Roman" panose="02020603050405020304" pitchFamily="18" charset="0"/>
                <a:cs typeface="Times New Roman" panose="02020603050405020304" pitchFamily="18" charset="0"/>
              </a:rPr>
              <a:t> are inputs to the dut0, while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and irq0 are outputs</a:t>
            </a:r>
          </a:p>
          <a:p>
            <a:pPr marL="0" indent="0">
              <a:buNone/>
            </a:pPr>
            <a:r>
              <a:rPr lang="en-IN" sz="2400" dirty="0" err="1">
                <a:latin typeface="Times New Roman" panose="02020603050405020304" pitchFamily="18" charset="0"/>
                <a:cs typeface="Times New Roman" panose="02020603050405020304" pitchFamily="18" charset="0"/>
              </a:rPr>
              <a:t>modport</a:t>
            </a:r>
            <a:r>
              <a:rPr lang="en-IN" sz="2400" dirty="0">
                <a:latin typeface="Times New Roman" panose="02020603050405020304" pitchFamily="18" charset="0"/>
                <a:cs typeface="Times New Roman" panose="02020603050405020304" pitchFamily="18" charset="0"/>
              </a:rPr>
              <a:t> dut0 (</a:t>
            </a:r>
          </a:p>
          <a:p>
            <a:pPr marL="0" indent="0">
              <a:buNone/>
            </a:pPr>
            <a:r>
              <a:rPr lang="en-IN" sz="2400" dirty="0">
                <a:latin typeface="Times New Roman" panose="02020603050405020304" pitchFamily="18" charset="0"/>
                <a:cs typeface="Times New Roman" panose="02020603050405020304" pitchFamily="18" charset="0"/>
              </a:rPr>
              <a:t>input ack, </a:t>
            </a:r>
            <a:r>
              <a:rPr lang="en-IN" sz="2400" dirty="0" err="1">
                <a:latin typeface="Times New Roman" panose="02020603050405020304" pitchFamily="18" charset="0"/>
                <a:cs typeface="Times New Roman" panose="02020603050405020304" pitchFamily="18" charset="0"/>
              </a:rPr>
              <a:t>sel</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output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irq0</a:t>
            </a:r>
          </a:p>
          <a:p>
            <a:pPr marL="0" indent="0">
              <a:buNone/>
            </a:pPr>
            <a:r>
              <a:rPr lang="en-IN" sz="2400"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0BB4831D-A250-8423-7B82-B8AF0E33FB1D}"/>
              </a:ext>
            </a:extLst>
          </p:cNvPr>
          <p:cNvSpPr>
            <a:spLocks noGrp="1"/>
          </p:cNvSpPr>
          <p:nvPr>
            <p:ph type="dt" sz="half" idx="10"/>
          </p:nvPr>
        </p:nvSpPr>
        <p:spPr/>
        <p:txBody>
          <a:bodyPr/>
          <a:lstStyle/>
          <a:p>
            <a:fld id="{7BB62FCA-7EC5-42A0-88C7-BB2986DAE9FF}" type="datetime1">
              <a:rPr lang="en-IN" smtClean="0"/>
              <a:pPr/>
              <a:t>31-10-2025</a:t>
            </a:fld>
            <a:endParaRPr lang="en-IN"/>
          </a:p>
        </p:txBody>
      </p:sp>
      <p:sp>
        <p:nvSpPr>
          <p:cNvPr id="6" name="Footer Placeholder 5">
            <a:extLst>
              <a:ext uri="{FF2B5EF4-FFF2-40B4-BE49-F238E27FC236}">
                <a16:creationId xmlns:a16="http://schemas.microsoft.com/office/drawing/2014/main" id="{96CB70E3-877E-48D6-53D3-9E654FB0072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0A790CD-D58C-13B5-821A-DC9139857FD0}"/>
              </a:ext>
            </a:extLst>
          </p:cNvPr>
          <p:cNvSpPr>
            <a:spLocks noGrp="1"/>
          </p:cNvSpPr>
          <p:nvPr>
            <p:ph type="sldNum" sz="quarter" idx="12"/>
          </p:nvPr>
        </p:nvSpPr>
        <p:spPr/>
        <p:txBody>
          <a:bodyPr/>
          <a:lstStyle/>
          <a:p>
            <a:fld id="{56BB8B7D-B437-4E80-9B4F-EB7501C8BBDD}" type="slidenum">
              <a:rPr lang="en-IN" smtClean="0"/>
              <a:pPr/>
              <a:t>140</a:t>
            </a:fld>
            <a:endParaRPr lang="en-IN"/>
          </a:p>
        </p:txBody>
      </p:sp>
      <p:sp>
        <p:nvSpPr>
          <p:cNvPr id="4" name="TextBox 3">
            <a:extLst>
              <a:ext uri="{FF2B5EF4-FFF2-40B4-BE49-F238E27FC236}">
                <a16:creationId xmlns:a16="http://schemas.microsoft.com/office/drawing/2014/main" id="{FE4EB996-D2B6-F7BF-DD30-30EE3F0A1152}"/>
              </a:ext>
            </a:extLst>
          </p:cNvPr>
          <p:cNvSpPr txBox="1"/>
          <p:nvPr/>
        </p:nvSpPr>
        <p:spPr>
          <a:xfrm>
            <a:off x="6533535" y="1417638"/>
            <a:ext cx="5048865" cy="3046988"/>
          </a:xfrm>
          <a:prstGeom prst="rect">
            <a:avLst/>
          </a:prstGeom>
          <a:noFill/>
        </p:spPr>
        <p:txBody>
          <a:bodyPr wrap="square" rtlCol="0">
            <a:spAutoFit/>
          </a:bodyPr>
          <a:lstStyle/>
          <a:p>
            <a:pPr marL="0" indent="0">
              <a:buNone/>
            </a:pPr>
            <a:r>
              <a:rPr lang="en-IN" sz="2400" dirty="0">
                <a:latin typeface="Times New Roman" panose="02020603050405020304" pitchFamily="18" charset="0"/>
                <a:cs typeface="Times New Roman" panose="02020603050405020304" pitchFamily="18" charset="0"/>
              </a:rPr>
              <a:t>// ack and </a:t>
            </a:r>
            <a:r>
              <a:rPr lang="en-IN" sz="2400" dirty="0" err="1">
                <a:latin typeface="Times New Roman" panose="02020603050405020304" pitchFamily="18" charset="0"/>
                <a:cs typeface="Times New Roman" panose="02020603050405020304" pitchFamily="18" charset="0"/>
              </a:rPr>
              <a:t>sel</a:t>
            </a:r>
            <a:r>
              <a:rPr lang="en-IN" sz="2400" dirty="0">
                <a:latin typeface="Times New Roman" panose="02020603050405020304" pitchFamily="18" charset="0"/>
                <a:cs typeface="Times New Roman" panose="02020603050405020304" pitchFamily="18" charset="0"/>
              </a:rPr>
              <a:t> are outputs from dut1, while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and irq0 are inputs</a:t>
            </a:r>
          </a:p>
          <a:p>
            <a:pPr marL="0" indent="0">
              <a:buNone/>
            </a:pPr>
            <a:r>
              <a:rPr lang="en-IN" sz="2400" dirty="0" err="1">
                <a:latin typeface="Times New Roman" panose="02020603050405020304" pitchFamily="18" charset="0"/>
                <a:cs typeface="Times New Roman" panose="02020603050405020304" pitchFamily="18" charset="0"/>
              </a:rPr>
              <a:t>modport</a:t>
            </a:r>
            <a:r>
              <a:rPr lang="en-IN" sz="2400" dirty="0">
                <a:latin typeface="Times New Roman" panose="02020603050405020304" pitchFamily="18" charset="0"/>
                <a:cs typeface="Times New Roman" panose="02020603050405020304" pitchFamily="18" charset="0"/>
              </a:rPr>
              <a:t> dut1 (</a:t>
            </a:r>
          </a:p>
          <a:p>
            <a:pPr marL="0" indent="0">
              <a:buNone/>
            </a:pPr>
            <a:r>
              <a:rPr lang="en-IN" sz="2400" dirty="0">
                <a:latin typeface="Times New Roman" panose="02020603050405020304" pitchFamily="18" charset="0"/>
                <a:cs typeface="Times New Roman" panose="02020603050405020304" pitchFamily="18" charset="0"/>
              </a:rPr>
              <a:t>input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irq0,</a:t>
            </a:r>
          </a:p>
          <a:p>
            <a:pPr marL="0" indent="0">
              <a:buNone/>
            </a:pPr>
            <a:r>
              <a:rPr lang="en-IN" sz="2400" dirty="0">
                <a:latin typeface="Times New Roman" panose="02020603050405020304" pitchFamily="18" charset="0"/>
                <a:cs typeface="Times New Roman" panose="02020603050405020304" pitchFamily="18" charset="0"/>
              </a:rPr>
              <a:t>output ack, </a:t>
            </a:r>
            <a:r>
              <a:rPr lang="en-IN" sz="2400" dirty="0" err="1">
                <a:latin typeface="Times New Roman" panose="02020603050405020304" pitchFamily="18" charset="0"/>
                <a:cs typeface="Times New Roman" panose="02020603050405020304" pitchFamily="18" charset="0"/>
              </a:rPr>
              <a:t>sel</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a:t>
            </a:r>
          </a:p>
          <a:p>
            <a:pPr marL="0" indent="0">
              <a:buNone/>
            </a:pPr>
            <a:r>
              <a:rPr lang="en-IN" sz="2400" dirty="0" err="1">
                <a:latin typeface="Times New Roman" panose="02020603050405020304" pitchFamily="18" charset="0"/>
                <a:cs typeface="Times New Roman" panose="02020603050405020304" pitchFamily="18" charset="0"/>
              </a:rPr>
              <a:t>endinterface</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419060397"/>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036E-332D-2E1E-A48F-401844DCB1C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43F96D44-EE7C-CEC3-0B53-BF88D02EDB4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Clocking Blocks</a:t>
            </a:r>
          </a:p>
          <a:p>
            <a:r>
              <a:rPr lang="en-US" sz="2400" dirty="0">
                <a:latin typeface="Times New Roman" panose="02020603050405020304" pitchFamily="18" charset="0"/>
                <a:cs typeface="Times New Roman" panose="02020603050405020304" pitchFamily="18" charset="0"/>
              </a:rPr>
              <a:t>Module ports and interfaces by default do not specify any timing requirements or synchronization schemes between signals.</a:t>
            </a:r>
          </a:p>
          <a:p>
            <a:r>
              <a:rPr lang="en-US" sz="2400" dirty="0">
                <a:latin typeface="Times New Roman" panose="02020603050405020304" pitchFamily="18" charset="0"/>
                <a:cs typeface="Times New Roman" panose="02020603050405020304" pitchFamily="18" charset="0"/>
              </a:rPr>
              <a:t> A clocking block defined between </a:t>
            </a:r>
            <a:r>
              <a:rPr lang="en-US" sz="2400" dirty="0">
                <a:solidFill>
                  <a:srgbClr val="FF0000"/>
                </a:solidFill>
                <a:latin typeface="Times New Roman" panose="02020603050405020304" pitchFamily="18" charset="0"/>
                <a:cs typeface="Times New Roman" panose="02020603050405020304" pitchFamily="18" charset="0"/>
              </a:rPr>
              <a:t>clocking</a:t>
            </a:r>
            <a:r>
              <a:rPr lang="en-US" sz="2400" dirty="0">
                <a:latin typeface="Times New Roman" panose="02020603050405020304" pitchFamily="18" charset="0"/>
                <a:cs typeface="Times New Roman" panose="02020603050405020304" pitchFamily="18" charset="0"/>
              </a:rPr>
              <a:t> and </a:t>
            </a:r>
            <a:r>
              <a:rPr lang="en-US" sz="2400" dirty="0" err="1">
                <a:solidFill>
                  <a:srgbClr val="FF0000"/>
                </a:solidFill>
                <a:latin typeface="Times New Roman" panose="02020603050405020304" pitchFamily="18" charset="0"/>
                <a:cs typeface="Times New Roman" panose="02020603050405020304" pitchFamily="18" charset="0"/>
              </a:rPr>
              <a:t>endcocking</a:t>
            </a:r>
            <a:r>
              <a:rPr lang="en-US" sz="2400" dirty="0">
                <a:latin typeface="Times New Roman" panose="02020603050405020304" pitchFamily="18" charset="0"/>
                <a:cs typeface="Times New Roman" panose="02020603050405020304" pitchFamily="18" charset="0"/>
              </a:rPr>
              <a:t> does exactly that. It is a </a:t>
            </a:r>
            <a:r>
              <a:rPr lang="en-US" sz="2400" dirty="0">
                <a:highlight>
                  <a:srgbClr val="FFFF00"/>
                </a:highlight>
                <a:latin typeface="Times New Roman" panose="02020603050405020304" pitchFamily="18" charset="0"/>
                <a:cs typeface="Times New Roman" panose="02020603050405020304" pitchFamily="18" charset="0"/>
              </a:rPr>
              <a:t>collection of signals synchronous with a particular clock </a:t>
            </a:r>
            <a:r>
              <a:rPr lang="en-US" sz="2400" dirty="0">
                <a:latin typeface="Times New Roman" panose="02020603050405020304" pitchFamily="18" charset="0"/>
                <a:cs typeface="Times New Roman" panose="02020603050405020304" pitchFamily="18" charset="0"/>
              </a:rPr>
              <a:t>and helps to specify the timing requirements between the clock and the signals.</a:t>
            </a:r>
          </a:p>
          <a:p>
            <a:r>
              <a:rPr lang="en-US" sz="2400" dirty="0">
                <a:latin typeface="Times New Roman" panose="02020603050405020304" pitchFamily="18" charset="0"/>
                <a:cs typeface="Times New Roman" panose="02020603050405020304" pitchFamily="18" charset="0"/>
              </a:rPr>
              <a:t>This would allow test writers to focus more on transactions rather than worry about when a signal will interact with respect to a clock.</a:t>
            </a:r>
          </a:p>
          <a:p>
            <a:r>
              <a:rPr lang="en-US" sz="2400" dirty="0">
                <a:latin typeface="Times New Roman" panose="02020603050405020304" pitchFamily="18" charset="0"/>
                <a:cs typeface="Times New Roman" panose="02020603050405020304" pitchFamily="18" charset="0"/>
              </a:rPr>
              <a:t> A testbench can have many clocking blocks, but only one block per clock.</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8035E64-8802-B2E0-3F12-2FCD5A739362}"/>
              </a:ext>
            </a:extLst>
          </p:cNvPr>
          <p:cNvSpPr>
            <a:spLocks noGrp="1"/>
          </p:cNvSpPr>
          <p:nvPr>
            <p:ph type="dt" sz="half" idx="10"/>
          </p:nvPr>
        </p:nvSpPr>
        <p:spPr/>
        <p:txBody>
          <a:bodyPr/>
          <a:lstStyle/>
          <a:p>
            <a:fld id="{4DF8ACAF-16DF-4080-9946-BDFB537D9957}" type="datetime1">
              <a:rPr lang="en-IN" smtClean="0"/>
              <a:pPr/>
              <a:t>31-10-2025</a:t>
            </a:fld>
            <a:endParaRPr lang="en-IN"/>
          </a:p>
        </p:txBody>
      </p:sp>
      <p:sp>
        <p:nvSpPr>
          <p:cNvPr id="5" name="Footer Placeholder 4">
            <a:extLst>
              <a:ext uri="{FF2B5EF4-FFF2-40B4-BE49-F238E27FC236}">
                <a16:creationId xmlns:a16="http://schemas.microsoft.com/office/drawing/2014/main" id="{CAC5F2A3-29B5-B218-C6D5-646C12FC914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27D5F7F-7FE8-8D9E-49E2-A0F70A0CC21D}"/>
              </a:ext>
            </a:extLst>
          </p:cNvPr>
          <p:cNvSpPr>
            <a:spLocks noGrp="1"/>
          </p:cNvSpPr>
          <p:nvPr>
            <p:ph type="sldNum" sz="quarter" idx="12"/>
          </p:nvPr>
        </p:nvSpPr>
        <p:spPr/>
        <p:txBody>
          <a:bodyPr/>
          <a:lstStyle/>
          <a:p>
            <a:fld id="{56BB8B7D-B437-4E80-9B4F-EB7501C8BBDD}" type="slidenum">
              <a:rPr lang="en-IN" smtClean="0"/>
              <a:pPr/>
              <a:t>141</a:t>
            </a:fld>
            <a:endParaRPr lang="en-IN"/>
          </a:p>
        </p:txBody>
      </p:sp>
    </p:spTree>
    <p:extLst>
      <p:ext uri="{BB962C8B-B14F-4D97-AF65-F5344CB8AC3E}">
        <p14:creationId xmlns:p14="http://schemas.microsoft.com/office/powerpoint/2010/main" val="161212564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EBF92-DFEC-702B-820B-3E377EB975A7}"/>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AD488F9A-E396-2093-2D13-B65503BBCB27}"/>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Syntax</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clocking</a:t>
            </a:r>
            <a:r>
              <a:rPr lang="en-US" sz="2400" dirty="0">
                <a:latin typeface="Times New Roman" panose="02020603050405020304" pitchFamily="18" charset="0"/>
                <a:cs typeface="Times New Roman" panose="02020603050405020304" pitchFamily="18" charset="0"/>
              </a:rPr>
              <a:t> </a:t>
            </a:r>
            <a:r>
              <a:rPr lang="en-US" sz="2400" dirty="0">
                <a:solidFill>
                  <a:schemeClr val="accent4">
                    <a:lumMod val="75000"/>
                  </a:schemeClr>
                </a:solidFill>
                <a:latin typeface="Times New Roman" panose="02020603050405020304" pitchFamily="18" charset="0"/>
                <a:cs typeface="Times New Roman" panose="02020603050405020304" pitchFamily="18" charset="0"/>
              </a:rPr>
              <a:t>[</a:t>
            </a:r>
            <a:r>
              <a:rPr lang="en-US" sz="2400" dirty="0" err="1">
                <a:solidFill>
                  <a:schemeClr val="accent4">
                    <a:lumMod val="75000"/>
                  </a:schemeClr>
                </a:solidFill>
                <a:latin typeface="Times New Roman" panose="02020603050405020304" pitchFamily="18" charset="0"/>
                <a:cs typeface="Times New Roman" panose="02020603050405020304" pitchFamily="18" charset="0"/>
              </a:rPr>
              <a:t>identifier_name</a:t>
            </a:r>
            <a:r>
              <a:rPr lang="en-US" sz="2400" dirty="0">
                <a:solidFill>
                  <a:schemeClr val="accent4">
                    <a:lumMod val="75000"/>
                  </a:schemeClr>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a:t>
            </a:r>
            <a:r>
              <a:rPr lang="en-US" sz="2400" dirty="0" err="1">
                <a:solidFill>
                  <a:schemeClr val="accent5">
                    <a:lumMod val="75000"/>
                  </a:schemeClr>
                </a:solidFill>
                <a:latin typeface="Times New Roman" panose="02020603050405020304" pitchFamily="18" charset="0"/>
                <a:cs typeface="Times New Roman" panose="02020603050405020304" pitchFamily="18" charset="0"/>
              </a:rPr>
              <a:t>event_or_identifier</a:t>
            </a:r>
            <a:r>
              <a:rPr lang="en-US" sz="2400" dirty="0">
                <a:solidFill>
                  <a:schemeClr val="accent5">
                    <a:lumMod val="75000"/>
                  </a:schemeClr>
                </a:solidFill>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default input #[delay_or_edge] output #[delay_or_edge]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[list of signals]</a:t>
            </a:r>
          </a:p>
          <a:p>
            <a:pPr lvl="1">
              <a:buFont typeface="Wingdings" panose="05000000000000000000" pitchFamily="2" charset="2"/>
              <a:buChar char="Ø"/>
            </a:pPr>
            <a:r>
              <a:rPr lang="en-US" sz="2400" dirty="0" err="1">
                <a:solidFill>
                  <a:srgbClr val="FF0000"/>
                </a:solidFill>
                <a:latin typeface="Times New Roman" panose="02020603050405020304" pitchFamily="18" charset="0"/>
                <a:cs typeface="Times New Roman" panose="02020603050405020304" pitchFamily="18" charset="0"/>
              </a:rPr>
              <a:t>endclocking</a:t>
            </a:r>
            <a:endParaRPr lang="en-US" sz="24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delay_value</a:t>
            </a:r>
            <a:r>
              <a:rPr lang="en-US" sz="2400" dirty="0">
                <a:latin typeface="Times New Roman" panose="02020603050405020304" pitchFamily="18" charset="0"/>
                <a:cs typeface="Times New Roman" panose="02020603050405020304" pitchFamily="18" charset="0"/>
              </a:rPr>
              <a:t> represents a skew of how many time units away from the clock event a signal is to be sampled or driven.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a default skew is not specified, then all input signals will be </a:t>
            </a:r>
            <a:r>
              <a:rPr lang="en-US" sz="2400" dirty="0">
                <a:solidFill>
                  <a:srgbClr val="FF0000"/>
                </a:solidFill>
                <a:latin typeface="Times New Roman" panose="02020603050405020304" pitchFamily="18" charset="0"/>
                <a:cs typeface="Times New Roman" panose="02020603050405020304" pitchFamily="18" charset="0"/>
              </a:rPr>
              <a:t>sampled #1step </a:t>
            </a:r>
            <a:r>
              <a:rPr lang="en-US" sz="2400" dirty="0">
                <a:latin typeface="Times New Roman" panose="02020603050405020304" pitchFamily="18" charset="0"/>
                <a:cs typeface="Times New Roman" panose="02020603050405020304" pitchFamily="18" charset="0"/>
              </a:rPr>
              <a:t>and </a:t>
            </a:r>
            <a:r>
              <a:rPr lang="en-US" sz="2400" dirty="0">
                <a:solidFill>
                  <a:srgbClr val="FF0000"/>
                </a:solidFill>
                <a:latin typeface="Times New Roman" panose="02020603050405020304" pitchFamily="18" charset="0"/>
                <a:cs typeface="Times New Roman" panose="02020603050405020304" pitchFamily="18" charset="0"/>
              </a:rPr>
              <a:t>output signal's driven 0ns </a:t>
            </a:r>
            <a:r>
              <a:rPr lang="en-US" sz="2400" dirty="0">
                <a:latin typeface="Times New Roman" panose="02020603050405020304" pitchFamily="18" charset="0"/>
                <a:cs typeface="Times New Roman" panose="02020603050405020304" pitchFamily="18" charset="0"/>
              </a:rPr>
              <a:t>after the specified event.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4A72C3-9AE8-2474-7D75-F205F5BBCE04}"/>
              </a:ext>
            </a:extLst>
          </p:cNvPr>
          <p:cNvSpPr>
            <a:spLocks noGrp="1"/>
          </p:cNvSpPr>
          <p:nvPr>
            <p:ph type="dt" sz="half" idx="10"/>
          </p:nvPr>
        </p:nvSpPr>
        <p:spPr/>
        <p:txBody>
          <a:bodyPr/>
          <a:lstStyle/>
          <a:p>
            <a:fld id="{F6A8A28A-6E6E-4430-8F7E-6A467A289B85}" type="datetime1">
              <a:rPr lang="en-IN" smtClean="0"/>
              <a:pPr/>
              <a:t>31-10-2025</a:t>
            </a:fld>
            <a:endParaRPr lang="en-IN"/>
          </a:p>
        </p:txBody>
      </p:sp>
      <p:sp>
        <p:nvSpPr>
          <p:cNvPr id="5" name="Footer Placeholder 4">
            <a:extLst>
              <a:ext uri="{FF2B5EF4-FFF2-40B4-BE49-F238E27FC236}">
                <a16:creationId xmlns:a16="http://schemas.microsoft.com/office/drawing/2014/main" id="{3206A181-60A9-9EEC-9B74-5AF02BEBBB3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F6C8305-DB13-0713-24FB-A0091B6F31C4}"/>
              </a:ext>
            </a:extLst>
          </p:cNvPr>
          <p:cNvSpPr>
            <a:spLocks noGrp="1"/>
          </p:cNvSpPr>
          <p:nvPr>
            <p:ph type="sldNum" sz="quarter" idx="12"/>
          </p:nvPr>
        </p:nvSpPr>
        <p:spPr/>
        <p:txBody>
          <a:bodyPr/>
          <a:lstStyle/>
          <a:p>
            <a:fld id="{56BB8B7D-B437-4E80-9B4F-EB7501C8BBDD}" type="slidenum">
              <a:rPr lang="en-IN" smtClean="0"/>
              <a:pPr/>
              <a:t>142</a:t>
            </a:fld>
            <a:endParaRPr lang="en-IN"/>
          </a:p>
        </p:txBody>
      </p:sp>
    </p:spTree>
    <p:extLst>
      <p:ext uri="{BB962C8B-B14F-4D97-AF65-F5344CB8AC3E}">
        <p14:creationId xmlns:p14="http://schemas.microsoft.com/office/powerpoint/2010/main" val="161586074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75E73-86F7-9153-895A-997B0D918DA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F65E370D-9339-2AC2-EC31-7C60661AD11B}"/>
              </a:ext>
            </a:extLst>
          </p:cNvPr>
          <p:cNvSpPr>
            <a:spLocks noGrp="1"/>
          </p:cNvSpPr>
          <p:nvPr>
            <p:ph idx="1"/>
          </p:nvPr>
        </p:nvSpPr>
        <p:spPr>
          <a:xfrm>
            <a:off x="211393" y="972274"/>
            <a:ext cx="10972800" cy="5198136"/>
          </a:xfrm>
        </p:spPr>
        <p:txBody>
          <a:bodyPr/>
          <a:lstStyle/>
          <a:p>
            <a:pPr marL="1608138" indent="-531813">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marL="1608138" lvl="1" indent="-531813">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clocking ck1 @ (</a:t>
            </a:r>
            <a:r>
              <a:rPr lang="en-IN" sz="2400" dirty="0" err="1">
                <a:latin typeface="Times New Roman" panose="02020603050405020304" pitchFamily="18" charset="0"/>
                <a:cs typeface="Times New Roman" panose="02020603050405020304" pitchFamily="18" charset="0"/>
              </a:rPr>
              <a:t>posedge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1608138" lvl="1" indent="-531813">
              <a:buNone/>
            </a:pPr>
            <a:r>
              <a:rPr lang="en-IN" sz="2400" dirty="0">
                <a:latin typeface="Times New Roman" panose="02020603050405020304" pitchFamily="18" charset="0"/>
                <a:cs typeface="Times New Roman" panose="02020603050405020304" pitchFamily="18" charset="0"/>
              </a:rPr>
              <a:t>	default input #5ns output #2ns;</a:t>
            </a:r>
          </a:p>
          <a:p>
            <a:pPr marL="1608138" lvl="1" indent="-531813">
              <a:buNone/>
            </a:pPr>
            <a:r>
              <a:rPr lang="en-IN" sz="2400" dirty="0">
                <a:latin typeface="Times New Roman" panose="02020603050405020304" pitchFamily="18" charset="0"/>
                <a:cs typeface="Times New Roman" panose="02020603050405020304" pitchFamily="18" charset="0"/>
              </a:rPr>
              <a:t>	input data, valid, ready ;</a:t>
            </a:r>
          </a:p>
          <a:p>
            <a:pPr marL="1608138" lvl="1" indent="-531813">
              <a:buNone/>
            </a:pPr>
            <a:r>
              <a:rPr lang="en-IN" sz="2400" dirty="0">
                <a:latin typeface="Times New Roman" panose="02020603050405020304" pitchFamily="18" charset="0"/>
                <a:cs typeface="Times New Roman" panose="02020603050405020304" pitchFamily="18" charset="0"/>
              </a:rPr>
              <a:t>	output </a:t>
            </a:r>
            <a:r>
              <a:rPr lang="en-IN" sz="2400" dirty="0" err="1">
                <a:latin typeface="Times New Roman" panose="02020603050405020304" pitchFamily="18" charset="0"/>
                <a:cs typeface="Times New Roman" panose="02020603050405020304" pitchFamily="18" charset="0"/>
              </a:rPr>
              <a:t>negedge</a:t>
            </a:r>
            <a:r>
              <a:rPr lang="en-IN" sz="2400" dirty="0">
                <a:latin typeface="Times New Roman" panose="02020603050405020304" pitchFamily="18" charset="0"/>
                <a:cs typeface="Times New Roman" panose="02020603050405020304" pitchFamily="18" charset="0"/>
              </a:rPr>
              <a:t> grant;</a:t>
            </a:r>
          </a:p>
          <a:p>
            <a:pPr marL="1608138" lvl="1" indent="-531813">
              <a:buNone/>
            </a:pPr>
            <a:r>
              <a:rPr lang="en-IN" sz="2400" dirty="0">
                <a:latin typeface="Times New Roman" panose="02020603050405020304" pitchFamily="18" charset="0"/>
                <a:cs typeface="Times New Roman" panose="02020603050405020304" pitchFamily="18" charset="0"/>
              </a:rPr>
              <a:t>	input #1step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a:t>
            </a:r>
          </a:p>
          <a:p>
            <a:pPr marL="1608138" lvl="1" indent="-531813">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endclocking</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E98681-4B05-2D6D-79D5-27B9E9B0EFD8}"/>
              </a:ext>
            </a:extLst>
          </p:cNvPr>
          <p:cNvSpPr>
            <a:spLocks noGrp="1"/>
          </p:cNvSpPr>
          <p:nvPr>
            <p:ph type="dt" sz="half" idx="10"/>
          </p:nvPr>
        </p:nvSpPr>
        <p:spPr/>
        <p:txBody>
          <a:bodyPr/>
          <a:lstStyle/>
          <a:p>
            <a:fld id="{5F0C6040-C3C4-466C-A875-7DBB0974555A}" type="datetime1">
              <a:rPr lang="en-IN" smtClean="0"/>
              <a:pPr/>
              <a:t>31-10-2025</a:t>
            </a:fld>
            <a:endParaRPr lang="en-IN"/>
          </a:p>
        </p:txBody>
      </p:sp>
      <p:sp>
        <p:nvSpPr>
          <p:cNvPr id="5" name="Footer Placeholder 4">
            <a:extLst>
              <a:ext uri="{FF2B5EF4-FFF2-40B4-BE49-F238E27FC236}">
                <a16:creationId xmlns:a16="http://schemas.microsoft.com/office/drawing/2014/main" id="{03821DBB-28EC-32BB-5ADB-F6FC324E1C1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9FC8518-82F2-FE66-C94E-90697A960B38}"/>
              </a:ext>
            </a:extLst>
          </p:cNvPr>
          <p:cNvSpPr>
            <a:spLocks noGrp="1"/>
          </p:cNvSpPr>
          <p:nvPr>
            <p:ph type="sldNum" sz="quarter" idx="12"/>
          </p:nvPr>
        </p:nvSpPr>
        <p:spPr/>
        <p:txBody>
          <a:bodyPr/>
          <a:lstStyle/>
          <a:p>
            <a:fld id="{56BB8B7D-B437-4E80-9B4F-EB7501C8BBDD}" type="slidenum">
              <a:rPr lang="en-IN" smtClean="0"/>
              <a:pPr/>
              <a:t>143</a:t>
            </a:fld>
            <a:endParaRPr lang="en-IN"/>
          </a:p>
        </p:txBody>
      </p:sp>
    </p:spTree>
    <p:extLst>
      <p:ext uri="{BB962C8B-B14F-4D97-AF65-F5344CB8AC3E}">
        <p14:creationId xmlns:p14="http://schemas.microsoft.com/office/powerpoint/2010/main" val="268968260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EC26-2804-3616-7E13-807EFE635609}"/>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3BC1DF3F-A7BE-039E-4D76-6BFF912D86B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Note the following: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clocking block called </a:t>
            </a:r>
            <a:r>
              <a:rPr lang="en-US" sz="2400" dirty="0">
                <a:solidFill>
                  <a:srgbClr val="FF0000"/>
                </a:solidFill>
                <a:latin typeface="Times New Roman" panose="02020603050405020304" pitchFamily="18" charset="0"/>
                <a:cs typeface="Times New Roman" panose="02020603050405020304" pitchFamily="18" charset="0"/>
              </a:rPr>
              <a:t>ck1</a:t>
            </a:r>
            <a:r>
              <a:rPr lang="en-US" sz="2400" dirty="0">
                <a:latin typeface="Times New Roman" panose="02020603050405020304" pitchFamily="18" charset="0"/>
                <a:cs typeface="Times New Roman" panose="02020603050405020304" pitchFamily="18" charset="0"/>
              </a:rPr>
              <a:t> is created which will be active on the positive edge of </a:t>
            </a:r>
            <a:r>
              <a:rPr lang="en-US" sz="2400" dirty="0" err="1">
                <a:solidFill>
                  <a:srgbClr val="FF0000"/>
                </a:solidFill>
                <a:latin typeface="Times New Roman" panose="02020603050405020304" pitchFamily="18" charset="0"/>
                <a:cs typeface="Times New Roman" panose="02020603050405020304" pitchFamily="18" charset="0"/>
              </a:rPr>
              <a:t>clk</a:t>
            </a:r>
            <a:endParaRPr lang="en-US" sz="2400"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default, all input signals within the clocking block will be </a:t>
            </a:r>
            <a:r>
              <a:rPr lang="en-US" sz="2400" dirty="0">
                <a:solidFill>
                  <a:srgbClr val="FF0000"/>
                </a:solidFill>
                <a:latin typeface="Times New Roman" panose="02020603050405020304" pitchFamily="18" charset="0"/>
                <a:cs typeface="Times New Roman" panose="02020603050405020304" pitchFamily="18" charset="0"/>
              </a:rPr>
              <a:t>sampled 5ns before </a:t>
            </a:r>
            <a:r>
              <a:rPr lang="en-US" sz="2400" dirty="0">
                <a:latin typeface="Times New Roman" panose="02020603050405020304" pitchFamily="18" charset="0"/>
                <a:cs typeface="Times New Roman" panose="02020603050405020304" pitchFamily="18" charset="0"/>
              </a:rPr>
              <a:t>and all output signals within the clocking block will be </a:t>
            </a:r>
            <a:r>
              <a:rPr lang="en-US" sz="2400" dirty="0">
                <a:solidFill>
                  <a:srgbClr val="FF0000"/>
                </a:solidFill>
                <a:latin typeface="Times New Roman" panose="02020603050405020304" pitchFamily="18" charset="0"/>
                <a:cs typeface="Times New Roman" panose="02020603050405020304" pitchFamily="18" charset="0"/>
              </a:rPr>
              <a:t>driven 2ns after </a:t>
            </a:r>
            <a:r>
              <a:rPr lang="en-US" sz="2400" dirty="0">
                <a:latin typeface="Times New Roman" panose="02020603050405020304" pitchFamily="18" charset="0"/>
                <a:cs typeface="Times New Roman" panose="02020603050405020304" pitchFamily="18" charset="0"/>
              </a:rPr>
              <a:t>the positive edge of the clock clk.</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Data</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valid</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ready</a:t>
            </a:r>
            <a:r>
              <a:rPr lang="en-US" sz="2400" dirty="0">
                <a:latin typeface="Times New Roman" panose="02020603050405020304" pitchFamily="18" charset="0"/>
                <a:cs typeface="Times New Roman" panose="02020603050405020304" pitchFamily="18" charset="0"/>
              </a:rPr>
              <a:t> are declared as inputs to the block and hence will be sampled 5ns before the </a:t>
            </a:r>
            <a:r>
              <a:rPr lang="en-US" sz="2400" dirty="0" err="1">
                <a:latin typeface="Times New Roman" panose="02020603050405020304" pitchFamily="18" charset="0"/>
                <a:cs typeface="Times New Roman" panose="02020603050405020304" pitchFamily="18" charset="0"/>
              </a:rPr>
              <a:t>posedge</a:t>
            </a:r>
            <a:r>
              <a:rPr lang="en-US" sz="2400" dirty="0">
                <a:latin typeface="Times New Roman" panose="02020603050405020304" pitchFamily="18" charset="0"/>
                <a:cs typeface="Times New Roman" panose="02020603050405020304" pitchFamily="18" charset="0"/>
              </a:rPr>
              <a:t> of clk.</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Grant is an output signal to the block with its own time requirement. Here grant will be driven at the </a:t>
            </a:r>
            <a:r>
              <a:rPr lang="en-US" sz="2400" dirty="0" err="1">
                <a:latin typeface="Times New Roman" panose="02020603050405020304" pitchFamily="18" charset="0"/>
                <a:cs typeface="Times New Roman" panose="02020603050405020304" pitchFamily="18" charset="0"/>
              </a:rPr>
              <a:t>negedge</a:t>
            </a:r>
            <a:r>
              <a:rPr lang="en-US" sz="2400" dirty="0">
                <a:latin typeface="Times New Roman" panose="02020603050405020304" pitchFamily="18" charset="0"/>
                <a:cs typeface="Times New Roman" panose="02020603050405020304" pitchFamily="18" charset="0"/>
              </a:rPr>
              <a:t> of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instead of the default </a:t>
            </a:r>
            <a:r>
              <a:rPr lang="en-US" sz="2400" dirty="0" err="1">
                <a:latin typeface="Times New Roman" panose="02020603050405020304" pitchFamily="18" charset="0"/>
                <a:cs typeface="Times New Roman" panose="02020603050405020304" pitchFamily="18" charset="0"/>
              </a:rPr>
              <a:t>posedge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96D1E46-BAF2-8191-8B17-534073D9DE48}"/>
              </a:ext>
            </a:extLst>
          </p:cNvPr>
          <p:cNvSpPr>
            <a:spLocks noGrp="1"/>
          </p:cNvSpPr>
          <p:nvPr>
            <p:ph type="dt" sz="half" idx="10"/>
          </p:nvPr>
        </p:nvSpPr>
        <p:spPr/>
        <p:txBody>
          <a:bodyPr/>
          <a:lstStyle/>
          <a:p>
            <a:fld id="{22E36237-062E-492D-8D93-F6613A17020A}" type="datetime1">
              <a:rPr lang="en-IN" smtClean="0"/>
              <a:pPr/>
              <a:t>31-10-2025</a:t>
            </a:fld>
            <a:endParaRPr lang="en-IN"/>
          </a:p>
        </p:txBody>
      </p:sp>
      <p:sp>
        <p:nvSpPr>
          <p:cNvPr id="5" name="Footer Placeholder 4">
            <a:extLst>
              <a:ext uri="{FF2B5EF4-FFF2-40B4-BE49-F238E27FC236}">
                <a16:creationId xmlns:a16="http://schemas.microsoft.com/office/drawing/2014/main" id="{F1304DA2-6DD9-8C35-B4DB-AB7DD3DA66C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CDC3C64-BDDB-EE0C-8963-077363E526FC}"/>
              </a:ext>
            </a:extLst>
          </p:cNvPr>
          <p:cNvSpPr>
            <a:spLocks noGrp="1"/>
          </p:cNvSpPr>
          <p:nvPr>
            <p:ph type="sldNum" sz="quarter" idx="12"/>
          </p:nvPr>
        </p:nvSpPr>
        <p:spPr/>
        <p:txBody>
          <a:bodyPr/>
          <a:lstStyle/>
          <a:p>
            <a:fld id="{56BB8B7D-B437-4E80-9B4F-EB7501C8BBDD}" type="slidenum">
              <a:rPr lang="en-IN" smtClean="0"/>
              <a:pPr/>
              <a:t>144</a:t>
            </a:fld>
            <a:endParaRPr lang="en-IN"/>
          </a:p>
        </p:txBody>
      </p:sp>
    </p:spTree>
    <p:extLst>
      <p:ext uri="{BB962C8B-B14F-4D97-AF65-F5344CB8AC3E}">
        <p14:creationId xmlns:p14="http://schemas.microsoft.com/office/powerpoint/2010/main" val="6175920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31EF7-BA14-6463-949A-D9563CAF2DBE}"/>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E4489300-7504-D37B-CBB4-55BA6A3E28CA}"/>
              </a:ext>
            </a:extLst>
          </p:cNvPr>
          <p:cNvSpPr>
            <a:spLocks noGrp="1"/>
          </p:cNvSpPr>
          <p:nvPr>
            <p:ph idx="1"/>
          </p:nvPr>
        </p:nvSpPr>
        <p:spPr>
          <a:xfrm>
            <a:off x="609600" y="1600201"/>
            <a:ext cx="5599471" cy="4525963"/>
          </a:xfrm>
        </p:spPr>
        <p:txBody>
          <a:bodyPr/>
          <a:lstStyle/>
          <a:p>
            <a:pPr marL="0" indent="0">
              <a:buNone/>
            </a:pPr>
            <a:r>
              <a:rPr lang="en-IN" sz="2400" dirty="0">
                <a:latin typeface="Times New Roman" panose="02020603050405020304" pitchFamily="18" charset="0"/>
                <a:cs typeface="Times New Roman" panose="02020603050405020304" pitchFamily="18" charset="0"/>
              </a:rPr>
              <a:t>module des (input </a:t>
            </a:r>
            <a:r>
              <a:rPr lang="en-IN" sz="2400" dirty="0" err="1">
                <a:latin typeface="Times New Roman" panose="02020603050405020304" pitchFamily="18" charset="0"/>
                <a:cs typeface="Times New Roman" panose="02020603050405020304" pitchFamily="18" charset="0"/>
              </a:rPr>
              <a:t>req</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output reg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always @ (</a:t>
            </a:r>
            <a:r>
              <a:rPr lang="en-IN" sz="2400" dirty="0" err="1">
                <a:latin typeface="Times New Roman" panose="02020603050405020304" pitchFamily="18" charset="0"/>
                <a:cs typeface="Times New Roman" panose="02020603050405020304" pitchFamily="18" charset="0"/>
              </a:rPr>
              <a:t>posedge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if (</a:t>
            </a:r>
            <a:r>
              <a:rPr lang="en-IN" sz="2400" dirty="0" err="1">
                <a:latin typeface="Times New Roman" panose="02020603050405020304" pitchFamily="18" charset="0"/>
                <a:cs typeface="Times New Roman" panose="02020603050405020304" pitchFamily="18" charset="0"/>
              </a:rPr>
              <a:t>req</a:t>
            </a:r>
            <a:r>
              <a:rPr lang="en-IN" sz="2400" dirty="0">
                <a:latin typeface="Times New Roman" panose="02020603050405020304" pitchFamily="18" charset="0"/>
                <a:cs typeface="Times New Roman" panose="02020603050405020304" pitchFamily="18" charset="0"/>
              </a:rPr>
              <a:t>)</a:t>
            </a:r>
          </a:p>
          <a:p>
            <a:pPr marL="0" indent="0">
              <a:buNone/>
            </a:pP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&lt;= 1;</a:t>
            </a:r>
          </a:p>
          <a:p>
            <a:pPr marL="0" indent="0">
              <a:buNone/>
            </a:pPr>
            <a:r>
              <a:rPr lang="en-IN" sz="2400" dirty="0">
                <a:latin typeface="Times New Roman" panose="02020603050405020304" pitchFamily="18" charset="0"/>
                <a:cs typeface="Times New Roman" panose="02020603050405020304" pitchFamily="18" charset="0"/>
              </a:rPr>
              <a:t>else</a:t>
            </a:r>
          </a:p>
          <a:p>
            <a:pPr marL="0" indent="0">
              <a:buNone/>
            </a:pP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&lt;= 0;</a:t>
            </a:r>
          </a:p>
          <a:p>
            <a:pPr marL="0" indent="0">
              <a:buNone/>
            </a:pPr>
            <a:r>
              <a:rPr lang="en-IN"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09DD5AF-7B38-FB41-D741-245E3087DC1F}"/>
              </a:ext>
            </a:extLst>
          </p:cNvPr>
          <p:cNvSpPr>
            <a:spLocks noGrp="1"/>
          </p:cNvSpPr>
          <p:nvPr>
            <p:ph type="dt" sz="half" idx="10"/>
          </p:nvPr>
        </p:nvSpPr>
        <p:spPr/>
        <p:txBody>
          <a:bodyPr/>
          <a:lstStyle/>
          <a:p>
            <a:fld id="{A83A0570-6E60-40AA-80D7-B37C129869AA}" type="datetime1">
              <a:rPr lang="en-IN" smtClean="0"/>
              <a:pPr/>
              <a:t>31-10-2025</a:t>
            </a:fld>
            <a:endParaRPr lang="en-IN"/>
          </a:p>
        </p:txBody>
      </p:sp>
      <p:sp>
        <p:nvSpPr>
          <p:cNvPr id="6" name="Footer Placeholder 5">
            <a:extLst>
              <a:ext uri="{FF2B5EF4-FFF2-40B4-BE49-F238E27FC236}">
                <a16:creationId xmlns:a16="http://schemas.microsoft.com/office/drawing/2014/main" id="{B5B22C4D-C43E-77D6-7930-7C62FC302B30}"/>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82FD1DA-4335-E5DF-A09A-C68A5F573F14}"/>
              </a:ext>
            </a:extLst>
          </p:cNvPr>
          <p:cNvSpPr>
            <a:spLocks noGrp="1"/>
          </p:cNvSpPr>
          <p:nvPr>
            <p:ph type="sldNum" sz="quarter" idx="12"/>
          </p:nvPr>
        </p:nvSpPr>
        <p:spPr/>
        <p:txBody>
          <a:bodyPr/>
          <a:lstStyle/>
          <a:p>
            <a:fld id="{56BB8B7D-B437-4E80-9B4F-EB7501C8BBDD}" type="slidenum">
              <a:rPr lang="en-IN" smtClean="0"/>
              <a:pPr/>
              <a:t>145</a:t>
            </a:fld>
            <a:endParaRPr lang="en-IN"/>
          </a:p>
        </p:txBody>
      </p:sp>
      <p:sp>
        <p:nvSpPr>
          <p:cNvPr id="4" name="TextBox 3">
            <a:extLst>
              <a:ext uri="{FF2B5EF4-FFF2-40B4-BE49-F238E27FC236}">
                <a16:creationId xmlns:a16="http://schemas.microsoft.com/office/drawing/2014/main" id="{D5E796BA-2B07-1ED4-C025-B4A7193DDE0B}"/>
              </a:ext>
            </a:extLst>
          </p:cNvPr>
          <p:cNvSpPr txBox="1"/>
          <p:nvPr/>
        </p:nvSpPr>
        <p:spPr>
          <a:xfrm>
            <a:off x="6695768" y="1681316"/>
            <a:ext cx="4886632" cy="3046988"/>
          </a:xfrm>
          <a:prstGeom prst="rect">
            <a:avLst/>
          </a:prstGeom>
          <a:noFill/>
        </p:spPr>
        <p:txBody>
          <a:bodyPr wrap="square" rtlCol="0">
            <a:spAutoFit/>
          </a:bodyPr>
          <a:lstStyle/>
          <a:p>
            <a:pPr marL="0" indent="0">
              <a:buNone/>
            </a:pPr>
            <a:r>
              <a:rPr lang="en-IN" sz="2400" dirty="0">
                <a:latin typeface="Times New Roman" panose="02020603050405020304" pitchFamily="18" charset="0"/>
                <a:cs typeface="Times New Roman" panose="02020603050405020304" pitchFamily="18" charset="0"/>
              </a:rPr>
              <a:t>interface _if (input bit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logic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logic </a:t>
            </a:r>
            <a:r>
              <a:rPr lang="en-IN" sz="2400" dirty="0" err="1">
                <a:latin typeface="Times New Roman" panose="02020603050405020304" pitchFamily="18" charset="0"/>
                <a:cs typeface="Times New Roman" panose="02020603050405020304" pitchFamily="18" charset="0"/>
              </a:rPr>
              <a:t>req</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clocking </a:t>
            </a:r>
            <a:r>
              <a:rPr lang="en-IN" sz="2400" dirty="0" err="1">
                <a:latin typeface="Times New Roman" panose="02020603050405020304" pitchFamily="18" charset="0"/>
                <a:cs typeface="Times New Roman" panose="02020603050405020304" pitchFamily="18" charset="0"/>
              </a:rPr>
              <a:t>cb</a:t>
            </a:r>
            <a:r>
              <a:rPr lang="en-IN" sz="2400" dirty="0">
                <a:latin typeface="Times New Roman" panose="02020603050405020304" pitchFamily="18" charset="0"/>
                <a:cs typeface="Times New Roman" panose="02020603050405020304" pitchFamily="18" charset="0"/>
              </a:rPr>
              <a:t> @(posedge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input #1ns </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output #5 </a:t>
            </a:r>
            <a:r>
              <a:rPr lang="en-IN" sz="2400" dirty="0" err="1">
                <a:latin typeface="Times New Roman" panose="02020603050405020304" pitchFamily="18" charset="0"/>
                <a:cs typeface="Times New Roman" panose="02020603050405020304" pitchFamily="18" charset="0"/>
              </a:rPr>
              <a:t>req</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endclocking</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err="1">
                <a:latin typeface="Times New Roman" panose="02020603050405020304" pitchFamily="18" charset="0"/>
                <a:cs typeface="Times New Roman" panose="02020603050405020304" pitchFamily="18" charset="0"/>
              </a:rPr>
              <a:t>endinterface</a:t>
            </a:r>
            <a:endParaRPr lang="en-IN" sz="2400" dirty="0"/>
          </a:p>
        </p:txBody>
      </p:sp>
    </p:spTree>
    <p:extLst>
      <p:ext uri="{BB962C8B-B14F-4D97-AF65-F5344CB8AC3E}">
        <p14:creationId xmlns:p14="http://schemas.microsoft.com/office/powerpoint/2010/main" val="1526851358"/>
      </p:ext>
    </p:extLst>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60CB1-0FEA-C6AC-3691-2899B2EA3CFE}"/>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Interface</a:t>
            </a:r>
            <a:endParaRPr lang="en-IN" dirty="0"/>
          </a:p>
        </p:txBody>
      </p:sp>
      <p:sp>
        <p:nvSpPr>
          <p:cNvPr id="3" name="Content Placeholder 2">
            <a:extLst>
              <a:ext uri="{FF2B5EF4-FFF2-40B4-BE49-F238E27FC236}">
                <a16:creationId xmlns:a16="http://schemas.microsoft.com/office/drawing/2014/main" id="{92216206-76F5-E597-4AC0-B7507ED9641B}"/>
              </a:ext>
            </a:extLst>
          </p:cNvPr>
          <p:cNvSpPr>
            <a:spLocks noGrp="1"/>
          </p:cNvSpPr>
          <p:nvPr>
            <p:ph idx="1"/>
          </p:nvPr>
        </p:nvSpPr>
        <p:spPr>
          <a:xfrm>
            <a:off x="609600" y="1600201"/>
            <a:ext cx="4050890" cy="4525963"/>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module tb; </a:t>
            </a:r>
          </a:p>
          <a:p>
            <a:pPr marL="0" indent="0">
              <a:buNone/>
            </a:pPr>
            <a:r>
              <a:rPr lang="en-IN" sz="2400" dirty="0">
                <a:latin typeface="Times New Roman" panose="02020603050405020304" pitchFamily="18" charset="0"/>
                <a:cs typeface="Times New Roman" panose="02020603050405020304" pitchFamily="18" charset="0"/>
              </a:rPr>
              <a:t>bit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always #10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initial begin </a:t>
            </a:r>
          </a:p>
          <a:p>
            <a:pPr marL="0" indent="0">
              <a:buNone/>
            </a:pP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&lt;= 0;</a:t>
            </a:r>
          </a:p>
          <a:p>
            <a:pPr marL="0" indent="0">
              <a:buNone/>
            </a:pPr>
            <a:r>
              <a:rPr lang="en-IN" sz="2400" dirty="0">
                <a:latin typeface="Times New Roman" panose="02020603050405020304" pitchFamily="18" charset="0"/>
                <a:cs typeface="Times New Roman" panose="02020603050405020304" pitchFamily="18" charset="0"/>
              </a:rPr>
              <a:t>if0.cb.req &lt;= 0; </a:t>
            </a:r>
          </a:p>
          <a:p>
            <a:pPr marL="0" indent="0">
              <a:buNone/>
            </a:pPr>
            <a:r>
              <a:rPr lang="en-IN" sz="2400" dirty="0">
                <a:latin typeface="Times New Roman" panose="02020603050405020304" pitchFamily="18" charset="0"/>
                <a:cs typeface="Times New Roman" panose="02020603050405020304" pitchFamily="18" charset="0"/>
              </a:rPr>
              <a:t>end</a:t>
            </a:r>
          </a:p>
          <a:p>
            <a:pPr marL="0" indent="0">
              <a:buNone/>
            </a:pPr>
            <a:r>
              <a:rPr lang="en-IN" sz="2400" dirty="0">
                <a:latin typeface="Times New Roman" panose="02020603050405020304" pitchFamily="18" charset="0"/>
                <a:cs typeface="Times New Roman" panose="02020603050405020304" pitchFamily="18" charset="0"/>
              </a:rPr>
              <a:t>_if if0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des d0 (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req</a:t>
            </a:r>
            <a:r>
              <a:rPr lang="en-IN" sz="2400" dirty="0">
                <a:latin typeface="Times New Roman" panose="02020603050405020304" pitchFamily="18" charset="0"/>
                <a:cs typeface="Times New Roman" panose="02020603050405020304" pitchFamily="18" charset="0"/>
              </a:rPr>
              <a:t> (if0.req),</a:t>
            </a:r>
          </a:p>
          <a:p>
            <a:pPr marL="0" indent="0">
              <a:buNone/>
            </a:pP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gnt</a:t>
            </a:r>
            <a:r>
              <a:rPr lang="en-IN" sz="2400" dirty="0">
                <a:latin typeface="Times New Roman" panose="02020603050405020304" pitchFamily="18" charset="0"/>
                <a:cs typeface="Times New Roman" panose="02020603050405020304" pitchFamily="18" charset="0"/>
              </a:rPr>
              <a:t> (if0.gnt));</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385DDA9B-6790-72F4-6955-72950FED73C3}"/>
              </a:ext>
            </a:extLst>
          </p:cNvPr>
          <p:cNvSpPr>
            <a:spLocks noGrp="1"/>
          </p:cNvSpPr>
          <p:nvPr>
            <p:ph type="dt" sz="half" idx="10"/>
          </p:nvPr>
        </p:nvSpPr>
        <p:spPr/>
        <p:txBody>
          <a:bodyPr/>
          <a:lstStyle/>
          <a:p>
            <a:fld id="{E96C9D1A-A936-4EA5-96F1-09015A87D78F}" type="datetime1">
              <a:rPr lang="en-IN" smtClean="0"/>
              <a:pPr/>
              <a:t>31-10-2025</a:t>
            </a:fld>
            <a:endParaRPr lang="en-IN"/>
          </a:p>
        </p:txBody>
      </p:sp>
      <p:sp>
        <p:nvSpPr>
          <p:cNvPr id="6" name="Footer Placeholder 5">
            <a:extLst>
              <a:ext uri="{FF2B5EF4-FFF2-40B4-BE49-F238E27FC236}">
                <a16:creationId xmlns:a16="http://schemas.microsoft.com/office/drawing/2014/main" id="{06525A2B-C28F-90D9-850B-CA24FD2AC14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1C4D485-767E-AA5B-E2DD-CD892C44CEAF}"/>
              </a:ext>
            </a:extLst>
          </p:cNvPr>
          <p:cNvSpPr>
            <a:spLocks noGrp="1"/>
          </p:cNvSpPr>
          <p:nvPr>
            <p:ph type="sldNum" sz="quarter" idx="12"/>
          </p:nvPr>
        </p:nvSpPr>
        <p:spPr/>
        <p:txBody>
          <a:bodyPr/>
          <a:lstStyle/>
          <a:p>
            <a:fld id="{56BB8B7D-B437-4E80-9B4F-EB7501C8BBDD}" type="slidenum">
              <a:rPr lang="en-IN" smtClean="0"/>
              <a:pPr/>
              <a:t>146</a:t>
            </a:fld>
            <a:endParaRPr lang="en-IN"/>
          </a:p>
        </p:txBody>
      </p:sp>
      <p:sp>
        <p:nvSpPr>
          <p:cNvPr id="4" name="TextBox 3">
            <a:extLst>
              <a:ext uri="{FF2B5EF4-FFF2-40B4-BE49-F238E27FC236}">
                <a16:creationId xmlns:a16="http://schemas.microsoft.com/office/drawing/2014/main" id="{61BA3D42-2AEF-7C48-5219-B981B939EB90}"/>
              </a:ext>
            </a:extLst>
          </p:cNvPr>
          <p:cNvSpPr txBox="1"/>
          <p:nvPr/>
        </p:nvSpPr>
        <p:spPr>
          <a:xfrm>
            <a:off x="5383161" y="1592826"/>
            <a:ext cx="6002594"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initial begin</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dumpfile</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clocking.vcd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dumpvars</a:t>
            </a:r>
            <a:r>
              <a:rPr lang="en-IN" sz="2400" dirty="0">
                <a:latin typeface="Times New Roman" panose="02020603050405020304" pitchFamily="18" charset="0"/>
                <a:cs typeface="Times New Roman" panose="02020603050405020304" pitchFamily="18" charset="0"/>
              </a:rPr>
              <a:t>(3,tb);</a:t>
            </a:r>
          </a:p>
          <a:p>
            <a:r>
              <a:rPr lang="en-IN" sz="2400" dirty="0">
                <a:latin typeface="Times New Roman" panose="02020603050405020304" pitchFamily="18" charset="0"/>
                <a:cs typeface="Times New Roman" panose="02020603050405020304" pitchFamily="18" charset="0"/>
              </a:rPr>
              <a:t>for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0;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10;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begin </a:t>
            </a:r>
          </a:p>
          <a:p>
            <a:r>
              <a:rPr lang="en-IN" sz="2400" dirty="0">
                <a:latin typeface="Times New Roman" panose="02020603050405020304" pitchFamily="18" charset="0"/>
                <a:cs typeface="Times New Roman" panose="02020603050405020304" pitchFamily="18" charset="0"/>
              </a:rPr>
              <a:t>  static  bit[3:0] delay = $random;</a:t>
            </a:r>
          </a:p>
          <a:p>
            <a:r>
              <a:rPr lang="en-IN" sz="2400" dirty="0">
                <a:latin typeface="Times New Roman" panose="02020603050405020304" pitchFamily="18" charset="0"/>
                <a:cs typeface="Times New Roman" panose="02020603050405020304" pitchFamily="18" charset="0"/>
              </a:rPr>
              <a:t>repeat (delay) @(posedge if0.clk); </a:t>
            </a:r>
          </a:p>
          <a:p>
            <a:r>
              <a:rPr lang="en-IN" sz="2400" dirty="0">
                <a:latin typeface="Times New Roman" panose="02020603050405020304" pitchFamily="18" charset="0"/>
                <a:cs typeface="Times New Roman" panose="02020603050405020304" pitchFamily="18" charset="0"/>
              </a:rPr>
              <a:t>if0.cb.req &lt;= ~ if0.cb.req;</a:t>
            </a:r>
          </a:p>
          <a:p>
            <a:r>
              <a:rPr lang="en-IN" sz="2400" dirty="0">
                <a:latin typeface="Times New Roman" panose="02020603050405020304" pitchFamily="18" charset="0"/>
                <a:cs typeface="Times New Roman" panose="02020603050405020304" pitchFamily="18" charset="0"/>
              </a:rPr>
              <a:t>end</a:t>
            </a:r>
          </a:p>
          <a:p>
            <a:r>
              <a:rPr lang="en-IN" sz="2400" dirty="0">
                <a:latin typeface="Times New Roman" panose="02020603050405020304" pitchFamily="18" charset="0"/>
                <a:cs typeface="Times New Roman" panose="02020603050405020304" pitchFamily="18" charset="0"/>
              </a:rPr>
              <a:t>#20 $finish; </a:t>
            </a:r>
          </a:p>
          <a:p>
            <a:r>
              <a:rPr lang="en-IN" sz="2400" dirty="0">
                <a:latin typeface="Times New Roman" panose="02020603050405020304" pitchFamily="18" charset="0"/>
                <a:cs typeface="Times New Roman" panose="02020603050405020304" pitchFamily="18" charset="0"/>
              </a:rPr>
              <a:t>end</a:t>
            </a:r>
          </a:p>
          <a:p>
            <a:r>
              <a:rPr lang="en-IN"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467476201"/>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C9F5A-2A87-4C65-A83C-92D4462E0861}"/>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Class</a:t>
            </a:r>
          </a:p>
        </p:txBody>
      </p:sp>
      <p:sp>
        <p:nvSpPr>
          <p:cNvPr id="3" name="Content Placeholder 2">
            <a:extLst>
              <a:ext uri="{FF2B5EF4-FFF2-40B4-BE49-F238E27FC236}">
                <a16:creationId xmlns:a16="http://schemas.microsoft.com/office/drawing/2014/main" id="{041198CC-3637-BD57-AF13-A36B3B92F347}"/>
              </a:ext>
            </a:extLst>
          </p:cNvPr>
          <p:cNvSpPr>
            <a:spLocks noGrp="1"/>
          </p:cNvSpPr>
          <p:nvPr>
            <p:ph idx="1"/>
          </p:nvPr>
        </p:nvSpPr>
        <p:spPr/>
        <p:txBody>
          <a:bodyPr/>
          <a:lstStyle/>
          <a:p>
            <a:pPr algn="just">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What are classes ?</a:t>
            </a:r>
          </a:p>
          <a:p>
            <a:pPr lvl="1"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 is a </a:t>
            </a:r>
            <a:r>
              <a:rPr lang="en-US" sz="2400" dirty="0">
                <a:solidFill>
                  <a:srgbClr val="FF0000"/>
                </a:solidFill>
                <a:latin typeface="Times New Roman" panose="02020603050405020304" pitchFamily="18" charset="0"/>
                <a:cs typeface="Times New Roman" panose="02020603050405020304" pitchFamily="18" charset="0"/>
              </a:rPr>
              <a:t>user-defined datatype</a:t>
            </a:r>
            <a:r>
              <a:rPr lang="en-US" sz="2400" dirty="0">
                <a:latin typeface="Times New Roman" panose="02020603050405020304" pitchFamily="18" charset="0"/>
                <a:cs typeface="Times New Roman" panose="02020603050405020304" pitchFamily="18" charset="0"/>
              </a:rPr>
              <a:t>, an </a:t>
            </a:r>
            <a:r>
              <a:rPr lang="en-US" sz="2400" dirty="0">
                <a:solidFill>
                  <a:srgbClr val="FF0000"/>
                </a:solidFill>
                <a:latin typeface="Times New Roman" panose="02020603050405020304" pitchFamily="18" charset="0"/>
                <a:cs typeface="Times New Roman" panose="02020603050405020304" pitchFamily="18" charset="0"/>
              </a:rPr>
              <a:t>OOP construct</a:t>
            </a:r>
            <a:r>
              <a:rPr lang="en-US" sz="2400" dirty="0">
                <a:latin typeface="Times New Roman" panose="02020603050405020304" pitchFamily="18" charset="0"/>
                <a:cs typeface="Times New Roman" panose="02020603050405020304" pitchFamily="18" charset="0"/>
              </a:rPr>
              <a:t>, that can be used to encapsulate data (property) and tasks/functions (methods) which operate on the data.</a:t>
            </a:r>
          </a:p>
          <a:p>
            <a:pPr lvl="1"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Functions and tasks are called as methods; both are members of the  class. classes allow objects to be dynamically created, deleted, assigned and accessed via object handles.</a:t>
            </a:r>
          </a:p>
          <a:p>
            <a:pPr lvl="1" algn="just">
              <a:buFont typeface="Wingdings" panose="05000000000000000000" pitchFamily="2" charset="2"/>
              <a:buChar char="Ø"/>
            </a:pPr>
            <a:r>
              <a:rPr lang="en-US" sz="2400" dirty="0"/>
              <a:t>It is essential for building reusable, modular, and efficient testbenches. </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2400" dirty="0"/>
              <a:t>Multiple objects can be created from a single class, each with its own unique data.</a:t>
            </a: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F02B75-A92E-ED0F-014E-C4516C1F3599}"/>
              </a:ext>
            </a:extLst>
          </p:cNvPr>
          <p:cNvSpPr>
            <a:spLocks noGrp="1"/>
          </p:cNvSpPr>
          <p:nvPr>
            <p:ph type="dt" sz="half" idx="10"/>
          </p:nvPr>
        </p:nvSpPr>
        <p:spPr/>
        <p:txBody>
          <a:bodyPr/>
          <a:lstStyle/>
          <a:p>
            <a:fld id="{DBC81A9C-EAE2-4BD2-9B02-87CD4DA5A502}" type="datetime1">
              <a:rPr lang="en-IN" smtClean="0"/>
              <a:pPr/>
              <a:t>31-10-2025</a:t>
            </a:fld>
            <a:endParaRPr lang="en-IN"/>
          </a:p>
        </p:txBody>
      </p:sp>
      <p:sp>
        <p:nvSpPr>
          <p:cNvPr id="5" name="Footer Placeholder 4">
            <a:extLst>
              <a:ext uri="{FF2B5EF4-FFF2-40B4-BE49-F238E27FC236}">
                <a16:creationId xmlns:a16="http://schemas.microsoft.com/office/drawing/2014/main" id="{CA495942-DB35-4A78-FEE1-0C374198912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9447874-C853-7AF7-410E-8C4FD26B38BE}"/>
              </a:ext>
            </a:extLst>
          </p:cNvPr>
          <p:cNvSpPr>
            <a:spLocks noGrp="1"/>
          </p:cNvSpPr>
          <p:nvPr>
            <p:ph type="sldNum" sz="quarter" idx="12"/>
          </p:nvPr>
        </p:nvSpPr>
        <p:spPr/>
        <p:txBody>
          <a:bodyPr/>
          <a:lstStyle/>
          <a:p>
            <a:fld id="{56BB8B7D-B437-4E80-9B4F-EB7501C8BBDD}" type="slidenum">
              <a:rPr lang="en-IN" smtClean="0"/>
              <a:pPr/>
              <a:t>147</a:t>
            </a:fld>
            <a:endParaRPr lang="en-IN"/>
          </a:p>
        </p:txBody>
      </p:sp>
    </p:spTree>
    <p:extLst>
      <p:ext uri="{BB962C8B-B14F-4D97-AF65-F5344CB8AC3E}">
        <p14:creationId xmlns:p14="http://schemas.microsoft.com/office/powerpoint/2010/main" val="11955518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B6AF8-0B78-8B16-0320-2DB312D627A6}"/>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Class</a:t>
            </a:r>
            <a:endParaRPr lang="en-IN" sz="3600" dirty="0"/>
          </a:p>
        </p:txBody>
      </p:sp>
      <p:sp>
        <p:nvSpPr>
          <p:cNvPr id="3" name="Content Placeholder 2">
            <a:extLst>
              <a:ext uri="{FF2B5EF4-FFF2-40B4-BE49-F238E27FC236}">
                <a16:creationId xmlns:a16="http://schemas.microsoft.com/office/drawing/2014/main" id="{07815539-703E-280A-4572-D61F7C355955}"/>
              </a:ext>
            </a:extLst>
          </p:cNvPr>
          <p:cNvSpPr>
            <a:spLocks noGrp="1"/>
          </p:cNvSpPr>
          <p:nvPr>
            <p:ph idx="1"/>
          </p:nvPr>
        </p:nvSpPr>
        <p:spPr/>
        <p:txBody>
          <a:bodyPr/>
          <a:lstStyle/>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8064A2">
                    <a:lumMod val="75000"/>
                  </a:srgbClr>
                </a:solidFill>
                <a:effectLst/>
                <a:uLnTx/>
                <a:uFillTx/>
                <a:latin typeface="Times New Roman" panose="02020603050405020304" pitchFamily="18" charset="0"/>
                <a:ea typeface="+mn-ea"/>
                <a:cs typeface="Times New Roman" panose="02020603050405020304" pitchFamily="18" charset="0"/>
              </a:rPr>
              <a:t>Here's an example:</a:t>
            </a:r>
          </a:p>
          <a:p>
            <a:pPr marL="914400" marR="0" lvl="2"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class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sv_class</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14400" marR="0" lvl="2"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 x;</a:t>
            </a:r>
          </a:p>
          <a:p>
            <a:pPr marL="914400" marR="0" lvl="2"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task set(int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14400" marR="0" lvl="2"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x =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14400" marR="0" lvl="2"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endtask</a:t>
            </a:r>
            <a:endParaRPr lang="en-US" sz="2400" dirty="0">
              <a:latin typeface="Times New Roman" panose="02020603050405020304" pitchFamily="18" charset="0"/>
              <a:cs typeface="Times New Roman" panose="02020603050405020304" pitchFamily="18" charset="0"/>
            </a:endParaRPr>
          </a:p>
          <a:p>
            <a:pPr marL="857250" lvl="2" indent="0">
              <a:buNone/>
            </a:pPr>
            <a:r>
              <a:rPr lang="en-US" dirty="0">
                <a:latin typeface="Times New Roman" panose="02020603050405020304" pitchFamily="18" charset="0"/>
                <a:cs typeface="Times New Roman" panose="02020603050405020304" pitchFamily="18" charset="0"/>
              </a:rPr>
              <a:t>function int get();</a:t>
            </a:r>
          </a:p>
          <a:p>
            <a:pPr marL="857250" lvl="2" indent="0">
              <a:buNone/>
            </a:pPr>
            <a:r>
              <a:rPr lang="en-US" dirty="0">
                <a:latin typeface="Times New Roman" panose="02020603050405020304" pitchFamily="18" charset="0"/>
                <a:cs typeface="Times New Roman" panose="02020603050405020304" pitchFamily="18" charset="0"/>
              </a:rPr>
              <a:t>return x;</a:t>
            </a:r>
          </a:p>
          <a:p>
            <a:pPr marL="857250" lvl="2" indent="0">
              <a:buNone/>
            </a:pPr>
            <a:r>
              <a:rPr lang="en-US" dirty="0" err="1">
                <a:latin typeface="Times New Roman" panose="02020603050405020304" pitchFamily="18" charset="0"/>
                <a:cs typeface="Times New Roman" panose="02020603050405020304" pitchFamily="18" charset="0"/>
              </a:rPr>
              <a:t>endfunction</a:t>
            </a:r>
            <a:endParaRPr lang="en-US" dirty="0">
              <a:latin typeface="Times New Roman" panose="02020603050405020304" pitchFamily="18" charset="0"/>
              <a:cs typeface="Times New Roman" panose="02020603050405020304" pitchFamily="18" charset="0"/>
            </a:endParaRPr>
          </a:p>
          <a:p>
            <a:pPr marL="857250" lvl="2" indent="0">
              <a:buNone/>
            </a:pPr>
            <a:r>
              <a:rPr lang="en-US" dirty="0" err="1">
                <a:latin typeface="Times New Roman" panose="02020603050405020304" pitchFamily="18" charset="0"/>
                <a:cs typeface="Times New Roman" panose="02020603050405020304" pitchFamily="18" charset="0"/>
              </a:rPr>
              <a:t>endclass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E8A1D20-D25E-EB0E-5332-43FD4C8B2B5B}"/>
              </a:ext>
            </a:extLst>
          </p:cNvPr>
          <p:cNvSpPr>
            <a:spLocks noGrp="1"/>
          </p:cNvSpPr>
          <p:nvPr>
            <p:ph type="dt" sz="half" idx="10"/>
          </p:nvPr>
        </p:nvSpPr>
        <p:spPr/>
        <p:txBody>
          <a:bodyPr/>
          <a:lstStyle/>
          <a:p>
            <a:fld id="{91A40406-153B-479D-861F-2A3031A574B3}" type="datetime1">
              <a:rPr lang="en-IN" smtClean="0"/>
              <a:pPr/>
              <a:t>31-10-2025</a:t>
            </a:fld>
            <a:endParaRPr lang="en-IN"/>
          </a:p>
        </p:txBody>
      </p:sp>
      <p:sp>
        <p:nvSpPr>
          <p:cNvPr id="5" name="Footer Placeholder 4">
            <a:extLst>
              <a:ext uri="{FF2B5EF4-FFF2-40B4-BE49-F238E27FC236}">
                <a16:creationId xmlns:a16="http://schemas.microsoft.com/office/drawing/2014/main" id="{9BB85710-5253-1F1A-C959-A36A2BAE791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8EBF2C8-2AD2-C096-A1CA-CAF631E7607C}"/>
              </a:ext>
            </a:extLst>
          </p:cNvPr>
          <p:cNvSpPr>
            <a:spLocks noGrp="1"/>
          </p:cNvSpPr>
          <p:nvPr>
            <p:ph type="sldNum" sz="quarter" idx="12"/>
          </p:nvPr>
        </p:nvSpPr>
        <p:spPr/>
        <p:txBody>
          <a:bodyPr/>
          <a:lstStyle/>
          <a:p>
            <a:fld id="{56BB8B7D-B437-4E80-9B4F-EB7501C8BBDD}" type="slidenum">
              <a:rPr lang="en-IN" smtClean="0"/>
              <a:pPr/>
              <a:t>148</a:t>
            </a:fld>
            <a:endParaRPr lang="en-IN"/>
          </a:p>
        </p:txBody>
      </p:sp>
    </p:spTree>
    <p:extLst>
      <p:ext uri="{BB962C8B-B14F-4D97-AF65-F5344CB8AC3E}">
        <p14:creationId xmlns:p14="http://schemas.microsoft.com/office/powerpoint/2010/main" val="2083418922"/>
      </p:ext>
    </p:extLst>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DE964-C2C1-D058-EC38-C32363AEE58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0FE9A17D-BE58-FD6F-6ABF-0926B002530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Class declaration/Class Instance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 we know the class is a </a:t>
            </a:r>
            <a:r>
              <a:rPr lang="en-US" sz="2400" dirty="0">
                <a:solidFill>
                  <a:srgbClr val="FF0000"/>
                </a:solidFill>
                <a:latin typeface="Times New Roman" panose="02020603050405020304" pitchFamily="18" charset="0"/>
                <a:cs typeface="Times New Roman" panose="02020603050405020304" pitchFamily="18" charset="0"/>
              </a:rPr>
              <a:t>data type</a:t>
            </a:r>
            <a:r>
              <a:rPr lang="en-US" sz="2400" dirty="0">
                <a:latin typeface="Times New Roman" panose="02020603050405020304" pitchFamily="18" charset="0"/>
                <a:cs typeface="Times New Roman" panose="02020603050405020304" pitchFamily="18" charset="0"/>
              </a:rPr>
              <a:t>, Declaring class type variable is similar to declaring other variables.</a:t>
            </a:r>
          </a:p>
          <a:p>
            <a:pPr lvl="1">
              <a:buFont typeface="Wingdings" panose="05000000000000000000" pitchFamily="2" charset="2"/>
              <a:buChar char="Ø"/>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IN" dirty="0" err="1">
                <a:solidFill>
                  <a:schemeClr val="accent5">
                    <a:lumMod val="75000"/>
                  </a:schemeClr>
                </a:solidFill>
                <a:latin typeface="Times New Roman" panose="02020603050405020304" pitchFamily="18" charset="0"/>
                <a:cs typeface="Times New Roman" panose="02020603050405020304" pitchFamily="18" charset="0"/>
              </a:rPr>
              <a:t>sv_class</a:t>
            </a:r>
            <a:r>
              <a:rPr lang="en-IN" dirty="0">
                <a:solidFill>
                  <a:schemeClr val="accent5">
                    <a:lumMod val="75000"/>
                  </a:schemeClr>
                </a:solidFill>
                <a:latin typeface="Times New Roman" panose="02020603050405020304" pitchFamily="18" charset="0"/>
                <a:cs typeface="Times New Roman" panose="02020603050405020304" pitchFamily="18" charset="0"/>
              </a:rPr>
              <a:t> </a:t>
            </a:r>
            <a:r>
              <a:rPr lang="en-IN" dirty="0">
                <a:solidFill>
                  <a:schemeClr val="accent4">
                    <a:lumMod val="75000"/>
                  </a:schemeClr>
                </a:solidFill>
                <a:latin typeface="Times New Roman" panose="02020603050405020304" pitchFamily="18" charset="0"/>
                <a:cs typeface="Times New Roman" panose="02020603050405020304" pitchFamily="18" charset="0"/>
              </a:rPr>
              <a:t>class_1</a:t>
            </a:r>
            <a:r>
              <a:rPr lang="en-IN"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above statement shows the declaration of variable </a:t>
            </a:r>
            <a:r>
              <a:rPr lang="en-US" dirty="0">
                <a:solidFill>
                  <a:schemeClr val="accent4">
                    <a:lumMod val="75000"/>
                  </a:schemeClr>
                </a:solidFill>
                <a:latin typeface="Times New Roman" panose="02020603050405020304" pitchFamily="18" charset="0"/>
                <a:cs typeface="Times New Roman" panose="02020603050405020304" pitchFamily="18" charset="0"/>
              </a:rPr>
              <a:t>class_1 </a:t>
            </a:r>
            <a:r>
              <a:rPr lang="en-US" dirty="0">
                <a:latin typeface="Times New Roman" panose="02020603050405020304" pitchFamily="18" charset="0"/>
                <a:cs typeface="Times New Roman" panose="02020603050405020304" pitchFamily="18" charset="0"/>
              </a:rPr>
              <a:t>with the type </a:t>
            </a:r>
            <a:r>
              <a:rPr lang="en-US" dirty="0" err="1">
                <a:solidFill>
                  <a:schemeClr val="accent5">
                    <a:lumMod val="75000"/>
                  </a:schemeClr>
                </a:solidFill>
                <a:latin typeface="Times New Roman" panose="02020603050405020304" pitchFamily="18" charset="0"/>
                <a:cs typeface="Times New Roman" panose="02020603050405020304" pitchFamily="18" charset="0"/>
              </a:rPr>
              <a:t>sv_class</a:t>
            </a:r>
            <a:r>
              <a:rPr lang="en-US" dirty="0">
                <a:solidFill>
                  <a:schemeClr val="accent5">
                    <a:lumMod val="75000"/>
                  </a:schemeClr>
                </a:solidFill>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other words, variable </a:t>
            </a:r>
            <a:r>
              <a:rPr lang="en-US" dirty="0">
                <a:solidFill>
                  <a:schemeClr val="accent4">
                    <a:lumMod val="75000"/>
                  </a:schemeClr>
                </a:solidFill>
                <a:latin typeface="Times New Roman" panose="02020603050405020304" pitchFamily="18" charset="0"/>
                <a:cs typeface="Times New Roman" panose="02020603050405020304" pitchFamily="18" charset="0"/>
              </a:rPr>
              <a:t>class_1 </a:t>
            </a:r>
            <a:r>
              <a:rPr lang="en-US" dirty="0">
                <a:latin typeface="Times New Roman" panose="02020603050405020304" pitchFamily="18" charset="0"/>
                <a:cs typeface="Times New Roman" panose="02020603050405020304" pitchFamily="18" charset="0"/>
              </a:rPr>
              <a:t>can contain a handle to an instance of the class </a:t>
            </a:r>
            <a:r>
              <a:rPr lang="en-US" dirty="0" err="1">
                <a:solidFill>
                  <a:schemeClr val="accent5">
                    <a:lumMod val="75000"/>
                  </a:schemeClr>
                </a:solidFill>
                <a:latin typeface="Times New Roman" panose="02020603050405020304" pitchFamily="18" charset="0"/>
                <a:cs typeface="Times New Roman" panose="02020603050405020304" pitchFamily="18" charset="0"/>
              </a:rPr>
              <a:t>sv_class</a:t>
            </a:r>
            <a:r>
              <a:rPr lang="en-US" dirty="0">
                <a:solidFill>
                  <a:schemeClr val="accent5">
                    <a:lumMod val="75000"/>
                  </a:schemeClr>
                </a:solidFill>
                <a:latin typeface="Times New Roman" panose="02020603050405020304" pitchFamily="18" charset="0"/>
                <a:cs typeface="Times New Roman" panose="02020603050405020304" pitchFamily="18" charset="0"/>
              </a:rPr>
              <a:t>.</a:t>
            </a:r>
          </a:p>
        </p:txBody>
      </p:sp>
      <p:sp>
        <p:nvSpPr>
          <p:cNvPr id="4" name="Date Placeholder 3">
            <a:extLst>
              <a:ext uri="{FF2B5EF4-FFF2-40B4-BE49-F238E27FC236}">
                <a16:creationId xmlns:a16="http://schemas.microsoft.com/office/drawing/2014/main" id="{4A8E2C14-4762-2951-EF6E-FFAA582A0ED1}"/>
              </a:ext>
            </a:extLst>
          </p:cNvPr>
          <p:cNvSpPr>
            <a:spLocks noGrp="1"/>
          </p:cNvSpPr>
          <p:nvPr>
            <p:ph type="dt" sz="half" idx="10"/>
          </p:nvPr>
        </p:nvSpPr>
        <p:spPr/>
        <p:txBody>
          <a:bodyPr/>
          <a:lstStyle/>
          <a:p>
            <a:fld id="{A84C231B-E8C9-402C-8A01-471884947C0E}" type="datetime1">
              <a:rPr lang="en-IN" smtClean="0"/>
              <a:pPr/>
              <a:t>31-10-2025</a:t>
            </a:fld>
            <a:endParaRPr lang="en-IN"/>
          </a:p>
        </p:txBody>
      </p:sp>
      <p:sp>
        <p:nvSpPr>
          <p:cNvPr id="5" name="Footer Placeholder 4">
            <a:extLst>
              <a:ext uri="{FF2B5EF4-FFF2-40B4-BE49-F238E27FC236}">
                <a16:creationId xmlns:a16="http://schemas.microsoft.com/office/drawing/2014/main" id="{3F606B42-1E9E-ACCE-CA9D-80BFE947E88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9507200-9F24-4A1A-1C8C-F26747FA4E1E}"/>
              </a:ext>
            </a:extLst>
          </p:cNvPr>
          <p:cNvSpPr>
            <a:spLocks noGrp="1"/>
          </p:cNvSpPr>
          <p:nvPr>
            <p:ph type="sldNum" sz="quarter" idx="12"/>
          </p:nvPr>
        </p:nvSpPr>
        <p:spPr/>
        <p:txBody>
          <a:bodyPr/>
          <a:lstStyle/>
          <a:p>
            <a:fld id="{56BB8B7D-B437-4E80-9B4F-EB7501C8BBDD}" type="slidenum">
              <a:rPr lang="en-IN" smtClean="0"/>
              <a:pPr/>
              <a:t>149</a:t>
            </a:fld>
            <a:endParaRPr lang="en-IN"/>
          </a:p>
        </p:txBody>
      </p:sp>
    </p:spTree>
    <p:extLst>
      <p:ext uri="{BB962C8B-B14F-4D97-AF65-F5344CB8AC3E}">
        <p14:creationId xmlns:p14="http://schemas.microsoft.com/office/powerpoint/2010/main" val="334280312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9199-137F-AAFB-F731-4DABD5690D6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DE84916-964A-0F7F-68B7-76D58AA77616}"/>
              </a:ext>
            </a:extLst>
          </p:cNvPr>
          <p:cNvSpPr>
            <a:spLocks noGrp="1"/>
          </p:cNvSpPr>
          <p:nvPr>
            <p:ph idx="1"/>
          </p:nvPr>
        </p:nvSpPr>
        <p:spPr/>
        <p:txBody>
          <a:bodyPr/>
          <a:lstStyle/>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Object Creation</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 properties and methods can be accessed only after </a:t>
            </a:r>
            <a:r>
              <a:rPr lang="en-US" sz="2400" dirty="0">
                <a:highlight>
                  <a:srgbClr val="FFFF00"/>
                </a:highlight>
                <a:latin typeface="Times New Roman" panose="02020603050405020304" pitchFamily="18" charset="0"/>
                <a:cs typeface="Times New Roman" panose="02020603050405020304" pitchFamily="18" charset="0"/>
              </a:rPr>
              <a:t>creating the object</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IN" dirty="0">
                <a:solidFill>
                  <a:schemeClr val="accent4">
                    <a:lumMod val="75000"/>
                  </a:schemeClr>
                </a:solidFill>
                <a:latin typeface="Times New Roman" panose="02020603050405020304" pitchFamily="18" charset="0"/>
                <a:cs typeface="Times New Roman" panose="02020603050405020304" pitchFamily="18" charset="0"/>
              </a:rPr>
              <a:t>class_1 </a:t>
            </a:r>
            <a:r>
              <a:rPr lang="en-IN" dirty="0">
                <a:latin typeface="Times New Roman" panose="02020603050405020304" pitchFamily="18" charset="0"/>
                <a:cs typeface="Times New Roman" panose="02020603050405020304" pitchFamily="18" charset="0"/>
              </a:rPr>
              <a:t>= </a:t>
            </a:r>
            <a:r>
              <a:rPr lang="en-IN" dirty="0">
                <a:solidFill>
                  <a:schemeClr val="accent2">
                    <a:lumMod val="75000"/>
                  </a:schemeClr>
                </a:solidFill>
                <a:latin typeface="Times New Roman" panose="02020603050405020304" pitchFamily="18" charset="0"/>
                <a:cs typeface="Times New Roman" panose="02020603050405020304" pitchFamily="18" charset="0"/>
              </a:rPr>
              <a:t>new();</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above statement will </a:t>
            </a:r>
            <a:r>
              <a:rPr lang="en-US" dirty="0">
                <a:solidFill>
                  <a:srgbClr val="FF0000"/>
                </a:solidFill>
                <a:latin typeface="Times New Roman" panose="02020603050405020304" pitchFamily="18" charset="0"/>
                <a:cs typeface="Times New Roman" panose="02020603050405020304" pitchFamily="18" charset="0"/>
              </a:rPr>
              <a:t>create an object</a:t>
            </a:r>
            <a:r>
              <a:rPr lang="en-US" dirty="0">
                <a:latin typeface="Times New Roman" panose="02020603050405020304" pitchFamily="18" charset="0"/>
                <a:cs typeface="Times New Roman" panose="02020603050405020304" pitchFamily="18" charset="0"/>
              </a:rPr>
              <a:t> and assign its handle to class_1.</a:t>
            </a:r>
          </a:p>
          <a:p>
            <a:pPr lvl="2">
              <a:buFont typeface="Wingdings" panose="05000000000000000000" pitchFamily="2" charset="2"/>
              <a:buChar char="v"/>
            </a:pPr>
            <a:r>
              <a:rPr lang="en-US" dirty="0" err="1">
                <a:solidFill>
                  <a:schemeClr val="accent5">
                    <a:lumMod val="75000"/>
                  </a:schemeClr>
                </a:solidFill>
                <a:latin typeface="Times New Roman" panose="02020603050405020304" pitchFamily="18" charset="0"/>
                <a:cs typeface="Times New Roman" panose="02020603050405020304" pitchFamily="18" charset="0"/>
              </a:rPr>
              <a:t>sv_class</a:t>
            </a:r>
            <a:r>
              <a:rPr lang="en-US" dirty="0">
                <a:solidFill>
                  <a:schemeClr val="accent5">
                    <a:lumMod val="75000"/>
                  </a:schemeClr>
                </a:solidFill>
                <a:latin typeface="Times New Roman" panose="02020603050405020304" pitchFamily="18" charset="0"/>
                <a:cs typeface="Times New Roman" panose="02020603050405020304" pitchFamily="18" charset="0"/>
              </a:rPr>
              <a:t> </a:t>
            </a:r>
            <a:r>
              <a:rPr lang="en-US" dirty="0">
                <a:solidFill>
                  <a:schemeClr val="accent4">
                    <a:lumMod val="75000"/>
                  </a:schemeClr>
                </a:solidFill>
                <a:latin typeface="Times New Roman" panose="02020603050405020304" pitchFamily="18" charset="0"/>
                <a:cs typeface="Times New Roman" panose="02020603050405020304" pitchFamily="18" charset="0"/>
              </a:rPr>
              <a:t>class_1</a:t>
            </a:r>
            <a:r>
              <a:rPr lang="en-US" dirty="0">
                <a:latin typeface="Times New Roman" panose="02020603050405020304" pitchFamily="18" charset="0"/>
                <a:cs typeface="Times New Roman" panose="02020603050405020304" pitchFamily="18" charset="0"/>
              </a:rPr>
              <a:t> = new();</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above statement will do both </a:t>
            </a:r>
            <a:r>
              <a:rPr lang="en-US" dirty="0">
                <a:solidFill>
                  <a:srgbClr val="FF0000"/>
                </a:solidFill>
                <a:latin typeface="Times New Roman" panose="02020603050405020304" pitchFamily="18" charset="0"/>
                <a:cs typeface="Times New Roman" panose="02020603050405020304" pitchFamily="18" charset="0"/>
              </a:rPr>
              <a:t>declarations of variable and object creation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2D20BA3-F7AE-77AC-F589-4E785A794DE3}"/>
              </a:ext>
            </a:extLst>
          </p:cNvPr>
          <p:cNvSpPr>
            <a:spLocks noGrp="1"/>
          </p:cNvSpPr>
          <p:nvPr>
            <p:ph type="dt" sz="half" idx="10"/>
          </p:nvPr>
        </p:nvSpPr>
        <p:spPr/>
        <p:txBody>
          <a:bodyPr/>
          <a:lstStyle/>
          <a:p>
            <a:fld id="{8C68F998-3077-4793-9894-565B30ED0C78}" type="datetime1">
              <a:rPr lang="en-IN" smtClean="0"/>
              <a:pPr/>
              <a:t>31-10-2025</a:t>
            </a:fld>
            <a:endParaRPr lang="en-IN"/>
          </a:p>
        </p:txBody>
      </p:sp>
      <p:sp>
        <p:nvSpPr>
          <p:cNvPr id="5" name="Footer Placeholder 4">
            <a:extLst>
              <a:ext uri="{FF2B5EF4-FFF2-40B4-BE49-F238E27FC236}">
                <a16:creationId xmlns:a16="http://schemas.microsoft.com/office/drawing/2014/main" id="{AE6C292B-3A36-AAE2-01DD-F1887F746BB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8C2134A-1141-B90E-679B-52EB93A4DEF4}"/>
              </a:ext>
            </a:extLst>
          </p:cNvPr>
          <p:cNvSpPr>
            <a:spLocks noGrp="1"/>
          </p:cNvSpPr>
          <p:nvPr>
            <p:ph type="sldNum" sz="quarter" idx="12"/>
          </p:nvPr>
        </p:nvSpPr>
        <p:spPr/>
        <p:txBody>
          <a:bodyPr/>
          <a:lstStyle/>
          <a:p>
            <a:fld id="{56BB8B7D-B437-4E80-9B4F-EB7501C8BBDD}" type="slidenum">
              <a:rPr lang="en-IN" smtClean="0"/>
              <a:pPr/>
              <a:t>150</a:t>
            </a:fld>
            <a:endParaRPr lang="en-IN"/>
          </a:p>
        </p:txBody>
      </p:sp>
    </p:spTree>
    <p:extLst>
      <p:ext uri="{BB962C8B-B14F-4D97-AF65-F5344CB8AC3E}">
        <p14:creationId xmlns:p14="http://schemas.microsoft.com/office/powerpoint/2010/main" val="21800455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3D42-1275-B781-0706-5706AAAAF26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2B30BB43-ACC6-B6DA-1AB6-E9EA8C288AE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Accessing class properties and methods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 properties and methods can be accessed by using object names followed by property or method name.</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class_1.set(10); //calling set method to set value 10 to x</a:t>
            </a:r>
          </a:p>
          <a:p>
            <a:pPr lvl="1">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662EC7C-7151-3FCA-E9CC-417D5D2E2AAC}"/>
              </a:ext>
            </a:extLst>
          </p:cNvPr>
          <p:cNvSpPr>
            <a:spLocks noGrp="1"/>
          </p:cNvSpPr>
          <p:nvPr>
            <p:ph type="dt" sz="half" idx="10"/>
          </p:nvPr>
        </p:nvSpPr>
        <p:spPr/>
        <p:txBody>
          <a:bodyPr/>
          <a:lstStyle/>
          <a:p>
            <a:fld id="{934C26A2-9655-4064-9DDC-47C816142C9E}" type="datetime1">
              <a:rPr lang="en-IN" smtClean="0"/>
              <a:pPr/>
              <a:t>31-10-2025</a:t>
            </a:fld>
            <a:endParaRPr lang="en-IN"/>
          </a:p>
        </p:txBody>
      </p:sp>
      <p:sp>
        <p:nvSpPr>
          <p:cNvPr id="5" name="Footer Placeholder 4">
            <a:extLst>
              <a:ext uri="{FF2B5EF4-FFF2-40B4-BE49-F238E27FC236}">
                <a16:creationId xmlns:a16="http://schemas.microsoft.com/office/drawing/2014/main" id="{DE4EC3C1-06BA-DF09-4724-5E271B8664C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A9E99C9-0930-9C3A-8E3A-F83338A66931}"/>
              </a:ext>
            </a:extLst>
          </p:cNvPr>
          <p:cNvSpPr>
            <a:spLocks noGrp="1"/>
          </p:cNvSpPr>
          <p:nvPr>
            <p:ph type="sldNum" sz="quarter" idx="12"/>
          </p:nvPr>
        </p:nvSpPr>
        <p:spPr/>
        <p:txBody>
          <a:bodyPr/>
          <a:lstStyle/>
          <a:p>
            <a:fld id="{56BB8B7D-B437-4E80-9B4F-EB7501C8BBDD}" type="slidenum">
              <a:rPr lang="en-IN" smtClean="0"/>
              <a:pPr/>
              <a:t>151</a:t>
            </a:fld>
            <a:endParaRPr lang="en-IN"/>
          </a:p>
        </p:txBody>
      </p:sp>
    </p:spTree>
    <p:extLst>
      <p:ext uri="{BB962C8B-B14F-4D97-AF65-F5344CB8AC3E}">
        <p14:creationId xmlns:p14="http://schemas.microsoft.com/office/powerpoint/2010/main" val="101020953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51740-5D18-E607-014F-32F18796009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5DE0AC4F-E257-C1E4-4BC8-643E0B0590AF}"/>
              </a:ext>
            </a:extLst>
          </p:cNvPr>
          <p:cNvSpPr>
            <a:spLocks noGrp="1"/>
          </p:cNvSpPr>
          <p:nvPr>
            <p:ph idx="1"/>
          </p:nvPr>
        </p:nvSpPr>
        <p:spPr>
          <a:xfrm>
            <a:off x="1070953" y="1379591"/>
            <a:ext cx="3313471" cy="4525963"/>
          </a:xfrm>
        </p:spPr>
        <p:txBody>
          <a:bodyPr/>
          <a:lstStyle/>
          <a:p>
            <a:pPr marL="0" indent="0">
              <a:buNone/>
            </a:pPr>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sv_class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int x;</a:t>
            </a:r>
          </a:p>
          <a:p>
            <a:pPr marL="0" indent="0">
              <a:buNone/>
            </a:pPr>
            <a:r>
              <a:rPr lang="en-US" sz="2400" dirty="0">
                <a:latin typeface="Times New Roman" panose="02020603050405020304" pitchFamily="18" charset="0"/>
                <a:cs typeface="Times New Roman" panose="02020603050405020304" pitchFamily="18" charset="0"/>
              </a:rPr>
              <a:t>task set(int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x =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endtask</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function int get();</a:t>
            </a:r>
          </a:p>
          <a:p>
            <a:pPr marL="0" indent="0">
              <a:buNone/>
            </a:pPr>
            <a:r>
              <a:rPr lang="en-US" sz="2400" dirty="0">
                <a:latin typeface="Times New Roman" panose="02020603050405020304" pitchFamily="18" charset="0"/>
                <a:cs typeface="Times New Roman" panose="02020603050405020304" pitchFamily="18" charset="0"/>
              </a:rPr>
              <a:t>return x;</a:t>
            </a:r>
          </a:p>
          <a:p>
            <a:pPr marL="0" indent="0">
              <a:buNone/>
            </a:pPr>
            <a:r>
              <a:rPr lang="en-US" sz="2400" dirty="0" err="1">
                <a:latin typeface="Times New Roman" panose="02020603050405020304" pitchFamily="18" charset="0"/>
                <a:cs typeface="Times New Roman" panose="02020603050405020304" pitchFamily="18" charset="0"/>
              </a:rPr>
              <a:t>endfunction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endclass</a:t>
            </a:r>
            <a:endParaRPr lang="en-IN"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E6470C9-7632-A336-946B-90F4E1B27F31}"/>
              </a:ext>
            </a:extLst>
          </p:cNvPr>
          <p:cNvSpPr>
            <a:spLocks noGrp="1"/>
          </p:cNvSpPr>
          <p:nvPr>
            <p:ph type="dt" sz="half" idx="10"/>
          </p:nvPr>
        </p:nvSpPr>
        <p:spPr/>
        <p:txBody>
          <a:bodyPr/>
          <a:lstStyle/>
          <a:p>
            <a:fld id="{277B1E8A-8B52-47FD-AA5F-3CF6D2594EAB}" type="datetime1">
              <a:rPr lang="en-IN" smtClean="0"/>
              <a:pPr/>
              <a:t>31-10-2025</a:t>
            </a:fld>
            <a:endParaRPr lang="en-IN"/>
          </a:p>
        </p:txBody>
      </p:sp>
      <p:sp>
        <p:nvSpPr>
          <p:cNvPr id="6" name="Footer Placeholder 5">
            <a:extLst>
              <a:ext uri="{FF2B5EF4-FFF2-40B4-BE49-F238E27FC236}">
                <a16:creationId xmlns:a16="http://schemas.microsoft.com/office/drawing/2014/main" id="{1A6E4DEC-A3C9-6749-C7D3-B471E047CD0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805C30C-2C32-2DB2-C07C-98D628CE263B}"/>
              </a:ext>
            </a:extLst>
          </p:cNvPr>
          <p:cNvSpPr>
            <a:spLocks noGrp="1"/>
          </p:cNvSpPr>
          <p:nvPr>
            <p:ph type="sldNum" sz="quarter" idx="12"/>
          </p:nvPr>
        </p:nvSpPr>
        <p:spPr/>
        <p:txBody>
          <a:bodyPr/>
          <a:lstStyle/>
          <a:p>
            <a:fld id="{56BB8B7D-B437-4E80-9B4F-EB7501C8BBDD}" type="slidenum">
              <a:rPr lang="en-IN" smtClean="0"/>
              <a:pPr/>
              <a:t>152</a:t>
            </a:fld>
            <a:endParaRPr lang="en-IN"/>
          </a:p>
        </p:txBody>
      </p:sp>
      <p:sp>
        <p:nvSpPr>
          <p:cNvPr id="4" name="TextBox 3">
            <a:extLst>
              <a:ext uri="{FF2B5EF4-FFF2-40B4-BE49-F238E27FC236}">
                <a16:creationId xmlns:a16="http://schemas.microsoft.com/office/drawing/2014/main" id="{1523962F-5D96-B14F-9E6A-74EAB005331C}"/>
              </a:ext>
            </a:extLst>
          </p:cNvPr>
          <p:cNvSpPr txBox="1"/>
          <p:nvPr/>
        </p:nvSpPr>
        <p:spPr>
          <a:xfrm>
            <a:off x="4596690" y="1379591"/>
            <a:ext cx="7364361" cy="415498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sv_class_ex</a:t>
            </a:r>
            <a:r>
              <a:rPr lang="en-US" sz="2400" dirty="0">
                <a:latin typeface="Times New Roman" panose="02020603050405020304" pitchFamily="18" charset="0"/>
                <a:cs typeface="Times New Roman" panose="02020603050405020304" pitchFamily="18" charset="0"/>
              </a:rPr>
              <a:t>;</a:t>
            </a:r>
          </a:p>
          <a:p>
            <a:r>
              <a:rPr lang="en-US" sz="2400" dirty="0" err="1">
                <a:latin typeface="Times New Roman" panose="02020603050405020304" pitchFamily="18" charset="0"/>
                <a:cs typeface="Times New Roman" panose="02020603050405020304" pitchFamily="18" charset="0"/>
              </a:rPr>
              <a:t>sv_class</a:t>
            </a:r>
            <a:r>
              <a:rPr lang="en-US" sz="2400" dirty="0">
                <a:latin typeface="Times New Roman" panose="02020603050405020304" pitchFamily="18" charset="0"/>
                <a:cs typeface="Times New Roman" panose="02020603050405020304" pitchFamily="18" charset="0"/>
              </a:rPr>
              <a:t> class_1; //Creating Handle</a:t>
            </a:r>
          </a:p>
          <a:p>
            <a:r>
              <a:rPr lang="en-US" sz="2400" dirty="0">
                <a:latin typeface="Times New Roman" panose="02020603050405020304" pitchFamily="18" charset="0"/>
                <a:cs typeface="Times New Roman" panose="02020603050405020304" pitchFamily="18" charset="0"/>
              </a:rPr>
              <a:t>initial begin</a:t>
            </a:r>
          </a:p>
          <a:p>
            <a:r>
              <a:rPr lang="en-US" sz="2400" dirty="0" err="1">
                <a:latin typeface="Times New Roman" panose="02020603050405020304" pitchFamily="18" charset="0"/>
                <a:cs typeface="Times New Roman" panose="02020603050405020304" pitchFamily="18" charset="0"/>
              </a:rPr>
              <a:t>sv_class</a:t>
            </a:r>
            <a:r>
              <a:rPr lang="en-US" sz="2400" dirty="0">
                <a:latin typeface="Times New Roman" panose="02020603050405020304" pitchFamily="18" charset="0"/>
                <a:cs typeface="Times New Roman" panose="02020603050405020304" pitchFamily="18" charset="0"/>
              </a:rPr>
              <a:t> class_2 = new(); </a:t>
            </a:r>
          </a:p>
          <a:p>
            <a:r>
              <a:rPr lang="en-US" sz="2400" dirty="0">
                <a:latin typeface="Times New Roman" panose="02020603050405020304" pitchFamily="18" charset="0"/>
                <a:cs typeface="Times New Roman" panose="02020603050405020304" pitchFamily="18" charset="0"/>
              </a:rPr>
              <a:t>class_1 = new(); </a:t>
            </a:r>
          </a:p>
          <a:p>
            <a:r>
              <a:rPr lang="en-US" sz="2400" dirty="0">
                <a:latin typeface="Times New Roman" panose="02020603050405020304" pitchFamily="18" charset="0"/>
                <a:cs typeface="Times New Roman" panose="02020603050405020304" pitchFamily="18" charset="0"/>
              </a:rPr>
              <a:t>class_1.set(10);</a:t>
            </a:r>
          </a:p>
          <a:p>
            <a:r>
              <a:rPr lang="en-US" sz="2400" dirty="0">
                <a:latin typeface="Times New Roman" panose="02020603050405020304" pitchFamily="18" charset="0"/>
                <a:cs typeface="Times New Roman" panose="02020603050405020304" pitchFamily="18" charset="0"/>
              </a:rPr>
              <a:t>class_2.set(20);</a:t>
            </a:r>
          </a:p>
          <a:p>
            <a:r>
              <a:rPr lang="en-US" sz="2400" dirty="0">
                <a:latin typeface="Times New Roman" panose="02020603050405020304" pitchFamily="18" charset="0"/>
                <a:cs typeface="Times New Roman" panose="02020603050405020304" pitchFamily="18" charset="0"/>
              </a:rPr>
              <a:t>$display("\tclass_1 :: Value of x = %0d",class_1.get());</a:t>
            </a:r>
          </a:p>
          <a:p>
            <a:r>
              <a:rPr lang="en-US" sz="2400" dirty="0">
                <a:latin typeface="Times New Roman" panose="02020603050405020304" pitchFamily="18" charset="0"/>
                <a:cs typeface="Times New Roman" panose="02020603050405020304" pitchFamily="18" charset="0"/>
              </a:rPr>
              <a:t>$display("\tclass_2 :: Value of x = %0d",class_2.get());</a:t>
            </a:r>
          </a:p>
          <a:p>
            <a:r>
              <a:rPr lang="en-US" sz="2400" dirty="0">
                <a:latin typeface="Times New Roman" panose="02020603050405020304" pitchFamily="18" charset="0"/>
                <a:cs typeface="Times New Roman" panose="02020603050405020304" pitchFamily="18" charset="0"/>
              </a:rPr>
              <a:t>end</a:t>
            </a:r>
          </a:p>
          <a:p>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80220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D491-98EA-84C2-450A-0817C8C38AC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77D84A03-B705-C46C-64A0-E4CBCD0AB17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this keyword</a:t>
            </a:r>
          </a:p>
          <a:p>
            <a:pPr lvl="1">
              <a:buFont typeface="Wingdings" panose="05000000000000000000" pitchFamily="2" charset="2"/>
              <a:buChar char="Ø"/>
            </a:pPr>
            <a:r>
              <a:rPr lang="en-US" sz="2400" dirty="0">
                <a:highlight>
                  <a:srgbClr val="FFFF00"/>
                </a:highlight>
                <a:latin typeface="Times New Roman" panose="02020603050405020304" pitchFamily="18" charset="0"/>
                <a:cs typeface="Times New Roman" panose="02020603050405020304" pitchFamily="18" charset="0"/>
              </a:rPr>
              <a:t>this keyword </a:t>
            </a:r>
            <a:r>
              <a:rPr lang="en-US" sz="2400" dirty="0">
                <a:latin typeface="Times New Roman" panose="02020603050405020304" pitchFamily="18" charset="0"/>
                <a:cs typeface="Times New Roman" panose="02020603050405020304" pitchFamily="18" charset="0"/>
              </a:rPr>
              <a:t>is used to refer to class properties. this keyword is used to unambiguously refer to class properties or methods of the current instance.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is a pre-defined class handle referring to the object from which it is used, calling </a:t>
            </a:r>
            <a:r>
              <a:rPr lang="en-US" sz="2400" dirty="0" err="1">
                <a:solidFill>
                  <a:srgbClr val="FF0000"/>
                </a:solidFill>
                <a:latin typeface="Times New Roman" panose="02020603050405020304" pitchFamily="18" charset="0"/>
                <a:cs typeface="Times New Roman" panose="02020603050405020304" pitchFamily="18" charset="0"/>
              </a:rPr>
              <a:t>this.variable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means </a:t>
            </a:r>
            <a:r>
              <a:rPr lang="en-US" sz="2400" dirty="0" err="1">
                <a:solidFill>
                  <a:srgbClr val="FF0000"/>
                </a:solidFill>
                <a:latin typeface="Times New Roman" panose="02020603050405020304" pitchFamily="18" charset="0"/>
                <a:cs typeface="Times New Roman" panose="02020603050405020304" pitchFamily="18" charset="0"/>
              </a:rPr>
              <a:t>object.variable</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keyword shall only be used within non-static class methods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keyword refers to the object handle in which it is invoked</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7F15AFC-4F59-EA90-0DD7-841058B44D92}"/>
              </a:ext>
            </a:extLst>
          </p:cNvPr>
          <p:cNvSpPr>
            <a:spLocks noGrp="1"/>
          </p:cNvSpPr>
          <p:nvPr>
            <p:ph type="dt" sz="half" idx="10"/>
          </p:nvPr>
        </p:nvSpPr>
        <p:spPr/>
        <p:txBody>
          <a:bodyPr/>
          <a:lstStyle/>
          <a:p>
            <a:fld id="{CA3DA6B6-EED6-47E9-8862-DCEC28F89D7E}" type="datetime1">
              <a:rPr lang="en-IN" smtClean="0"/>
              <a:pPr/>
              <a:t>31-10-2025</a:t>
            </a:fld>
            <a:endParaRPr lang="en-IN"/>
          </a:p>
        </p:txBody>
      </p:sp>
      <p:sp>
        <p:nvSpPr>
          <p:cNvPr id="5" name="Footer Placeholder 4">
            <a:extLst>
              <a:ext uri="{FF2B5EF4-FFF2-40B4-BE49-F238E27FC236}">
                <a16:creationId xmlns:a16="http://schemas.microsoft.com/office/drawing/2014/main" id="{7BA9A080-D5CE-D621-F6DE-D38681C8C57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8B6542C-084A-57E3-74DD-7471472F1619}"/>
              </a:ext>
            </a:extLst>
          </p:cNvPr>
          <p:cNvSpPr>
            <a:spLocks noGrp="1"/>
          </p:cNvSpPr>
          <p:nvPr>
            <p:ph type="sldNum" sz="quarter" idx="12"/>
          </p:nvPr>
        </p:nvSpPr>
        <p:spPr/>
        <p:txBody>
          <a:bodyPr/>
          <a:lstStyle/>
          <a:p>
            <a:fld id="{56BB8B7D-B437-4E80-9B4F-EB7501C8BBDD}" type="slidenum">
              <a:rPr lang="en-IN" smtClean="0"/>
              <a:pPr/>
              <a:t>153</a:t>
            </a:fld>
            <a:endParaRPr lang="en-IN"/>
          </a:p>
        </p:txBody>
      </p:sp>
    </p:spTree>
    <p:extLst>
      <p:ext uri="{BB962C8B-B14F-4D97-AF65-F5344CB8AC3E}">
        <p14:creationId xmlns:p14="http://schemas.microsoft.com/office/powerpoint/2010/main" val="114827294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63904-1EDD-7C83-1867-234F32465CC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6FF14749-790C-BFE6-E0A9-99DA6A6B59C5}"/>
              </a:ext>
            </a:extLst>
          </p:cNvPr>
          <p:cNvPicPr>
            <a:picLocks noGrp="1" noChangeAspect="1"/>
          </p:cNvPicPr>
          <p:nvPr>
            <p:ph idx="1"/>
          </p:nvPr>
        </p:nvPicPr>
        <p:blipFill>
          <a:blip r:embed="rId2"/>
          <a:stretch>
            <a:fillRect/>
          </a:stretch>
        </p:blipFill>
        <p:spPr>
          <a:xfrm>
            <a:off x="2136913" y="1417638"/>
            <a:ext cx="8199672" cy="4523957"/>
          </a:xfrm>
        </p:spPr>
      </p:pic>
      <p:sp>
        <p:nvSpPr>
          <p:cNvPr id="3" name="Date Placeholder 2">
            <a:extLst>
              <a:ext uri="{FF2B5EF4-FFF2-40B4-BE49-F238E27FC236}">
                <a16:creationId xmlns:a16="http://schemas.microsoft.com/office/drawing/2014/main" id="{2190B464-2727-1BB3-FE32-9A76B4C996C9}"/>
              </a:ext>
            </a:extLst>
          </p:cNvPr>
          <p:cNvSpPr>
            <a:spLocks noGrp="1"/>
          </p:cNvSpPr>
          <p:nvPr>
            <p:ph type="dt" sz="half" idx="10"/>
          </p:nvPr>
        </p:nvSpPr>
        <p:spPr/>
        <p:txBody>
          <a:bodyPr/>
          <a:lstStyle/>
          <a:p>
            <a:fld id="{509FEFF8-F4CA-44E3-8FAE-EAA5C303D35E}" type="datetime1">
              <a:rPr lang="en-IN" smtClean="0"/>
              <a:pPr/>
              <a:t>31-10-2025</a:t>
            </a:fld>
            <a:endParaRPr lang="en-IN"/>
          </a:p>
        </p:txBody>
      </p:sp>
      <p:sp>
        <p:nvSpPr>
          <p:cNvPr id="4" name="Footer Placeholder 3">
            <a:extLst>
              <a:ext uri="{FF2B5EF4-FFF2-40B4-BE49-F238E27FC236}">
                <a16:creationId xmlns:a16="http://schemas.microsoft.com/office/drawing/2014/main" id="{22E25A84-F7B3-502A-641D-B2C27E6C2ED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3FCB481-99B8-382D-64FB-85BBA5DD4A23}"/>
              </a:ext>
            </a:extLst>
          </p:cNvPr>
          <p:cNvSpPr>
            <a:spLocks noGrp="1"/>
          </p:cNvSpPr>
          <p:nvPr>
            <p:ph type="sldNum" sz="quarter" idx="12"/>
          </p:nvPr>
        </p:nvSpPr>
        <p:spPr/>
        <p:txBody>
          <a:bodyPr/>
          <a:lstStyle/>
          <a:p>
            <a:fld id="{56BB8B7D-B437-4E80-9B4F-EB7501C8BBDD}" type="slidenum">
              <a:rPr lang="en-IN" smtClean="0"/>
              <a:pPr/>
              <a:t>154</a:t>
            </a:fld>
            <a:endParaRPr lang="en-IN"/>
          </a:p>
        </p:txBody>
      </p:sp>
    </p:spTree>
    <p:extLst>
      <p:ext uri="{BB962C8B-B14F-4D97-AF65-F5344CB8AC3E}">
        <p14:creationId xmlns:p14="http://schemas.microsoft.com/office/powerpoint/2010/main" val="22425849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CB56B-3D65-C0D7-B20F-1BE1DEDABC6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F9662D5-C5FF-5B9B-DD06-326421D68AAA}"/>
              </a:ext>
            </a:extLst>
          </p:cNvPr>
          <p:cNvSpPr>
            <a:spLocks noGrp="1"/>
          </p:cNvSpPr>
          <p:nvPr>
            <p:ph idx="1"/>
          </p:nvPr>
        </p:nvSpPr>
        <p:spPr>
          <a:xfrm>
            <a:off x="1223058" y="1268356"/>
            <a:ext cx="5125278"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//class properties </a:t>
            </a:r>
          </a:p>
          <a:p>
            <a:pPr marL="0" indent="0">
              <a:buNone/>
            </a:pPr>
            <a:r>
              <a:rPr lang="en-IN" sz="2000" dirty="0">
                <a:latin typeface="Times New Roman" panose="02020603050405020304" pitchFamily="18" charset="0"/>
                <a:cs typeface="Times New Roman" panose="02020603050405020304" pitchFamily="18" charset="0"/>
              </a:rPr>
              <a:t>  bit [31:0]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bit [31:0] data; </a:t>
            </a:r>
          </a:p>
          <a:p>
            <a:pPr marL="0" indent="0">
              <a:buNone/>
            </a:pPr>
            <a:r>
              <a:rPr lang="en-IN" sz="2000" dirty="0">
                <a:latin typeface="Times New Roman" panose="02020603050405020304" pitchFamily="18" charset="0"/>
                <a:cs typeface="Times New Roman" panose="02020603050405020304" pitchFamily="18" charset="0"/>
              </a:rPr>
              <a:t>  bit   write; </a:t>
            </a:r>
          </a:p>
          <a:p>
            <a:pPr marL="0" indent="0">
              <a:buNone/>
            </a:pPr>
            <a:r>
              <a:rPr lang="en-IN" sz="2000" dirty="0">
                <a:latin typeface="Times New Roman" panose="02020603050405020304" pitchFamily="18" charset="0"/>
                <a:cs typeface="Times New Roman" panose="02020603050405020304" pitchFamily="18" charset="0"/>
              </a:rPr>
              <a:t>  string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//constructor </a:t>
            </a:r>
          </a:p>
          <a:p>
            <a:pPr marL="0" indent="0">
              <a:buNone/>
            </a:pPr>
            <a:r>
              <a:rPr lang="en-IN" sz="2000" dirty="0">
                <a:latin typeface="Times New Roman" panose="02020603050405020304" pitchFamily="18" charset="0"/>
                <a:cs typeface="Times New Roman" panose="02020603050405020304" pitchFamily="18" charset="0"/>
              </a:rPr>
              <a:t>  function new(bit [31:0] </a:t>
            </a:r>
            <a:r>
              <a:rPr lang="en-IN" sz="2000" dirty="0" err="1">
                <a:latin typeface="Times New Roman" panose="02020603050405020304" pitchFamily="18" charset="0"/>
                <a:cs typeface="Times New Roman" panose="02020603050405020304" pitchFamily="18" charset="0"/>
              </a:rPr>
              <a:t>addr,data,bit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write,string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this.addr</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this.data</a:t>
            </a:r>
            <a:r>
              <a:rPr lang="en-IN" sz="2000" dirty="0">
                <a:latin typeface="Times New Roman" panose="02020603050405020304" pitchFamily="18" charset="0"/>
                <a:cs typeface="Times New Roman" panose="02020603050405020304" pitchFamily="18" charset="0"/>
              </a:rPr>
              <a:t>  = data; </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8C375A06-D939-6AAE-F6A7-D476A79EF952}"/>
              </a:ext>
            </a:extLst>
          </p:cNvPr>
          <p:cNvSpPr>
            <a:spLocks noGrp="1"/>
          </p:cNvSpPr>
          <p:nvPr>
            <p:ph type="dt" sz="half" idx="10"/>
          </p:nvPr>
        </p:nvSpPr>
        <p:spPr/>
        <p:txBody>
          <a:bodyPr/>
          <a:lstStyle/>
          <a:p>
            <a:fld id="{74C0477E-5A4C-49B6-A747-84735B76E2EF}" type="datetime1">
              <a:rPr lang="en-IN" smtClean="0"/>
              <a:pPr/>
              <a:t>31-10-2025</a:t>
            </a:fld>
            <a:endParaRPr lang="en-IN"/>
          </a:p>
        </p:txBody>
      </p:sp>
      <p:sp>
        <p:nvSpPr>
          <p:cNvPr id="6" name="Footer Placeholder 5">
            <a:extLst>
              <a:ext uri="{FF2B5EF4-FFF2-40B4-BE49-F238E27FC236}">
                <a16:creationId xmlns:a16="http://schemas.microsoft.com/office/drawing/2014/main" id="{F008C6F1-C901-91BE-285D-C6933346EC8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3ED1017-ED71-C551-9951-39850561B712}"/>
              </a:ext>
            </a:extLst>
          </p:cNvPr>
          <p:cNvSpPr>
            <a:spLocks noGrp="1"/>
          </p:cNvSpPr>
          <p:nvPr>
            <p:ph type="sldNum" sz="quarter" idx="12"/>
          </p:nvPr>
        </p:nvSpPr>
        <p:spPr/>
        <p:txBody>
          <a:bodyPr/>
          <a:lstStyle/>
          <a:p>
            <a:fld id="{56BB8B7D-B437-4E80-9B4F-EB7501C8BBDD}" type="slidenum">
              <a:rPr lang="en-IN" smtClean="0"/>
              <a:pPr/>
              <a:t>155</a:t>
            </a:fld>
            <a:endParaRPr lang="en-IN"/>
          </a:p>
        </p:txBody>
      </p:sp>
      <p:sp>
        <p:nvSpPr>
          <p:cNvPr id="4" name="TextBox 3">
            <a:extLst>
              <a:ext uri="{FF2B5EF4-FFF2-40B4-BE49-F238E27FC236}">
                <a16:creationId xmlns:a16="http://schemas.microsoft.com/office/drawing/2014/main" id="{E44E878B-1E8A-C3CA-9498-5762897CCCC4}"/>
              </a:ext>
            </a:extLst>
          </p:cNvPr>
          <p:cNvSpPr txBox="1"/>
          <p:nvPr/>
        </p:nvSpPr>
        <p:spPr>
          <a:xfrm>
            <a:off x="6188598" y="1268356"/>
            <a:ext cx="5486400" cy="4093428"/>
          </a:xfrm>
          <a:prstGeom prst="rect">
            <a:avLst/>
          </a:prstGeom>
          <a:noFill/>
        </p:spPr>
        <p:txBody>
          <a:bodyPr wrap="square" rtlCol="0">
            <a:spAutoFit/>
          </a:bodyPr>
          <a:lstStyle/>
          <a:p>
            <a:pPr marL="0" indent="0">
              <a:buNone/>
            </a:pPr>
            <a:r>
              <a:rPr lang="en-IN" sz="2000" dirty="0" err="1">
                <a:latin typeface="Times New Roman" panose="02020603050405020304" pitchFamily="18" charset="0"/>
                <a:cs typeface="Times New Roman" panose="02020603050405020304" pitchFamily="18" charset="0"/>
              </a:rPr>
              <a:t>this.write</a:t>
            </a:r>
            <a:r>
              <a:rPr lang="en-IN" sz="2000" dirty="0">
                <a:latin typeface="Times New Roman" panose="02020603050405020304" pitchFamily="18" charset="0"/>
                <a:cs typeface="Times New Roman" panose="02020603050405020304" pitchFamily="18" charset="0"/>
              </a:rPr>
              <a:t> = write;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this.pkt_type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//method to display class </a:t>
            </a:r>
            <a:r>
              <a:rPr lang="en-IN" sz="2000" dirty="0" err="1">
                <a:latin typeface="Times New Roman" panose="02020603050405020304" pitchFamily="18" charset="0"/>
                <a:cs typeface="Times New Roman" panose="02020603050405020304" pitchFamily="18" charset="0"/>
              </a:rPr>
              <a:t>prperties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void display(); </a:t>
            </a:r>
          </a:p>
          <a:p>
            <a:pPr marL="0" indent="0">
              <a:buNone/>
            </a:pPr>
            <a:r>
              <a:rPr lang="en-IN" sz="2000" dirty="0">
                <a:latin typeface="Times New Roman" panose="02020603050405020304" pitchFamily="18" charset="0"/>
                <a:cs typeface="Times New Roman" panose="02020603050405020304" pitchFamily="18" charset="0"/>
              </a:rPr>
              <a:t>$display("\t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%0h",addr); </a:t>
            </a:r>
          </a:p>
          <a:p>
            <a:pPr marL="0" indent="0">
              <a:buNone/>
            </a:pPr>
            <a:r>
              <a:rPr lang="en-IN" sz="2000" dirty="0">
                <a:latin typeface="Times New Roman" panose="02020603050405020304" pitchFamily="18" charset="0"/>
                <a:cs typeface="Times New Roman" panose="02020603050405020304" pitchFamily="18" charset="0"/>
              </a:rPr>
              <a:t>    $display("\t data  = %0h",data); </a:t>
            </a:r>
          </a:p>
          <a:p>
            <a:pPr marL="0" indent="0">
              <a:buNone/>
            </a:pPr>
            <a:r>
              <a:rPr lang="en-IN" sz="2000" dirty="0">
                <a:latin typeface="Times New Roman" panose="02020603050405020304" pitchFamily="18" charset="0"/>
                <a:cs typeface="Times New Roman" panose="02020603050405020304" pitchFamily="18" charset="0"/>
              </a:rPr>
              <a:t>    $display("\t write = %0h",write); </a:t>
            </a:r>
          </a:p>
          <a:p>
            <a:pPr marL="0" indent="0">
              <a:buNone/>
            </a:pPr>
            <a:r>
              <a:rPr lang="en-IN" sz="2000" dirty="0">
                <a:latin typeface="Times New Roman" panose="02020603050405020304" pitchFamily="18" charset="0"/>
                <a:cs typeface="Times New Roman" panose="02020603050405020304" pitchFamily="18" charset="0"/>
              </a:rPr>
              <a:t>    $display("\t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  = %0s",pkt_type); </a:t>
            </a:r>
          </a:p>
          <a:p>
            <a:pPr marL="0" indent="0">
              <a:buNone/>
            </a:pP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endParaRPr lang="en-IN" sz="2000" dirty="0"/>
          </a:p>
        </p:txBody>
      </p:sp>
    </p:spTree>
    <p:extLst>
      <p:ext uri="{BB962C8B-B14F-4D97-AF65-F5344CB8AC3E}">
        <p14:creationId xmlns:p14="http://schemas.microsoft.com/office/powerpoint/2010/main" val="253513837"/>
      </p:ext>
    </p:extLst>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B591D-BF26-C174-BBCF-1E6D22428B0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6826CD4A-64E5-C892-E83E-2606995DFFE1}"/>
              </a:ext>
            </a:extLst>
          </p:cNvPr>
          <p:cNvSpPr>
            <a:spLocks noGrp="1"/>
          </p:cNvSpPr>
          <p:nvPr>
            <p:ph idx="1"/>
          </p:nvPr>
        </p:nvSpPr>
        <p:spPr/>
        <p:txBody>
          <a:bodyPr>
            <a:normAutofit/>
          </a:bodyPr>
          <a:lstStyle/>
          <a:p>
            <a:pPr marL="809625" indent="0">
              <a:buNone/>
            </a:pPr>
            <a:r>
              <a:rPr lang="en-US" sz="2400" dirty="0">
                <a:latin typeface="Times New Roman" panose="02020603050405020304" pitchFamily="18" charset="0"/>
                <a:cs typeface="Times New Roman" panose="02020603050405020304" pitchFamily="18" charset="0"/>
              </a:rPr>
              <a:t>module </a:t>
            </a:r>
            <a:r>
              <a:rPr lang="en-US" sz="2400" dirty="0" err="1">
                <a:latin typeface="Times New Roman" panose="02020603050405020304" pitchFamily="18" charset="0"/>
                <a:cs typeface="Times New Roman" panose="02020603050405020304" pitchFamily="18" charset="0"/>
              </a:rPr>
              <a:t>sv_constructor</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  packet pkt; </a:t>
            </a:r>
          </a:p>
          <a:p>
            <a:pPr marL="809625" indent="0">
              <a:buNone/>
            </a:pP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  initial begin </a:t>
            </a:r>
          </a:p>
          <a:p>
            <a:pPr marL="809625" indent="0">
              <a:buNone/>
            </a:pPr>
            <a:r>
              <a:rPr lang="en-US" sz="2400" dirty="0">
                <a:latin typeface="Times New Roman" panose="02020603050405020304" pitchFamily="18" charset="0"/>
                <a:cs typeface="Times New Roman" panose="02020603050405020304" pitchFamily="18" charset="0"/>
              </a:rPr>
              <a:t>    pkt = new(32'h10,32'hFF,1,"GOOD_PKT"); </a:t>
            </a:r>
          </a:p>
          <a:p>
            <a:pPr marL="809625"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pkt.display</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  end </a:t>
            </a:r>
          </a:p>
          <a:p>
            <a:pPr marL="809625" indent="0">
              <a:buNone/>
            </a:pP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err="1">
                <a:latin typeface="Times New Roman" panose="02020603050405020304" pitchFamily="18" charset="0"/>
                <a:cs typeface="Times New Roman" panose="02020603050405020304" pitchFamily="18" charset="0"/>
              </a:rPr>
              <a:t>endmodule</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9DC90D-13F6-8143-9F4D-FD332B6DB926}"/>
              </a:ext>
            </a:extLst>
          </p:cNvPr>
          <p:cNvSpPr>
            <a:spLocks noGrp="1"/>
          </p:cNvSpPr>
          <p:nvPr>
            <p:ph type="dt" sz="half" idx="10"/>
          </p:nvPr>
        </p:nvSpPr>
        <p:spPr/>
        <p:txBody>
          <a:bodyPr/>
          <a:lstStyle/>
          <a:p>
            <a:fld id="{DA26DECC-4F8C-43BD-8D98-AC0A1D107B7D}" type="datetime1">
              <a:rPr lang="en-IN" smtClean="0"/>
              <a:pPr/>
              <a:t>31-10-2025</a:t>
            </a:fld>
            <a:endParaRPr lang="en-IN"/>
          </a:p>
        </p:txBody>
      </p:sp>
      <p:sp>
        <p:nvSpPr>
          <p:cNvPr id="5" name="Footer Placeholder 4">
            <a:extLst>
              <a:ext uri="{FF2B5EF4-FFF2-40B4-BE49-F238E27FC236}">
                <a16:creationId xmlns:a16="http://schemas.microsoft.com/office/drawing/2014/main" id="{76FD113F-73D7-951E-65FC-BAD65AE2E77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711A0EE-0531-7789-DD14-59E24D0CF90C}"/>
              </a:ext>
            </a:extLst>
          </p:cNvPr>
          <p:cNvSpPr>
            <a:spLocks noGrp="1"/>
          </p:cNvSpPr>
          <p:nvPr>
            <p:ph type="sldNum" sz="quarter" idx="12"/>
          </p:nvPr>
        </p:nvSpPr>
        <p:spPr/>
        <p:txBody>
          <a:bodyPr/>
          <a:lstStyle/>
          <a:p>
            <a:fld id="{56BB8B7D-B437-4E80-9B4F-EB7501C8BBDD}" type="slidenum">
              <a:rPr lang="en-IN" smtClean="0"/>
              <a:pPr/>
              <a:t>156</a:t>
            </a:fld>
            <a:endParaRPr lang="en-IN"/>
          </a:p>
        </p:txBody>
      </p:sp>
    </p:spTree>
    <p:extLst>
      <p:ext uri="{BB962C8B-B14F-4D97-AF65-F5344CB8AC3E}">
        <p14:creationId xmlns:p14="http://schemas.microsoft.com/office/powerpoint/2010/main" val="1962004210"/>
      </p:ext>
    </p:extLst>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E9A9E-8008-B91A-14EF-793B3C42936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8515DB67-46E6-E683-E335-53DE2669F15A}"/>
              </a:ext>
            </a:extLst>
          </p:cNvPr>
          <p:cNvSpPr>
            <a:spLocks noGrp="1"/>
          </p:cNvSpPr>
          <p:nvPr>
            <p:ph idx="1"/>
          </p:nvPr>
        </p:nvSpPr>
        <p:spPr>
          <a:xfrm>
            <a:off x="609601" y="828676"/>
            <a:ext cx="4714754" cy="5297492"/>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Class Constructors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new function </a:t>
            </a:r>
            <a:r>
              <a:rPr lang="en-US" sz="2400" dirty="0">
                <a:latin typeface="Times New Roman" panose="02020603050405020304" pitchFamily="18" charset="0"/>
                <a:cs typeface="Times New Roman" panose="02020603050405020304" pitchFamily="18" charset="0"/>
              </a:rPr>
              <a:t>is called as class constructor.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calling the new method it allocates the memory and returns the address to the class handle.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EDE422E-1C99-3622-A5DC-8C36B23479C0}"/>
              </a:ext>
            </a:extLst>
          </p:cNvPr>
          <p:cNvSpPr>
            <a:spLocks noGrp="1"/>
          </p:cNvSpPr>
          <p:nvPr>
            <p:ph type="dt" sz="half" idx="10"/>
          </p:nvPr>
        </p:nvSpPr>
        <p:spPr/>
        <p:txBody>
          <a:bodyPr/>
          <a:lstStyle/>
          <a:p>
            <a:fld id="{426D6270-151E-4161-9CD9-B85FB60745C2}" type="datetime1">
              <a:rPr lang="en-IN" smtClean="0"/>
              <a:pPr/>
              <a:t>31-10-2025</a:t>
            </a:fld>
            <a:endParaRPr lang="en-IN"/>
          </a:p>
        </p:txBody>
      </p:sp>
      <p:sp>
        <p:nvSpPr>
          <p:cNvPr id="6" name="Footer Placeholder 5">
            <a:extLst>
              <a:ext uri="{FF2B5EF4-FFF2-40B4-BE49-F238E27FC236}">
                <a16:creationId xmlns:a16="http://schemas.microsoft.com/office/drawing/2014/main" id="{FA6C7AFE-C8CC-B3E1-27E3-CA3CB098767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9AB3F42-FB16-9813-4927-38899A46E57A}"/>
              </a:ext>
            </a:extLst>
          </p:cNvPr>
          <p:cNvSpPr>
            <a:spLocks noGrp="1"/>
          </p:cNvSpPr>
          <p:nvPr>
            <p:ph type="sldNum" sz="quarter" idx="12"/>
          </p:nvPr>
        </p:nvSpPr>
        <p:spPr/>
        <p:txBody>
          <a:bodyPr/>
          <a:lstStyle/>
          <a:p>
            <a:fld id="{56BB8B7D-B437-4E80-9B4F-EB7501C8BBDD}" type="slidenum">
              <a:rPr lang="en-IN" smtClean="0"/>
              <a:pPr/>
              <a:t>157</a:t>
            </a:fld>
            <a:endParaRPr lang="en-IN"/>
          </a:p>
        </p:txBody>
      </p:sp>
      <p:pic>
        <p:nvPicPr>
          <p:cNvPr id="5" name="Picture 4">
            <a:extLst>
              <a:ext uri="{FF2B5EF4-FFF2-40B4-BE49-F238E27FC236}">
                <a16:creationId xmlns:a16="http://schemas.microsoft.com/office/drawing/2014/main" id="{6C5AFF44-18AE-5261-4C1C-B4829EE39B04}"/>
              </a:ext>
            </a:extLst>
          </p:cNvPr>
          <p:cNvPicPr>
            <a:picLocks noChangeAspect="1"/>
          </p:cNvPicPr>
          <p:nvPr/>
        </p:nvPicPr>
        <p:blipFill>
          <a:blip r:embed="rId2"/>
          <a:stretch>
            <a:fillRect/>
          </a:stretch>
        </p:blipFill>
        <p:spPr>
          <a:xfrm>
            <a:off x="5612623" y="1239159"/>
            <a:ext cx="6249954" cy="4887009"/>
          </a:xfrm>
          <a:prstGeom prst="rect">
            <a:avLst/>
          </a:prstGeom>
        </p:spPr>
      </p:pic>
    </p:spTree>
    <p:extLst>
      <p:ext uri="{BB962C8B-B14F-4D97-AF65-F5344CB8AC3E}">
        <p14:creationId xmlns:p14="http://schemas.microsoft.com/office/powerpoint/2010/main" val="335829762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03E0-56E7-0AB0-CFFF-74F6D122DABC}"/>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EA96A50-ECCC-4A7A-866A-2DBC1BDBDE00}"/>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new operation is defined as a function with </a:t>
            </a:r>
            <a:r>
              <a:rPr lang="en-US" sz="2400" dirty="0">
                <a:highlight>
                  <a:srgbClr val="FFFF00"/>
                </a:highlight>
                <a:latin typeface="Times New Roman" panose="02020603050405020304" pitchFamily="18" charset="0"/>
                <a:cs typeface="Times New Roman" panose="02020603050405020304" pitchFamily="18" charset="0"/>
              </a:rPr>
              <a:t>no return type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Every class has a built-in new method, calling the constructor of class without the explicit definition of the new method will invoke the </a:t>
            </a:r>
            <a:r>
              <a:rPr lang="en-US" sz="2400" dirty="0">
                <a:solidFill>
                  <a:srgbClr val="FF0000"/>
                </a:solidFill>
                <a:latin typeface="Times New Roman" panose="02020603050405020304" pitchFamily="18" charset="0"/>
                <a:cs typeface="Times New Roman" panose="02020603050405020304" pitchFamily="18" charset="0"/>
              </a:rPr>
              <a:t>default built-in new method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Specifying return type to the constructor shall give a compilation error (even specifying void shall give a compilation error)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constructor can be used for initializing the class properties. In case of any initialization required, those can be placed in the constructor and It is also possible to pass arguments to the constructor, which allows run-time customization of an object.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98F735-0E55-DA84-92E3-0659752BDEEF}"/>
              </a:ext>
            </a:extLst>
          </p:cNvPr>
          <p:cNvSpPr>
            <a:spLocks noGrp="1"/>
          </p:cNvSpPr>
          <p:nvPr>
            <p:ph type="dt" sz="half" idx="10"/>
          </p:nvPr>
        </p:nvSpPr>
        <p:spPr/>
        <p:txBody>
          <a:bodyPr/>
          <a:lstStyle/>
          <a:p>
            <a:fld id="{CC0B48D8-00FE-46DE-9CE0-B38311D274E8}" type="datetime1">
              <a:rPr lang="en-IN" smtClean="0"/>
              <a:pPr/>
              <a:t>31-10-2025</a:t>
            </a:fld>
            <a:endParaRPr lang="en-IN"/>
          </a:p>
        </p:txBody>
      </p:sp>
      <p:sp>
        <p:nvSpPr>
          <p:cNvPr id="5" name="Footer Placeholder 4">
            <a:extLst>
              <a:ext uri="{FF2B5EF4-FFF2-40B4-BE49-F238E27FC236}">
                <a16:creationId xmlns:a16="http://schemas.microsoft.com/office/drawing/2014/main" id="{930D79BB-6F18-7B57-2B32-9BC0550B8BF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305201F-3DDE-2409-643D-BAB688DA2C54}"/>
              </a:ext>
            </a:extLst>
          </p:cNvPr>
          <p:cNvSpPr>
            <a:spLocks noGrp="1"/>
          </p:cNvSpPr>
          <p:nvPr>
            <p:ph type="sldNum" sz="quarter" idx="12"/>
          </p:nvPr>
        </p:nvSpPr>
        <p:spPr/>
        <p:txBody>
          <a:bodyPr/>
          <a:lstStyle/>
          <a:p>
            <a:fld id="{56BB8B7D-B437-4E80-9B4F-EB7501C8BBDD}" type="slidenum">
              <a:rPr lang="en-IN" smtClean="0"/>
              <a:pPr/>
              <a:t>158</a:t>
            </a:fld>
            <a:endParaRPr lang="en-IN"/>
          </a:p>
        </p:txBody>
      </p:sp>
    </p:spTree>
    <p:extLst>
      <p:ext uri="{BB962C8B-B14F-4D97-AF65-F5344CB8AC3E}">
        <p14:creationId xmlns:p14="http://schemas.microsoft.com/office/powerpoint/2010/main" val="6225066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1D987-9413-7A5F-D38F-6277177727E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6B838020-6D39-458A-3DE9-C568767F3EC8}"/>
              </a:ext>
            </a:extLst>
          </p:cNvPr>
          <p:cNvPicPr>
            <a:picLocks noGrp="1" noChangeAspect="1"/>
          </p:cNvPicPr>
          <p:nvPr>
            <p:ph idx="1"/>
          </p:nvPr>
        </p:nvPicPr>
        <p:blipFill>
          <a:blip r:embed="rId2"/>
          <a:stretch>
            <a:fillRect/>
          </a:stretch>
        </p:blipFill>
        <p:spPr>
          <a:xfrm>
            <a:off x="1416632" y="1025757"/>
            <a:ext cx="10022996" cy="4877332"/>
          </a:xfrm>
        </p:spPr>
      </p:pic>
      <p:sp>
        <p:nvSpPr>
          <p:cNvPr id="3" name="Date Placeholder 2">
            <a:extLst>
              <a:ext uri="{FF2B5EF4-FFF2-40B4-BE49-F238E27FC236}">
                <a16:creationId xmlns:a16="http://schemas.microsoft.com/office/drawing/2014/main" id="{3055239E-996A-19E3-5CDB-8C0435BA0345}"/>
              </a:ext>
            </a:extLst>
          </p:cNvPr>
          <p:cNvSpPr>
            <a:spLocks noGrp="1"/>
          </p:cNvSpPr>
          <p:nvPr>
            <p:ph type="dt" sz="half" idx="10"/>
          </p:nvPr>
        </p:nvSpPr>
        <p:spPr/>
        <p:txBody>
          <a:bodyPr/>
          <a:lstStyle/>
          <a:p>
            <a:fld id="{67112842-9BE3-489A-B5B1-97D9E504E355}" type="datetime1">
              <a:rPr lang="en-IN" smtClean="0"/>
              <a:pPr/>
              <a:t>31-10-2025</a:t>
            </a:fld>
            <a:endParaRPr lang="en-IN"/>
          </a:p>
        </p:txBody>
      </p:sp>
      <p:sp>
        <p:nvSpPr>
          <p:cNvPr id="4" name="Footer Placeholder 3">
            <a:extLst>
              <a:ext uri="{FF2B5EF4-FFF2-40B4-BE49-F238E27FC236}">
                <a16:creationId xmlns:a16="http://schemas.microsoft.com/office/drawing/2014/main" id="{9B64CEB4-014F-7FD7-F695-8517B32AA1C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A17B78B-769A-91C5-EF17-62ADD843B6CA}"/>
              </a:ext>
            </a:extLst>
          </p:cNvPr>
          <p:cNvSpPr>
            <a:spLocks noGrp="1"/>
          </p:cNvSpPr>
          <p:nvPr>
            <p:ph type="sldNum" sz="quarter" idx="12"/>
          </p:nvPr>
        </p:nvSpPr>
        <p:spPr/>
        <p:txBody>
          <a:bodyPr/>
          <a:lstStyle/>
          <a:p>
            <a:fld id="{56BB8B7D-B437-4E80-9B4F-EB7501C8BBDD}" type="slidenum">
              <a:rPr lang="en-IN" smtClean="0"/>
              <a:pPr/>
              <a:t>159</a:t>
            </a:fld>
            <a:endParaRPr lang="en-IN"/>
          </a:p>
        </p:txBody>
      </p:sp>
    </p:spTree>
    <p:extLst>
      <p:ext uri="{BB962C8B-B14F-4D97-AF65-F5344CB8AC3E}">
        <p14:creationId xmlns:p14="http://schemas.microsoft.com/office/powerpoint/2010/main" val="292705700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BC5C-DD30-AFB5-8B73-D23DA4131265}"/>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EA42452-3D04-4733-4661-380CCBE4B918}"/>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class members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 members can be created with the </a:t>
            </a:r>
            <a:r>
              <a:rPr lang="en-US" sz="2400" dirty="0">
                <a:solidFill>
                  <a:srgbClr val="FF0000"/>
                </a:solidFill>
                <a:latin typeface="Times New Roman" panose="02020603050405020304" pitchFamily="18" charset="0"/>
                <a:cs typeface="Times New Roman" panose="02020603050405020304" pitchFamily="18" charset="0"/>
              </a:rPr>
              <a:t>keyword static</a:t>
            </a:r>
            <a:r>
              <a:rPr lang="en-US" sz="2400" dirty="0">
                <a:latin typeface="Times New Roman" panose="02020603050405020304" pitchFamily="18" charset="0"/>
                <a:cs typeface="Times New Roman" panose="02020603050405020304" pitchFamily="18" charset="0"/>
              </a:rPr>
              <a:t>. class members with the keyword static are called as static class members.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class can have static properties and static methods (functions and tasks).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single copy of static variables is </a:t>
            </a:r>
            <a:r>
              <a:rPr lang="en-US" sz="2400" dirty="0">
                <a:solidFill>
                  <a:srgbClr val="FF0000"/>
                </a:solidFill>
                <a:latin typeface="Times New Roman" panose="02020603050405020304" pitchFamily="18" charset="0"/>
                <a:cs typeface="Times New Roman" panose="02020603050405020304" pitchFamily="18" charset="0"/>
              </a:rPr>
              <a:t>shared across multiple instances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Properties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class can have multiple instances; each instance of the class will be having its own copy of variables.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Sometimes only one version of a variable is required to be shared by all instances. These class properties are created using the keyword </a:t>
            </a:r>
            <a:r>
              <a:rPr lang="en-US" dirty="0">
                <a:solidFill>
                  <a:srgbClr val="FF0000"/>
                </a:solidFill>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4161B76-8D1B-551D-B0EC-2D4F640BCB4C}"/>
              </a:ext>
            </a:extLst>
          </p:cNvPr>
          <p:cNvSpPr>
            <a:spLocks noGrp="1"/>
          </p:cNvSpPr>
          <p:nvPr>
            <p:ph type="dt" sz="half" idx="10"/>
          </p:nvPr>
        </p:nvSpPr>
        <p:spPr/>
        <p:txBody>
          <a:bodyPr/>
          <a:lstStyle/>
          <a:p>
            <a:fld id="{4282AB1E-5484-4555-AB68-A6EF691ABE74}" type="datetime1">
              <a:rPr lang="en-IN" smtClean="0"/>
              <a:pPr/>
              <a:t>31-10-2025</a:t>
            </a:fld>
            <a:endParaRPr lang="en-IN"/>
          </a:p>
        </p:txBody>
      </p:sp>
      <p:sp>
        <p:nvSpPr>
          <p:cNvPr id="5" name="Footer Placeholder 4">
            <a:extLst>
              <a:ext uri="{FF2B5EF4-FFF2-40B4-BE49-F238E27FC236}">
                <a16:creationId xmlns:a16="http://schemas.microsoft.com/office/drawing/2014/main" id="{7EF1129B-62BD-10DD-5277-9257E491375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3ACD9B2-62E1-533B-29A3-CF4356633F87}"/>
              </a:ext>
            </a:extLst>
          </p:cNvPr>
          <p:cNvSpPr>
            <a:spLocks noGrp="1"/>
          </p:cNvSpPr>
          <p:nvPr>
            <p:ph type="sldNum" sz="quarter" idx="12"/>
          </p:nvPr>
        </p:nvSpPr>
        <p:spPr/>
        <p:txBody>
          <a:bodyPr/>
          <a:lstStyle/>
          <a:p>
            <a:fld id="{56BB8B7D-B437-4E80-9B4F-EB7501C8BBDD}" type="slidenum">
              <a:rPr lang="en-IN" smtClean="0"/>
              <a:pPr/>
              <a:t>160</a:t>
            </a:fld>
            <a:endParaRPr lang="en-IN"/>
          </a:p>
        </p:txBody>
      </p:sp>
    </p:spTree>
    <p:extLst>
      <p:ext uri="{BB962C8B-B14F-4D97-AF65-F5344CB8AC3E}">
        <p14:creationId xmlns:p14="http://schemas.microsoft.com/office/powerpoint/2010/main" val="29768665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DC12-A881-9FED-83F3-DFD315CAF96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056D78A-DDA2-FDDB-92D1-FF5B6055C870}"/>
              </a:ext>
            </a:extLst>
          </p:cNvPr>
          <p:cNvSpPr>
            <a:spLocks noGrp="1"/>
          </p:cNvSpPr>
          <p:nvPr>
            <p:ph idx="1"/>
          </p:nvPr>
        </p:nvSpPr>
        <p:spPr>
          <a:xfrm>
            <a:off x="609600" y="1202635"/>
            <a:ext cx="6258339" cy="4923529"/>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class packet;</a:t>
            </a:r>
          </a:p>
          <a:p>
            <a:pPr marL="0" indent="0">
              <a:buNone/>
            </a:pPr>
            <a:r>
              <a:rPr lang="en-US" sz="2000" dirty="0">
                <a:latin typeface="Times New Roman" panose="02020603050405020304" pitchFamily="18" charset="0"/>
                <a:cs typeface="Times New Roman" panose="02020603050405020304" pitchFamily="18" charset="0"/>
              </a:rPr>
              <a:t> byte </a:t>
            </a:r>
            <a:r>
              <a:rPr lang="en-US" sz="2000" dirty="0" err="1">
                <a:latin typeface="Times New Roman" panose="02020603050405020304" pitchFamily="18" charset="0"/>
                <a:cs typeface="Times New Roman" panose="02020603050405020304" pitchFamily="18" charset="0"/>
              </a:rPr>
              <a:t>packet_id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static byte </a:t>
            </a:r>
            <a:r>
              <a:rPr lang="en-US" sz="2000" dirty="0" err="1">
                <a:latin typeface="Times New Roman" panose="02020603050405020304" pitchFamily="18" charset="0"/>
                <a:cs typeface="Times New Roman" panose="02020603050405020304" pitchFamily="18" charset="0"/>
              </a:rPr>
              <a:t>no_of_packet_created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new();</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no_of_packet_created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packet_id</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no_of_packet_created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function void display();</a:t>
            </a:r>
          </a:p>
          <a:p>
            <a:pPr marL="0" indent="0">
              <a:buNone/>
            </a:pPr>
            <a:r>
              <a:rPr lang="en-US" sz="2000" dirty="0">
                <a:latin typeface="Times New Roman" panose="02020603050405020304" pitchFamily="18" charset="0"/>
                <a:cs typeface="Times New Roman" panose="02020603050405020304" pitchFamily="18" charset="0"/>
              </a:rPr>
              <a:t>    $display("-------------------------------------------");</a:t>
            </a:r>
          </a:p>
          <a:p>
            <a:pPr marL="0" indent="0">
              <a:buNone/>
            </a:pPr>
            <a:r>
              <a:rPr lang="en-US" sz="2000" dirty="0">
                <a:latin typeface="Times New Roman" panose="02020603050405020304" pitchFamily="18" charset="0"/>
                <a:cs typeface="Times New Roman" panose="02020603050405020304" pitchFamily="18" charset="0"/>
              </a:rPr>
              <a:t>    $display("\t </a:t>
            </a:r>
            <a:r>
              <a:rPr lang="en-US" sz="2000" dirty="0" err="1">
                <a:latin typeface="Times New Roman" panose="02020603050405020304" pitchFamily="18" charset="0"/>
                <a:cs typeface="Times New Roman" panose="02020603050405020304" pitchFamily="18" charset="0"/>
              </a:rPr>
              <a:t>packet_id</a:t>
            </a:r>
            <a:r>
              <a:rPr lang="en-US" sz="2000" dirty="0">
                <a:latin typeface="Times New Roman" panose="02020603050405020304" pitchFamily="18" charset="0"/>
                <a:cs typeface="Times New Roman" panose="02020603050405020304" pitchFamily="18" charset="0"/>
              </a:rPr>
              <a:t> = %0d", </a:t>
            </a:r>
            <a:r>
              <a:rPr lang="en-US" sz="2000" dirty="0" err="1">
                <a:latin typeface="Times New Roman" panose="02020603050405020304" pitchFamily="18" charset="0"/>
                <a:cs typeface="Times New Roman" panose="02020603050405020304" pitchFamily="18" charset="0"/>
              </a:rPr>
              <a:t>packet_id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$display("\t </a:t>
            </a:r>
            <a:r>
              <a:rPr lang="en-US" sz="2000" dirty="0" err="1">
                <a:latin typeface="Times New Roman" panose="02020603050405020304" pitchFamily="18" charset="0"/>
                <a:cs typeface="Times New Roman" panose="02020603050405020304" pitchFamily="18" charset="0"/>
              </a:rPr>
              <a:t>no_of_packet_created</a:t>
            </a:r>
            <a:r>
              <a:rPr lang="en-US" sz="2000" dirty="0">
                <a:latin typeface="Times New Roman" panose="02020603050405020304" pitchFamily="18" charset="0"/>
                <a:cs typeface="Times New Roman" panose="02020603050405020304" pitchFamily="18" charset="0"/>
              </a:rPr>
              <a:t> = %0d",no_of_packet_created);</a:t>
            </a:r>
          </a:p>
          <a:p>
            <a:pPr marL="0" indent="0">
              <a:buNone/>
            </a:pPr>
            <a:r>
              <a:rPr lang="en-US" sz="2000" dirty="0">
                <a:latin typeface="Times New Roman" panose="02020603050405020304" pitchFamily="18" charset="0"/>
                <a:cs typeface="Times New Roman" panose="02020603050405020304" pitchFamily="18" charset="0"/>
              </a:rPr>
              <a:t>    $display("----------------------------------------------------");</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ACC41A4-7996-B3DD-0263-1A63782F7DE5}"/>
              </a:ext>
            </a:extLst>
          </p:cNvPr>
          <p:cNvSpPr>
            <a:spLocks noGrp="1"/>
          </p:cNvSpPr>
          <p:nvPr>
            <p:ph type="dt" sz="half" idx="10"/>
          </p:nvPr>
        </p:nvSpPr>
        <p:spPr/>
        <p:txBody>
          <a:bodyPr/>
          <a:lstStyle/>
          <a:p>
            <a:fld id="{1734A975-6AB7-4955-8EDE-6954E6B12B35}" type="datetime1">
              <a:rPr lang="en-IN" smtClean="0"/>
              <a:pPr/>
              <a:t>31-10-2025</a:t>
            </a:fld>
            <a:endParaRPr lang="en-IN"/>
          </a:p>
        </p:txBody>
      </p:sp>
      <p:sp>
        <p:nvSpPr>
          <p:cNvPr id="6" name="Footer Placeholder 5">
            <a:extLst>
              <a:ext uri="{FF2B5EF4-FFF2-40B4-BE49-F238E27FC236}">
                <a16:creationId xmlns:a16="http://schemas.microsoft.com/office/drawing/2014/main" id="{49147B4B-C6EA-0CD8-9075-03D0EB61CA6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6EDC7B1-A851-98FA-C36B-7D8FCB05F698}"/>
              </a:ext>
            </a:extLst>
          </p:cNvPr>
          <p:cNvSpPr>
            <a:spLocks noGrp="1"/>
          </p:cNvSpPr>
          <p:nvPr>
            <p:ph type="sldNum" sz="quarter" idx="12"/>
          </p:nvPr>
        </p:nvSpPr>
        <p:spPr/>
        <p:txBody>
          <a:bodyPr/>
          <a:lstStyle/>
          <a:p>
            <a:fld id="{56BB8B7D-B437-4E80-9B4F-EB7501C8BBDD}" type="slidenum">
              <a:rPr lang="en-IN" smtClean="0"/>
              <a:pPr/>
              <a:t>161</a:t>
            </a:fld>
            <a:endParaRPr lang="en-IN"/>
          </a:p>
        </p:txBody>
      </p:sp>
      <p:sp>
        <p:nvSpPr>
          <p:cNvPr id="4" name="TextBox 3">
            <a:extLst>
              <a:ext uri="{FF2B5EF4-FFF2-40B4-BE49-F238E27FC236}">
                <a16:creationId xmlns:a16="http://schemas.microsoft.com/office/drawing/2014/main" id="{7C4139FE-B4B8-434D-57EE-86CE3D583358}"/>
              </a:ext>
            </a:extLst>
          </p:cNvPr>
          <p:cNvSpPr txBox="1"/>
          <p:nvPr/>
        </p:nvSpPr>
        <p:spPr>
          <a:xfrm>
            <a:off x="6867939" y="1417638"/>
            <a:ext cx="5009322"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static_example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packet pkt[3];</a:t>
            </a:r>
          </a:p>
          <a:p>
            <a:r>
              <a:rPr lang="en-US" sz="2000" dirty="0">
                <a:latin typeface="Times New Roman" panose="02020603050405020304" pitchFamily="18" charset="0"/>
                <a:cs typeface="Times New Roman" panose="02020603050405020304" pitchFamily="18" charset="0"/>
              </a:rPr>
              <a:t>  initial begin</a:t>
            </a:r>
          </a:p>
          <a:p>
            <a:r>
              <a:rPr lang="en-US" sz="2000" dirty="0">
                <a:latin typeface="Times New Roman" panose="02020603050405020304" pitchFamily="18" charset="0"/>
                <a:cs typeface="Times New Roman" panose="02020603050405020304" pitchFamily="18" charset="0"/>
              </a:rPr>
              <a:t>    foreach(pkt[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begin</a:t>
            </a:r>
          </a:p>
          <a:p>
            <a:r>
              <a:rPr lang="en-US" sz="2000" dirty="0">
                <a:latin typeface="Times New Roman" panose="02020603050405020304" pitchFamily="18" charset="0"/>
                <a:cs typeface="Times New Roman" panose="02020603050405020304" pitchFamily="18" charset="0"/>
              </a:rPr>
              <a:t>      pkt[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new();</a:t>
            </a:r>
          </a:p>
          <a:p>
            <a:r>
              <a:rPr lang="en-US" sz="2000" dirty="0">
                <a:latin typeface="Times New Roman" panose="02020603050405020304" pitchFamily="18" charset="0"/>
                <a:cs typeface="Times New Roman" panose="02020603050405020304" pitchFamily="18" charset="0"/>
              </a:rPr>
              <a:t>      pkt[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].display();</a:t>
            </a:r>
          </a:p>
          <a:p>
            <a:r>
              <a:rPr lang="en-US" sz="2000" dirty="0">
                <a:latin typeface="Times New Roman" panose="02020603050405020304" pitchFamily="18" charset="0"/>
                <a:cs typeface="Times New Roman" panose="02020603050405020304" pitchFamily="18" charset="0"/>
              </a:rPr>
              <a:t>    end</a:t>
            </a:r>
          </a:p>
          <a:p>
            <a:r>
              <a:rPr lang="en-US" sz="2000" dirty="0">
                <a:latin typeface="Times New Roman" panose="02020603050405020304" pitchFamily="18" charset="0"/>
                <a:cs typeface="Times New Roman" panose="02020603050405020304" pitchFamily="18" charset="0"/>
              </a:rPr>
              <a:t>  end</a:t>
            </a:r>
          </a:p>
          <a:p>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4152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3ED0-5B9C-7DA8-F717-B641BC0C839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723EE92-330F-433C-83F9-76F771E5F145}"/>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Object</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An object is an instance of a class. It is the actual entity that holds data and can execute methods defined in the class.</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Handle</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 handle is like a pointer or reference that points to an object. It doesn’t store the object itself but its memory location.</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Constructor</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 constructor is a special method in a class that is automatically called when an object is created using</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CB4B2FC-5058-FA01-B972-DC6167DEB188}"/>
              </a:ext>
            </a:extLst>
          </p:cNvPr>
          <p:cNvSpPr>
            <a:spLocks noGrp="1"/>
          </p:cNvSpPr>
          <p:nvPr>
            <p:ph type="dt" sz="half" idx="10"/>
          </p:nvPr>
        </p:nvSpPr>
        <p:spPr/>
        <p:txBody>
          <a:bodyPr/>
          <a:lstStyle/>
          <a:p>
            <a:fld id="{C57D97F9-2433-48BB-8E1C-66855575D336}" type="datetime1">
              <a:rPr lang="en-IN" smtClean="0"/>
              <a:pPr/>
              <a:t>31-10-2025</a:t>
            </a:fld>
            <a:endParaRPr lang="en-IN"/>
          </a:p>
        </p:txBody>
      </p:sp>
      <p:sp>
        <p:nvSpPr>
          <p:cNvPr id="5" name="Footer Placeholder 4">
            <a:extLst>
              <a:ext uri="{FF2B5EF4-FFF2-40B4-BE49-F238E27FC236}">
                <a16:creationId xmlns:a16="http://schemas.microsoft.com/office/drawing/2014/main" id="{38268D85-456E-2B5C-5DD9-31ECC6A3C65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B1C12F5-A7EC-F960-81AB-1A90EB4364A6}"/>
              </a:ext>
            </a:extLst>
          </p:cNvPr>
          <p:cNvSpPr>
            <a:spLocks noGrp="1"/>
          </p:cNvSpPr>
          <p:nvPr>
            <p:ph type="sldNum" sz="quarter" idx="12"/>
          </p:nvPr>
        </p:nvSpPr>
        <p:spPr/>
        <p:txBody>
          <a:bodyPr/>
          <a:lstStyle/>
          <a:p>
            <a:fld id="{56BB8B7D-B437-4E80-9B4F-EB7501C8BBDD}" type="slidenum">
              <a:rPr lang="en-IN" smtClean="0"/>
              <a:pPr/>
              <a:t>162</a:t>
            </a:fld>
            <a:endParaRPr lang="en-IN"/>
          </a:p>
        </p:txBody>
      </p:sp>
    </p:spTree>
    <p:extLst>
      <p:ext uri="{BB962C8B-B14F-4D97-AF65-F5344CB8AC3E}">
        <p14:creationId xmlns:p14="http://schemas.microsoft.com/office/powerpoint/2010/main" val="2770487621"/>
      </p:ext>
    </p:extLst>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B122-6677-C2E9-3609-D9E350C01BC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3733C182-9189-AF63-F863-0BF00CDF79CA}"/>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Parameterized Classes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Parameterized classes are same as the parameterized modules in the </a:t>
            </a:r>
            <a:r>
              <a:rPr lang="en-US" sz="2400" dirty="0" err="1">
                <a:latin typeface="Times New Roman" panose="02020603050405020304" pitchFamily="18" charset="0"/>
                <a:cs typeface="Times New Roman" panose="02020603050405020304" pitchFamily="18" charset="0"/>
              </a:rPr>
              <a:t>verilog</a:t>
            </a:r>
            <a:r>
              <a:rPr lang="en-US" sz="2400" dirty="0">
                <a:latin typeface="Times New Roman" panose="02020603050405020304" pitchFamily="18" charset="0"/>
                <a:cs typeface="Times New Roman" panose="02020603050405020304" pitchFamily="18" charset="0"/>
              </a:rPr>
              <a:t>. parameters are like constants local to that particular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parameter value can be used to define a set of attributes in class. default values can be overridden by passing a new set of parameters during instantiation. this is called parameter overriding.</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AB2601-EFF2-1D2A-CF12-9A84BB8842F4}"/>
              </a:ext>
            </a:extLst>
          </p:cNvPr>
          <p:cNvSpPr>
            <a:spLocks noGrp="1"/>
          </p:cNvSpPr>
          <p:nvPr>
            <p:ph type="dt" sz="half" idx="10"/>
          </p:nvPr>
        </p:nvSpPr>
        <p:spPr/>
        <p:txBody>
          <a:bodyPr/>
          <a:lstStyle/>
          <a:p>
            <a:fld id="{63CE96AE-19F6-44B4-85E3-3F06DE0C265A}" type="datetime1">
              <a:rPr lang="en-IN" smtClean="0"/>
              <a:pPr/>
              <a:t>31-10-2025</a:t>
            </a:fld>
            <a:endParaRPr lang="en-IN"/>
          </a:p>
        </p:txBody>
      </p:sp>
      <p:sp>
        <p:nvSpPr>
          <p:cNvPr id="5" name="Footer Placeholder 4">
            <a:extLst>
              <a:ext uri="{FF2B5EF4-FFF2-40B4-BE49-F238E27FC236}">
                <a16:creationId xmlns:a16="http://schemas.microsoft.com/office/drawing/2014/main" id="{BEF428FD-98DB-97C5-9B8E-9433D796B08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D058018-215C-08F9-F4FA-3D9B287D5D8F}"/>
              </a:ext>
            </a:extLst>
          </p:cNvPr>
          <p:cNvSpPr>
            <a:spLocks noGrp="1"/>
          </p:cNvSpPr>
          <p:nvPr>
            <p:ph type="sldNum" sz="quarter" idx="12"/>
          </p:nvPr>
        </p:nvSpPr>
        <p:spPr/>
        <p:txBody>
          <a:bodyPr/>
          <a:lstStyle/>
          <a:p>
            <a:fld id="{56BB8B7D-B437-4E80-9B4F-EB7501C8BBDD}" type="slidenum">
              <a:rPr lang="en-IN" smtClean="0"/>
              <a:pPr/>
              <a:t>163</a:t>
            </a:fld>
            <a:endParaRPr lang="en-IN"/>
          </a:p>
        </p:txBody>
      </p:sp>
    </p:spTree>
    <p:extLst>
      <p:ext uri="{BB962C8B-B14F-4D97-AF65-F5344CB8AC3E}">
        <p14:creationId xmlns:p14="http://schemas.microsoft.com/office/powerpoint/2010/main" val="117257372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A65D-01F4-7042-6F75-C4177E41ABA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F1707095-D13C-7AFE-8F57-C495E0C4A347}"/>
              </a:ext>
            </a:extLst>
          </p:cNvPr>
          <p:cNvSpPr>
            <a:spLocks noGrp="1"/>
          </p:cNvSpPr>
          <p:nvPr>
            <p:ph idx="1"/>
          </p:nvPr>
        </p:nvSpPr>
        <p:spPr/>
        <p:txBody>
          <a:bodyPr/>
          <a:lstStyle/>
          <a:p>
            <a:pPr lvl="1">
              <a:buFont typeface="Wingdings" panose="05000000000000000000" pitchFamily="2" charset="2"/>
              <a:buChar char="Ø"/>
            </a:pPr>
            <a:r>
              <a:rPr lang="en-IN" sz="2400" dirty="0">
                <a:solidFill>
                  <a:schemeClr val="accent4">
                    <a:lumMod val="75000"/>
                  </a:schemeClr>
                </a:solidFill>
                <a:latin typeface="Times New Roman" panose="02020603050405020304" pitchFamily="18" charset="0"/>
                <a:cs typeface="Times New Roman" panose="02020603050405020304" pitchFamily="18" charset="0"/>
              </a:rPr>
              <a:t>Example</a:t>
            </a:r>
          </a:p>
          <a:p>
            <a:pPr marL="914400" lvl="2" indent="0">
              <a:buNone/>
            </a:pPr>
            <a:r>
              <a:rPr lang="en-US" dirty="0" err="1">
                <a:latin typeface="Times New Roman" panose="02020603050405020304" pitchFamily="18" charset="0"/>
                <a:cs typeface="Times New Roman" panose="02020603050405020304" pitchFamily="18" charset="0"/>
              </a:rPr>
              <a:t>Classpacket</a:t>
            </a:r>
            <a:r>
              <a:rPr lang="en-US" dirty="0">
                <a:latin typeface="Times New Roman" panose="02020603050405020304" pitchFamily="18" charset="0"/>
                <a:cs typeface="Times New Roman" panose="02020603050405020304" pitchFamily="18" charset="0"/>
              </a:rPr>
              <a:t> #(parameter int ADDR_WIDTH = 32,DATA_WIDTH = 32); </a:t>
            </a:r>
          </a:p>
          <a:p>
            <a:pPr marL="914400" lvl="2" indent="0">
              <a:buNone/>
            </a:pPr>
            <a:r>
              <a:rPr lang="en-US" dirty="0">
                <a:latin typeface="Times New Roman" panose="02020603050405020304" pitchFamily="18" charset="0"/>
                <a:cs typeface="Times New Roman" panose="02020603050405020304" pitchFamily="18" charset="0"/>
              </a:rPr>
              <a:t>bit [ADDR_WIDTH-1:0] address; </a:t>
            </a:r>
          </a:p>
          <a:p>
            <a:pPr marL="914400" lvl="2" indent="0">
              <a:buNone/>
            </a:pPr>
            <a:r>
              <a:rPr lang="en-US" dirty="0">
                <a:latin typeface="Times New Roman" panose="02020603050405020304" pitchFamily="18" charset="0"/>
                <a:cs typeface="Times New Roman" panose="02020603050405020304" pitchFamily="18" charset="0"/>
              </a:rPr>
              <a:t>bit [DATA_WIDTH-1:0] data   ; </a:t>
            </a:r>
          </a:p>
          <a:p>
            <a:pPr marL="914400" lvl="2" indent="0">
              <a:buNone/>
            </a:pPr>
            <a:r>
              <a:rPr lang="en-US" dirty="0">
                <a:latin typeface="Times New Roman" panose="02020603050405020304" pitchFamily="18" charset="0"/>
                <a:cs typeface="Times New Roman" panose="02020603050405020304" pitchFamily="18" charset="0"/>
              </a:rPr>
              <a:t>function new(); </a:t>
            </a:r>
          </a:p>
          <a:p>
            <a:pPr marL="914400" lvl="2" indent="0">
              <a:buNone/>
            </a:pPr>
            <a:r>
              <a:rPr lang="en-US" dirty="0">
                <a:latin typeface="Times New Roman" panose="02020603050405020304" pitchFamily="18" charset="0"/>
                <a:cs typeface="Times New Roman" panose="02020603050405020304" pitchFamily="18" charset="0"/>
              </a:rPr>
              <a:t>address = 10; </a:t>
            </a:r>
          </a:p>
          <a:p>
            <a:pPr marL="914400" lvl="2" indent="0">
              <a:buNone/>
            </a:pPr>
            <a:r>
              <a:rPr lang="en-US" dirty="0">
                <a:latin typeface="Times New Roman" panose="02020603050405020304" pitchFamily="18" charset="0"/>
                <a:cs typeface="Times New Roman" panose="02020603050405020304" pitchFamily="18" charset="0"/>
              </a:rPr>
              <a:t>data    = 20; </a:t>
            </a:r>
          </a:p>
          <a:p>
            <a:pPr marL="914400" lvl="2" indent="0">
              <a:buNone/>
            </a:pPr>
            <a:r>
              <a:rPr lang="en-US" dirty="0" err="1">
                <a:latin typeface="Times New Roman" panose="02020603050405020304" pitchFamily="18" charset="0"/>
                <a:cs typeface="Times New Roman" panose="02020603050405020304" pitchFamily="18" charset="0"/>
              </a:rPr>
              <a:t>endfunction</a:t>
            </a:r>
            <a:r>
              <a:rPr lang="en-US" dirty="0">
                <a:latin typeface="Times New Roman" panose="02020603050405020304" pitchFamily="18" charset="0"/>
                <a:cs typeface="Times New Roman" panose="02020603050405020304" pitchFamily="18" charset="0"/>
              </a:rPr>
              <a:t> </a:t>
            </a:r>
          </a:p>
          <a:p>
            <a:pPr marL="914400" lvl="2" indent="0">
              <a:buNone/>
            </a:pPr>
            <a:r>
              <a:rPr lang="en-US" dirty="0" err="1">
                <a:latin typeface="Times New Roman" panose="02020603050405020304" pitchFamily="18" charset="0"/>
                <a:cs typeface="Times New Roman" panose="02020603050405020304" pitchFamily="18" charset="0"/>
              </a:rPr>
              <a:t>endclass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F1D0BCD-530D-D00B-40FC-9F9B1C3AAA9A}"/>
              </a:ext>
            </a:extLst>
          </p:cNvPr>
          <p:cNvSpPr>
            <a:spLocks noGrp="1"/>
          </p:cNvSpPr>
          <p:nvPr>
            <p:ph type="dt" sz="half" idx="10"/>
          </p:nvPr>
        </p:nvSpPr>
        <p:spPr/>
        <p:txBody>
          <a:bodyPr/>
          <a:lstStyle/>
          <a:p>
            <a:fld id="{15FFB428-2505-4058-BB1A-A59CB0817929}" type="datetime1">
              <a:rPr lang="en-IN" smtClean="0"/>
              <a:pPr/>
              <a:t>31-10-2025</a:t>
            </a:fld>
            <a:endParaRPr lang="en-IN"/>
          </a:p>
        </p:txBody>
      </p:sp>
      <p:sp>
        <p:nvSpPr>
          <p:cNvPr id="5" name="Footer Placeholder 4">
            <a:extLst>
              <a:ext uri="{FF2B5EF4-FFF2-40B4-BE49-F238E27FC236}">
                <a16:creationId xmlns:a16="http://schemas.microsoft.com/office/drawing/2014/main" id="{3056BEC1-E726-D438-E226-90FA7B61A52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EF8F154-1F77-9226-5FCB-645A68FAD6C4}"/>
              </a:ext>
            </a:extLst>
          </p:cNvPr>
          <p:cNvSpPr>
            <a:spLocks noGrp="1"/>
          </p:cNvSpPr>
          <p:nvPr>
            <p:ph type="sldNum" sz="quarter" idx="12"/>
          </p:nvPr>
        </p:nvSpPr>
        <p:spPr/>
        <p:txBody>
          <a:bodyPr/>
          <a:lstStyle/>
          <a:p>
            <a:fld id="{56BB8B7D-B437-4E80-9B4F-EB7501C8BBDD}" type="slidenum">
              <a:rPr lang="en-IN" smtClean="0"/>
              <a:pPr/>
              <a:t>164</a:t>
            </a:fld>
            <a:endParaRPr lang="en-IN"/>
          </a:p>
        </p:txBody>
      </p:sp>
    </p:spTree>
    <p:extLst>
      <p:ext uri="{BB962C8B-B14F-4D97-AF65-F5344CB8AC3E}">
        <p14:creationId xmlns:p14="http://schemas.microsoft.com/office/powerpoint/2010/main" val="38645285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F82D8-9A8C-D738-8FE6-EAE652D21CB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07E45B45-FC74-85D7-68A0-198789EA2DAC}"/>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packet pkt;    –&gt;   creates pkt handle with default ADDR_WIDTH and DATA_WIDTH values.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default parameter value can be overridden when the class is instantiated.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packet </a:t>
            </a:r>
            <a:r>
              <a:rPr lang="en-US" sz="2400" dirty="0">
                <a:highlight>
                  <a:srgbClr val="FFFF00"/>
                </a:highlight>
                <a:latin typeface="Times New Roman" panose="02020603050405020304" pitchFamily="18" charset="0"/>
                <a:cs typeface="Times New Roman" panose="02020603050405020304" pitchFamily="18" charset="0"/>
              </a:rPr>
              <a:t>#(32,64) </a:t>
            </a:r>
            <a:r>
              <a:rPr lang="en-US" sz="2400" dirty="0">
                <a:latin typeface="Times New Roman" panose="02020603050405020304" pitchFamily="18" charset="0"/>
                <a:cs typeface="Times New Roman" panose="02020603050405020304" pitchFamily="18" charset="0"/>
              </a:rPr>
              <a:t>pkt;  –&gt; creates pkt handle with ADDR_WIDTH = 32 and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DATA_WIDTH = 64.</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FEA3992-8F44-4A44-24E2-9C9CD47A5178}"/>
              </a:ext>
            </a:extLst>
          </p:cNvPr>
          <p:cNvSpPr>
            <a:spLocks noGrp="1"/>
          </p:cNvSpPr>
          <p:nvPr>
            <p:ph type="dt" sz="half" idx="10"/>
          </p:nvPr>
        </p:nvSpPr>
        <p:spPr/>
        <p:txBody>
          <a:bodyPr/>
          <a:lstStyle/>
          <a:p>
            <a:fld id="{EAF3BD91-1887-43F7-A1EF-BEEE89156C1B}" type="datetime1">
              <a:rPr lang="en-IN" smtClean="0"/>
              <a:pPr/>
              <a:t>31-10-2025</a:t>
            </a:fld>
            <a:endParaRPr lang="en-IN"/>
          </a:p>
        </p:txBody>
      </p:sp>
      <p:sp>
        <p:nvSpPr>
          <p:cNvPr id="5" name="Footer Placeholder 4">
            <a:extLst>
              <a:ext uri="{FF2B5EF4-FFF2-40B4-BE49-F238E27FC236}">
                <a16:creationId xmlns:a16="http://schemas.microsoft.com/office/drawing/2014/main" id="{E0DEE781-12F9-20F8-A8D0-87772F8AA93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2924EA8-EBB9-A711-765E-EFCCE6A4483E}"/>
              </a:ext>
            </a:extLst>
          </p:cNvPr>
          <p:cNvSpPr>
            <a:spLocks noGrp="1"/>
          </p:cNvSpPr>
          <p:nvPr>
            <p:ph type="sldNum" sz="quarter" idx="12"/>
          </p:nvPr>
        </p:nvSpPr>
        <p:spPr/>
        <p:txBody>
          <a:bodyPr/>
          <a:lstStyle/>
          <a:p>
            <a:fld id="{56BB8B7D-B437-4E80-9B4F-EB7501C8BBDD}" type="slidenum">
              <a:rPr lang="en-IN" smtClean="0"/>
              <a:pPr/>
              <a:t>165</a:t>
            </a:fld>
            <a:endParaRPr lang="en-IN"/>
          </a:p>
        </p:txBody>
      </p:sp>
    </p:spTree>
    <p:extLst>
      <p:ext uri="{BB962C8B-B14F-4D97-AF65-F5344CB8AC3E}">
        <p14:creationId xmlns:p14="http://schemas.microsoft.com/office/powerpoint/2010/main" val="15602018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1F64-C75B-9CF0-22A2-DD0740F5EEB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2D0139E-02E1-B610-414E-DBFFED88D0C1}"/>
              </a:ext>
            </a:extLst>
          </p:cNvPr>
          <p:cNvSpPr>
            <a:spLocks noGrp="1"/>
          </p:cNvSpPr>
          <p:nvPr>
            <p:ph idx="1"/>
          </p:nvPr>
        </p:nvSpPr>
        <p:spPr>
          <a:xfrm>
            <a:off x="609600" y="973144"/>
            <a:ext cx="10972800" cy="5095874"/>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Pass a data type to a class </a:t>
            </a:r>
          </a:p>
          <a:p>
            <a:pPr marL="457200" lvl="1" indent="0">
              <a:buNone/>
            </a:pPr>
            <a:r>
              <a:rPr lang="en-US" sz="2400" dirty="0">
                <a:latin typeface="Times New Roman" panose="02020603050405020304" pitchFamily="18" charset="0"/>
                <a:cs typeface="Times New Roman" panose="02020603050405020304" pitchFamily="18" charset="0"/>
              </a:rPr>
              <a:t>class packet #(parameter type T = int); </a:t>
            </a:r>
          </a:p>
          <a:p>
            <a:pPr marL="457200" lvl="1" indent="0">
              <a:buNone/>
            </a:pPr>
            <a:r>
              <a:rPr lang="en-US" sz="2400" dirty="0">
                <a:latin typeface="Times New Roman" panose="02020603050405020304" pitchFamily="18" charset="0"/>
                <a:cs typeface="Times New Roman" panose="02020603050405020304" pitchFamily="18" charset="0"/>
              </a:rPr>
              <a:t>T address; </a:t>
            </a:r>
          </a:p>
          <a:p>
            <a:pPr marL="457200" lvl="1" indent="0">
              <a:buNone/>
            </a:pPr>
            <a:r>
              <a:rPr lang="en-US" sz="2400" dirty="0">
                <a:latin typeface="Times New Roman" panose="02020603050405020304" pitchFamily="18" charset="0"/>
                <a:cs typeface="Times New Roman" panose="02020603050405020304" pitchFamily="18" charset="0"/>
              </a:rPr>
              <a:t>T data   ; </a:t>
            </a:r>
          </a:p>
          <a:p>
            <a:pPr marL="457200" lvl="1" indent="0">
              <a:buNone/>
            </a:pPr>
            <a:r>
              <a:rPr lang="en-US" sz="2400" dirty="0">
                <a:latin typeface="Times New Roman" panose="02020603050405020304" pitchFamily="18" charset="0"/>
                <a:cs typeface="Times New Roman" panose="02020603050405020304" pitchFamily="18" charset="0"/>
              </a:rPr>
              <a:t>function new(); </a:t>
            </a:r>
          </a:p>
          <a:p>
            <a:pPr marL="457200" lvl="1" indent="0">
              <a:buNone/>
            </a:pPr>
            <a:r>
              <a:rPr lang="en-US" sz="2400" dirty="0">
                <a:latin typeface="Times New Roman" panose="02020603050405020304" pitchFamily="18" charset="0"/>
                <a:cs typeface="Times New Roman" panose="02020603050405020304" pitchFamily="18" charset="0"/>
              </a:rPr>
              <a:t>address = 10; </a:t>
            </a:r>
          </a:p>
          <a:p>
            <a:pPr marL="457200" lvl="1" indent="0">
              <a:buNone/>
            </a:pPr>
            <a:r>
              <a:rPr lang="en-US" sz="2400" dirty="0">
                <a:latin typeface="Times New Roman" panose="02020603050405020304" pitchFamily="18" charset="0"/>
                <a:cs typeface="Times New Roman" panose="02020603050405020304" pitchFamily="18" charset="0"/>
              </a:rPr>
              <a:t>data    = 20; </a:t>
            </a:r>
          </a:p>
          <a:p>
            <a:pPr marL="457200" lvl="1" indent="0">
              <a:buNone/>
            </a:pPr>
            <a:r>
              <a:rPr lang="en-US" sz="2400" dirty="0" err="1">
                <a:latin typeface="Times New Roman" panose="02020603050405020304" pitchFamily="18" charset="0"/>
                <a:cs typeface="Times New Roman" panose="02020603050405020304" pitchFamily="18" charset="0"/>
              </a:rPr>
              <a:t>endfunction</a:t>
            </a:r>
            <a:r>
              <a:rPr lang="en-US" sz="2400" dirty="0">
                <a:latin typeface="Times New Roman" panose="02020603050405020304" pitchFamily="18" charset="0"/>
                <a:cs typeface="Times New Roman" panose="02020603050405020304" pitchFamily="18" charset="0"/>
              </a:rPr>
              <a:t> </a:t>
            </a:r>
          </a:p>
          <a:p>
            <a:pPr marL="457200" lvl="1" indent="0">
              <a:buNone/>
            </a:pPr>
            <a:r>
              <a:rPr lang="en-US" sz="2400" dirty="0" err="1">
                <a:latin typeface="Times New Roman" panose="02020603050405020304" pitchFamily="18" charset="0"/>
                <a:cs typeface="Times New Roman" panose="02020603050405020304" pitchFamily="18" charset="0"/>
              </a:rPr>
              <a:t>endclass</a:t>
            </a:r>
            <a:r>
              <a:rPr lang="en-US" sz="2400" dirty="0">
                <a:latin typeface="Times New Roman" panose="02020603050405020304" pitchFamily="18" charset="0"/>
                <a:cs typeface="Times New Roman" panose="02020603050405020304" pitchFamily="18" charset="0"/>
              </a:rPr>
              <a:t> </a:t>
            </a:r>
          </a:p>
          <a:p>
            <a:pPr marL="457200" lvl="1" indent="0">
              <a:buNone/>
            </a:pPr>
            <a:r>
              <a:rPr lang="en-US" sz="2400" dirty="0">
                <a:latin typeface="Times New Roman" panose="02020603050405020304" pitchFamily="18" charset="0"/>
                <a:cs typeface="Times New Roman" panose="02020603050405020304" pitchFamily="18" charset="0"/>
              </a:rPr>
              <a:t>packet pkt;  –&gt;    address and data type is int </a:t>
            </a:r>
          </a:p>
          <a:p>
            <a:pPr marL="457200" lvl="1" indent="0">
              <a:buNone/>
            </a:pPr>
            <a:r>
              <a:rPr lang="en-US" sz="2400" dirty="0">
                <a:latin typeface="Times New Roman" panose="02020603050405020304" pitchFamily="18" charset="0"/>
                <a:cs typeface="Times New Roman" panose="02020603050405020304" pitchFamily="18" charset="0"/>
              </a:rPr>
              <a:t>packet #(bit [31:0]) pkt;   –&gt;    address and data type is bit [31:0]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1441A88-11FA-4CDF-A8D5-F70117D8A6DD}"/>
              </a:ext>
            </a:extLst>
          </p:cNvPr>
          <p:cNvSpPr>
            <a:spLocks noGrp="1"/>
          </p:cNvSpPr>
          <p:nvPr>
            <p:ph type="dt" sz="half" idx="10"/>
          </p:nvPr>
        </p:nvSpPr>
        <p:spPr/>
        <p:txBody>
          <a:bodyPr/>
          <a:lstStyle/>
          <a:p>
            <a:fld id="{97172C13-7FC7-42E9-9B33-9C5F45093747}" type="datetime1">
              <a:rPr lang="en-IN" smtClean="0"/>
              <a:pPr/>
              <a:t>31-10-2025</a:t>
            </a:fld>
            <a:endParaRPr lang="en-IN"/>
          </a:p>
        </p:txBody>
      </p:sp>
      <p:sp>
        <p:nvSpPr>
          <p:cNvPr id="5" name="Footer Placeholder 4">
            <a:extLst>
              <a:ext uri="{FF2B5EF4-FFF2-40B4-BE49-F238E27FC236}">
                <a16:creationId xmlns:a16="http://schemas.microsoft.com/office/drawing/2014/main" id="{23537F96-437D-70E5-9DEB-4F0B19A0CA2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CD8E467-2A41-DAEC-C5F4-D17867C3B49B}"/>
              </a:ext>
            </a:extLst>
          </p:cNvPr>
          <p:cNvSpPr>
            <a:spLocks noGrp="1"/>
          </p:cNvSpPr>
          <p:nvPr>
            <p:ph type="sldNum" sz="quarter" idx="12"/>
          </p:nvPr>
        </p:nvSpPr>
        <p:spPr/>
        <p:txBody>
          <a:bodyPr/>
          <a:lstStyle/>
          <a:p>
            <a:fld id="{56BB8B7D-B437-4E80-9B4F-EB7501C8BBDD}" type="slidenum">
              <a:rPr lang="en-IN" smtClean="0"/>
              <a:pPr/>
              <a:t>166</a:t>
            </a:fld>
            <a:endParaRPr lang="en-IN"/>
          </a:p>
        </p:txBody>
      </p:sp>
    </p:spTree>
    <p:extLst>
      <p:ext uri="{BB962C8B-B14F-4D97-AF65-F5344CB8AC3E}">
        <p14:creationId xmlns:p14="http://schemas.microsoft.com/office/powerpoint/2010/main" val="363241852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4D0BA-5E42-F651-DB4B-BDADD1B47D8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39221D19-4524-6FC6-23B2-F6BF87EF781D}"/>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Class Assignment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will be created only after doing </a:t>
            </a:r>
            <a:r>
              <a:rPr lang="en-US" sz="2400" dirty="0">
                <a:solidFill>
                  <a:srgbClr val="FF0000"/>
                </a:solidFill>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to a </a:t>
            </a:r>
            <a:r>
              <a:rPr lang="en-US" sz="2400" dirty="0">
                <a:highlight>
                  <a:srgbClr val="FFFF00"/>
                </a:highlight>
                <a:latin typeface="Times New Roman" panose="02020603050405020304" pitchFamily="18" charset="0"/>
                <a:cs typeface="Times New Roman" panose="02020603050405020304" pitchFamily="18" charset="0"/>
              </a:rPr>
              <a:t>class handle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packet   pkt_1;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pkt_1  = new();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packet   pkt_2;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pkt_2  = pkt_1;</a:t>
            </a:r>
          </a:p>
        </p:txBody>
      </p:sp>
      <p:sp>
        <p:nvSpPr>
          <p:cNvPr id="4" name="Date Placeholder 3">
            <a:extLst>
              <a:ext uri="{FF2B5EF4-FFF2-40B4-BE49-F238E27FC236}">
                <a16:creationId xmlns:a16="http://schemas.microsoft.com/office/drawing/2014/main" id="{C8CFC18B-B84A-FEA1-5F4C-212870E13ABF}"/>
              </a:ext>
            </a:extLst>
          </p:cNvPr>
          <p:cNvSpPr>
            <a:spLocks noGrp="1"/>
          </p:cNvSpPr>
          <p:nvPr>
            <p:ph type="dt" sz="half" idx="10"/>
          </p:nvPr>
        </p:nvSpPr>
        <p:spPr/>
        <p:txBody>
          <a:bodyPr/>
          <a:lstStyle/>
          <a:p>
            <a:fld id="{B443691E-568F-4020-AB6D-2B7A65B54689}" type="datetime1">
              <a:rPr lang="en-IN" smtClean="0"/>
              <a:pPr/>
              <a:t>31-10-2025</a:t>
            </a:fld>
            <a:endParaRPr lang="en-IN"/>
          </a:p>
        </p:txBody>
      </p:sp>
      <p:sp>
        <p:nvSpPr>
          <p:cNvPr id="5" name="Footer Placeholder 4">
            <a:extLst>
              <a:ext uri="{FF2B5EF4-FFF2-40B4-BE49-F238E27FC236}">
                <a16:creationId xmlns:a16="http://schemas.microsoft.com/office/drawing/2014/main" id="{C867173A-B39A-6644-8A21-0C3B1ED9B5B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A92385E-A04E-E269-833E-E29E121A7118}"/>
              </a:ext>
            </a:extLst>
          </p:cNvPr>
          <p:cNvSpPr>
            <a:spLocks noGrp="1"/>
          </p:cNvSpPr>
          <p:nvPr>
            <p:ph type="sldNum" sz="quarter" idx="12"/>
          </p:nvPr>
        </p:nvSpPr>
        <p:spPr/>
        <p:txBody>
          <a:bodyPr/>
          <a:lstStyle/>
          <a:p>
            <a:fld id="{56BB8B7D-B437-4E80-9B4F-EB7501C8BBDD}" type="slidenum">
              <a:rPr lang="en-IN" smtClean="0"/>
              <a:pPr/>
              <a:t>167</a:t>
            </a:fld>
            <a:endParaRPr lang="en-IN"/>
          </a:p>
        </p:txBody>
      </p:sp>
    </p:spTree>
    <p:extLst>
      <p:ext uri="{BB962C8B-B14F-4D97-AF65-F5344CB8AC3E}">
        <p14:creationId xmlns:p14="http://schemas.microsoft.com/office/powerpoint/2010/main" val="263411690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3EDD0-905C-97AB-1950-AD8D023C98F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F3ADE5D4-53AB-1C4E-8D45-23589F492930}"/>
              </a:ext>
            </a:extLst>
          </p:cNvPr>
          <p:cNvPicPr>
            <a:picLocks noGrp="1" noChangeAspect="1"/>
          </p:cNvPicPr>
          <p:nvPr>
            <p:ph idx="1"/>
          </p:nvPr>
        </p:nvPicPr>
        <p:blipFill>
          <a:blip r:embed="rId3"/>
          <a:stretch>
            <a:fillRect/>
          </a:stretch>
        </p:blipFill>
        <p:spPr>
          <a:xfrm>
            <a:off x="1811257" y="685805"/>
            <a:ext cx="8159911" cy="5701090"/>
          </a:xfrm>
        </p:spPr>
      </p:pic>
      <p:sp>
        <p:nvSpPr>
          <p:cNvPr id="3" name="Date Placeholder 2">
            <a:extLst>
              <a:ext uri="{FF2B5EF4-FFF2-40B4-BE49-F238E27FC236}">
                <a16:creationId xmlns:a16="http://schemas.microsoft.com/office/drawing/2014/main" id="{94F8C995-2B04-571E-A870-593BDF5D5CA0}"/>
              </a:ext>
            </a:extLst>
          </p:cNvPr>
          <p:cNvSpPr>
            <a:spLocks noGrp="1"/>
          </p:cNvSpPr>
          <p:nvPr>
            <p:ph type="dt" sz="half" idx="10"/>
          </p:nvPr>
        </p:nvSpPr>
        <p:spPr/>
        <p:txBody>
          <a:bodyPr/>
          <a:lstStyle/>
          <a:p>
            <a:fld id="{476D0167-7756-4B93-BE99-AC18E31EC5E8}" type="datetime1">
              <a:rPr lang="en-IN" smtClean="0"/>
              <a:pPr/>
              <a:t>31-10-2025</a:t>
            </a:fld>
            <a:endParaRPr lang="en-IN"/>
          </a:p>
        </p:txBody>
      </p:sp>
      <p:sp>
        <p:nvSpPr>
          <p:cNvPr id="4" name="Footer Placeholder 3">
            <a:extLst>
              <a:ext uri="{FF2B5EF4-FFF2-40B4-BE49-F238E27FC236}">
                <a16:creationId xmlns:a16="http://schemas.microsoft.com/office/drawing/2014/main" id="{B91F86D7-1D67-779A-CAE7-67F10207454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58237A2-2C15-984F-7364-AB43DE812514}"/>
              </a:ext>
            </a:extLst>
          </p:cNvPr>
          <p:cNvSpPr>
            <a:spLocks noGrp="1"/>
          </p:cNvSpPr>
          <p:nvPr>
            <p:ph type="sldNum" sz="quarter" idx="12"/>
          </p:nvPr>
        </p:nvSpPr>
        <p:spPr/>
        <p:txBody>
          <a:bodyPr/>
          <a:lstStyle/>
          <a:p>
            <a:fld id="{56BB8B7D-B437-4E80-9B4F-EB7501C8BBDD}" type="slidenum">
              <a:rPr lang="en-IN" smtClean="0"/>
              <a:pPr/>
              <a:t>168</a:t>
            </a:fld>
            <a:endParaRPr lang="en-IN"/>
          </a:p>
        </p:txBody>
      </p:sp>
    </p:spTree>
    <p:extLst>
      <p:ext uri="{BB962C8B-B14F-4D97-AF65-F5344CB8AC3E}">
        <p14:creationId xmlns:p14="http://schemas.microsoft.com/office/powerpoint/2010/main" val="188572396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02525-22B2-C292-F2C6-72FBDE3F10D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5F51766E-1CF8-EB48-90C6-1D310CE0CFDA}"/>
              </a:ext>
            </a:extLst>
          </p:cNvPr>
          <p:cNvSpPr>
            <a:spLocks noGrp="1"/>
          </p:cNvSpPr>
          <p:nvPr>
            <p:ph idx="1"/>
          </p:nvPr>
        </p:nvSpPr>
        <p:spPr>
          <a:xfrm>
            <a:off x="1489024" y="1264054"/>
            <a:ext cx="4141304" cy="4834077"/>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a:t>
            </a:r>
          </a:p>
          <a:p>
            <a:pPr marL="0" indent="0">
              <a:buNone/>
            </a:pPr>
            <a:r>
              <a:rPr lang="en-IN" sz="2000" dirty="0">
                <a:latin typeface="Times New Roman" panose="02020603050405020304" pitchFamily="18" charset="0"/>
                <a:cs typeface="Times New Roman" panose="02020603050405020304" pitchFamily="18" charset="0"/>
              </a:rPr>
              <a:t>  logic [31:0] data;</a:t>
            </a:r>
          </a:p>
          <a:p>
            <a:pPr marL="0" indent="0">
              <a:buNone/>
            </a:pPr>
            <a:r>
              <a:rPr lang="en-IN" sz="2000" dirty="0">
                <a:latin typeface="Times New Roman" panose="02020603050405020304" pitchFamily="18" charset="0"/>
                <a:cs typeface="Times New Roman" panose="02020603050405020304" pitchFamily="18" charset="0"/>
              </a:rPr>
              <a:t>  logic [31:0]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write;</a:t>
            </a:r>
          </a:p>
          <a:p>
            <a:pPr marL="0" indent="0">
              <a:buNone/>
            </a:pPr>
            <a:r>
              <a:rPr lang="en-IN" sz="2000" dirty="0">
                <a:latin typeface="Times New Roman" panose="02020603050405020304" pitchFamily="18" charset="0"/>
                <a:cs typeface="Times New Roman" panose="02020603050405020304" pitchFamily="18" charset="0"/>
              </a:rPr>
              <a:t>  string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function new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32'h10;</a:t>
            </a:r>
          </a:p>
          <a:p>
            <a:pPr marL="0" indent="0">
              <a:buNone/>
            </a:pPr>
            <a:r>
              <a:rPr lang="en-IN" sz="2000" dirty="0">
                <a:latin typeface="Times New Roman" panose="02020603050405020304" pitchFamily="18" charset="0"/>
                <a:cs typeface="Times New Roman" panose="02020603050405020304" pitchFamily="18" charset="0"/>
              </a:rPr>
              <a:t>    data = 32'hAB;</a:t>
            </a:r>
          </a:p>
          <a:p>
            <a:pPr marL="0" indent="0">
              <a:buNone/>
            </a:pPr>
            <a:r>
              <a:rPr lang="en-IN" sz="2000" dirty="0">
                <a:latin typeface="Times New Roman" panose="02020603050405020304" pitchFamily="18" charset="0"/>
                <a:cs typeface="Times New Roman" panose="02020603050405020304" pitchFamily="18" charset="0"/>
              </a:rPr>
              <a:t>    write =1;</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pkt_type</a:t>
            </a:r>
            <a:r>
              <a:rPr lang="en-IN" sz="2000" dirty="0">
                <a:latin typeface="Times New Roman" panose="02020603050405020304" pitchFamily="18" charset="0"/>
                <a:cs typeface="Times New Roman" panose="02020603050405020304" pitchFamily="18" charset="0"/>
              </a:rPr>
              <a:t> = "GOOD_PKT";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DA28D24-555B-0F0C-6D68-E3F25FC286C5}"/>
              </a:ext>
            </a:extLst>
          </p:cNvPr>
          <p:cNvSpPr>
            <a:spLocks noGrp="1"/>
          </p:cNvSpPr>
          <p:nvPr>
            <p:ph type="dt" sz="half" idx="10"/>
          </p:nvPr>
        </p:nvSpPr>
        <p:spPr/>
        <p:txBody>
          <a:bodyPr/>
          <a:lstStyle/>
          <a:p>
            <a:fld id="{D06F3787-C14E-40F6-8BC7-DBF1E3870C74}" type="datetime1">
              <a:rPr lang="en-IN" smtClean="0"/>
              <a:pPr/>
              <a:t>31-10-2025</a:t>
            </a:fld>
            <a:endParaRPr lang="en-IN"/>
          </a:p>
        </p:txBody>
      </p:sp>
      <p:sp>
        <p:nvSpPr>
          <p:cNvPr id="6" name="Footer Placeholder 5">
            <a:extLst>
              <a:ext uri="{FF2B5EF4-FFF2-40B4-BE49-F238E27FC236}">
                <a16:creationId xmlns:a16="http://schemas.microsoft.com/office/drawing/2014/main" id="{92CB40D8-4E2A-7308-1B19-9CCDC76F2A2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ECA2C74-E3C7-CAF5-0F16-6ED1B515E71E}"/>
              </a:ext>
            </a:extLst>
          </p:cNvPr>
          <p:cNvSpPr>
            <a:spLocks noGrp="1"/>
          </p:cNvSpPr>
          <p:nvPr>
            <p:ph type="sldNum" sz="quarter" idx="12"/>
          </p:nvPr>
        </p:nvSpPr>
        <p:spPr/>
        <p:txBody>
          <a:bodyPr/>
          <a:lstStyle/>
          <a:p>
            <a:fld id="{56BB8B7D-B437-4E80-9B4F-EB7501C8BBDD}" type="slidenum">
              <a:rPr lang="en-IN" smtClean="0"/>
              <a:pPr/>
              <a:t>169</a:t>
            </a:fld>
            <a:endParaRPr lang="en-IN"/>
          </a:p>
        </p:txBody>
      </p:sp>
      <p:sp>
        <p:nvSpPr>
          <p:cNvPr id="4" name="TextBox 3">
            <a:extLst>
              <a:ext uri="{FF2B5EF4-FFF2-40B4-BE49-F238E27FC236}">
                <a16:creationId xmlns:a16="http://schemas.microsoft.com/office/drawing/2014/main" id="{074227CE-E10A-CA19-CC1A-E93D5521735A}"/>
              </a:ext>
            </a:extLst>
          </p:cNvPr>
          <p:cNvSpPr txBox="1"/>
          <p:nvPr/>
        </p:nvSpPr>
        <p:spPr>
          <a:xfrm>
            <a:off x="5752065" y="1264054"/>
            <a:ext cx="5039139"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function void display();</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data is : %0h", data);</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address is : %0h",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addr</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packet type is : %0s",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pkt_type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endfunction</a:t>
            </a:r>
            <a:endPar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endclass</a:t>
            </a:r>
            <a:endParaRPr lang="en-IN" dirty="0"/>
          </a:p>
        </p:txBody>
      </p:sp>
    </p:spTree>
    <p:extLst>
      <p:ext uri="{BB962C8B-B14F-4D97-AF65-F5344CB8AC3E}">
        <p14:creationId xmlns:p14="http://schemas.microsoft.com/office/powerpoint/2010/main" val="98364273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8EEC-38CA-7431-72EB-AA9AF478F1B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68BCFAFC-72A7-62E2-7DB2-910FCF519545}"/>
              </a:ext>
            </a:extLst>
          </p:cNvPr>
          <p:cNvSpPr>
            <a:spLocks noGrp="1"/>
          </p:cNvSpPr>
          <p:nvPr>
            <p:ph idx="1"/>
          </p:nvPr>
        </p:nvSpPr>
        <p:spPr>
          <a:xfrm>
            <a:off x="609600" y="914401"/>
            <a:ext cx="10972800" cy="5211764"/>
          </a:xfrm>
        </p:spPr>
        <p:txBody>
          <a:bodyPr>
            <a:normAutofit fontScale="92500" lnSpcReduction="20000"/>
          </a:bodyPr>
          <a:lstStyle/>
          <a:p>
            <a:pPr marL="809625"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assignemrnt_example</a:t>
            </a:r>
            <a:r>
              <a:rPr lang="en-IN" sz="2000" dirty="0">
                <a:latin typeface="Times New Roman" panose="02020603050405020304" pitchFamily="18" charset="0"/>
                <a:cs typeface="Times New Roman" panose="02020603050405020304" pitchFamily="18" charset="0"/>
              </a:rPr>
              <a:t>;</a:t>
            </a:r>
          </a:p>
          <a:p>
            <a:pPr marL="809625" indent="0">
              <a:buNone/>
            </a:pPr>
            <a:r>
              <a:rPr lang="en-IN" sz="2000" dirty="0">
                <a:latin typeface="Times New Roman" panose="02020603050405020304" pitchFamily="18" charset="0"/>
                <a:cs typeface="Times New Roman" panose="02020603050405020304" pitchFamily="18" charset="0"/>
              </a:rPr>
              <a:t>  packet pkt1;</a:t>
            </a:r>
          </a:p>
          <a:p>
            <a:pPr marL="809625" indent="0">
              <a:buNone/>
            </a:pPr>
            <a:r>
              <a:rPr lang="en-IN" sz="2000" dirty="0">
                <a:latin typeface="Times New Roman" panose="02020603050405020304" pitchFamily="18" charset="0"/>
                <a:cs typeface="Times New Roman" panose="02020603050405020304" pitchFamily="18" charset="0"/>
              </a:rPr>
              <a:t>  packet pkt2;</a:t>
            </a:r>
          </a:p>
          <a:p>
            <a:pPr marL="809625" indent="0">
              <a:buNone/>
            </a:pPr>
            <a:r>
              <a:rPr lang="en-IN" sz="2000" dirty="0">
                <a:latin typeface="Times New Roman" panose="02020603050405020304" pitchFamily="18" charset="0"/>
                <a:cs typeface="Times New Roman" panose="02020603050405020304" pitchFamily="18" charset="0"/>
              </a:rPr>
              <a:t>   initial begin</a:t>
            </a:r>
          </a:p>
          <a:p>
            <a:pPr marL="809625" indent="0">
              <a:buNone/>
            </a:pPr>
            <a:r>
              <a:rPr lang="en-IN" sz="2000" dirty="0">
                <a:latin typeface="Times New Roman" panose="02020603050405020304" pitchFamily="18" charset="0"/>
                <a:cs typeface="Times New Roman" panose="02020603050405020304" pitchFamily="18" charset="0"/>
              </a:rPr>
              <a:t>  pkt1 = new();</a:t>
            </a:r>
          </a:p>
          <a:p>
            <a:pPr marL="809625" indent="0">
              <a:buNone/>
            </a:pPr>
            <a:r>
              <a:rPr lang="en-IN" sz="2000" dirty="0">
                <a:latin typeface="Times New Roman" panose="02020603050405020304" pitchFamily="18" charset="0"/>
                <a:cs typeface="Times New Roman" panose="02020603050405020304" pitchFamily="18" charset="0"/>
              </a:rPr>
              <a:t>  $display("calling the </a:t>
            </a:r>
            <a:r>
              <a:rPr lang="en-IN" sz="2000" dirty="0" err="1">
                <a:latin typeface="Times New Roman" panose="02020603050405020304" pitchFamily="18" charset="0"/>
                <a:cs typeface="Times New Roman" panose="02020603050405020304" pitchFamily="18" charset="0"/>
              </a:rPr>
              <a:t>packte</a:t>
            </a:r>
            <a:r>
              <a:rPr lang="en-IN" sz="2000" dirty="0">
                <a:latin typeface="Times New Roman" panose="02020603050405020304" pitchFamily="18" charset="0"/>
                <a:cs typeface="Times New Roman" panose="02020603050405020304" pitchFamily="18" charset="0"/>
              </a:rPr>
              <a:t> 1 display ");</a:t>
            </a:r>
          </a:p>
          <a:p>
            <a:pPr marL="809625" indent="0">
              <a:buNone/>
            </a:pPr>
            <a:r>
              <a:rPr lang="en-IN" sz="2000" dirty="0">
                <a:latin typeface="Times New Roman" panose="02020603050405020304" pitchFamily="18" charset="0"/>
                <a:cs typeface="Times New Roman" panose="02020603050405020304" pitchFamily="18" charset="0"/>
              </a:rPr>
              <a:t>  pkt1.display();</a:t>
            </a:r>
          </a:p>
          <a:p>
            <a:pPr marL="809625" indent="0">
              <a:buNone/>
            </a:pPr>
            <a:r>
              <a:rPr lang="en-IN" sz="2000" dirty="0">
                <a:latin typeface="Times New Roman" panose="02020603050405020304" pitchFamily="18" charset="0"/>
                <a:cs typeface="Times New Roman" panose="02020603050405020304" pitchFamily="18" charset="0"/>
              </a:rPr>
              <a:t>  pkt2 = pkt1;</a:t>
            </a:r>
          </a:p>
          <a:p>
            <a:pPr marL="809625" indent="0">
              <a:buNone/>
            </a:pPr>
            <a:r>
              <a:rPr lang="en-IN" sz="2000" dirty="0">
                <a:latin typeface="Times New Roman" panose="02020603050405020304" pitchFamily="18" charset="0"/>
                <a:cs typeface="Times New Roman" panose="02020603050405020304" pitchFamily="18" charset="0"/>
              </a:rPr>
              <a:t>  $display("calling the packet 2 display");</a:t>
            </a:r>
          </a:p>
          <a:p>
            <a:pPr marL="809625" indent="0">
              <a:buNone/>
            </a:pPr>
            <a:r>
              <a:rPr lang="en-IN" sz="2000" dirty="0">
                <a:latin typeface="Times New Roman" panose="02020603050405020304" pitchFamily="18" charset="0"/>
                <a:cs typeface="Times New Roman" panose="02020603050405020304" pitchFamily="18" charset="0"/>
              </a:rPr>
              <a:t>  pkt2.display();</a:t>
            </a:r>
          </a:p>
          <a:p>
            <a:pPr marL="809625" indent="0">
              <a:buNone/>
            </a:pPr>
            <a:r>
              <a:rPr lang="en-IN" sz="2000" dirty="0">
                <a:latin typeface="Times New Roman" panose="02020603050405020304" pitchFamily="18" charset="0"/>
                <a:cs typeface="Times New Roman" panose="02020603050405020304" pitchFamily="18" charset="0"/>
              </a:rPr>
              <a:t>  pkt2.data = 32'h ABC;</a:t>
            </a:r>
          </a:p>
          <a:p>
            <a:pPr marL="809625" indent="0">
              <a:buNone/>
            </a:pPr>
            <a:r>
              <a:rPr lang="en-IN" sz="2000" dirty="0">
                <a:latin typeface="Times New Roman" panose="02020603050405020304" pitchFamily="18" charset="0"/>
                <a:cs typeface="Times New Roman" panose="02020603050405020304" pitchFamily="18" charset="0"/>
              </a:rPr>
              <a:t>  pkt2.addr = 32'h 123;</a:t>
            </a:r>
          </a:p>
          <a:p>
            <a:pPr marL="809625" indent="0">
              <a:buNone/>
            </a:pPr>
            <a:r>
              <a:rPr lang="en-IN" sz="2000" dirty="0">
                <a:latin typeface="Times New Roman" panose="02020603050405020304" pitchFamily="18" charset="0"/>
                <a:cs typeface="Times New Roman" panose="02020603050405020304" pitchFamily="18" charset="0"/>
              </a:rPr>
              <a:t>     pkt2.pkt_type = "BAD PACKET"; $display ("checking the value is the packet 1");</a:t>
            </a:r>
          </a:p>
          <a:p>
            <a:pPr marL="809625" indent="0">
              <a:buNone/>
            </a:pPr>
            <a:r>
              <a:rPr lang="en-IN" sz="2000" dirty="0">
                <a:latin typeface="Times New Roman" panose="02020603050405020304" pitchFamily="18" charset="0"/>
                <a:cs typeface="Times New Roman" panose="02020603050405020304" pitchFamily="18" charset="0"/>
              </a:rPr>
              <a:t>  pkt1.display();</a:t>
            </a:r>
          </a:p>
          <a:p>
            <a:pPr marL="809625" indent="0">
              <a:buNone/>
            </a:pPr>
            <a:r>
              <a:rPr lang="en-IN" sz="2000" dirty="0">
                <a:latin typeface="Times New Roman" panose="02020603050405020304" pitchFamily="18" charset="0"/>
                <a:cs typeface="Times New Roman" panose="02020603050405020304" pitchFamily="18" charset="0"/>
              </a:rPr>
              <a:t>  end</a:t>
            </a:r>
          </a:p>
          <a:p>
            <a:pPr marL="809625" indent="0">
              <a:buNone/>
            </a:pP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13B4CBB8-69AE-8580-EBA5-B8D77A08C306}"/>
              </a:ext>
            </a:extLst>
          </p:cNvPr>
          <p:cNvSpPr>
            <a:spLocks noGrp="1"/>
          </p:cNvSpPr>
          <p:nvPr>
            <p:ph type="dt" sz="half" idx="10"/>
          </p:nvPr>
        </p:nvSpPr>
        <p:spPr/>
        <p:txBody>
          <a:bodyPr/>
          <a:lstStyle/>
          <a:p>
            <a:fld id="{3DE0F123-1286-411C-95A3-CDA384F8CF84}" type="datetime1">
              <a:rPr lang="en-IN" smtClean="0"/>
              <a:pPr/>
              <a:t>31-10-2025</a:t>
            </a:fld>
            <a:endParaRPr lang="en-IN"/>
          </a:p>
        </p:txBody>
      </p:sp>
      <p:sp>
        <p:nvSpPr>
          <p:cNvPr id="5" name="Footer Placeholder 4">
            <a:extLst>
              <a:ext uri="{FF2B5EF4-FFF2-40B4-BE49-F238E27FC236}">
                <a16:creationId xmlns:a16="http://schemas.microsoft.com/office/drawing/2014/main" id="{10BC5C29-B256-91C3-B663-1789D96485F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46BE48F-3EAF-2023-261A-CD3915919FEF}"/>
              </a:ext>
            </a:extLst>
          </p:cNvPr>
          <p:cNvSpPr>
            <a:spLocks noGrp="1"/>
          </p:cNvSpPr>
          <p:nvPr>
            <p:ph type="sldNum" sz="quarter" idx="12"/>
          </p:nvPr>
        </p:nvSpPr>
        <p:spPr/>
        <p:txBody>
          <a:bodyPr/>
          <a:lstStyle/>
          <a:p>
            <a:fld id="{56BB8B7D-B437-4E80-9B4F-EB7501C8BBDD}" type="slidenum">
              <a:rPr lang="en-IN" smtClean="0"/>
              <a:pPr/>
              <a:t>170</a:t>
            </a:fld>
            <a:endParaRPr lang="en-IN"/>
          </a:p>
        </p:txBody>
      </p:sp>
    </p:spTree>
    <p:extLst>
      <p:ext uri="{BB962C8B-B14F-4D97-AF65-F5344CB8AC3E}">
        <p14:creationId xmlns:p14="http://schemas.microsoft.com/office/powerpoint/2010/main" val="222328707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D7C34-2697-93C2-AFE0-D48479A45AA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2229E424-9108-CECA-F218-CDCF4647189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Shallow Copy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object will be created only after doing new to a class handle,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packet   pkt_1;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pkt_1  = new();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packet   pkt_2;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pkt_2  = new pkt_1;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last statement, pkt_2 is created and class properties were copied from pkt_1 to pkt_2, this is called as “</a:t>
            </a:r>
            <a:r>
              <a:rPr lang="en-US" sz="2400" dirty="0">
                <a:highlight>
                  <a:srgbClr val="FFFF00"/>
                </a:highlight>
                <a:latin typeface="Times New Roman" panose="02020603050405020304" pitchFamily="18" charset="0"/>
                <a:cs typeface="Times New Roman" panose="02020603050405020304" pitchFamily="18" charset="0"/>
              </a:rPr>
              <a:t>shallow copy</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D341C27-07E8-3A59-3E0D-53F113BC20C5}"/>
              </a:ext>
            </a:extLst>
          </p:cNvPr>
          <p:cNvSpPr>
            <a:spLocks noGrp="1"/>
          </p:cNvSpPr>
          <p:nvPr>
            <p:ph type="dt" sz="half" idx="10"/>
          </p:nvPr>
        </p:nvSpPr>
        <p:spPr/>
        <p:txBody>
          <a:bodyPr/>
          <a:lstStyle/>
          <a:p>
            <a:fld id="{AE1159D2-F5A2-4F90-B789-70975FB34843}" type="datetime1">
              <a:rPr lang="en-IN" smtClean="0"/>
              <a:pPr/>
              <a:t>31-10-2025</a:t>
            </a:fld>
            <a:endParaRPr lang="en-IN"/>
          </a:p>
        </p:txBody>
      </p:sp>
      <p:sp>
        <p:nvSpPr>
          <p:cNvPr id="5" name="Footer Placeholder 4">
            <a:extLst>
              <a:ext uri="{FF2B5EF4-FFF2-40B4-BE49-F238E27FC236}">
                <a16:creationId xmlns:a16="http://schemas.microsoft.com/office/drawing/2014/main" id="{11787505-AA6B-C643-9BD4-D8E6328961F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66B5D7B-5F96-C1A0-A98F-E6851B207F54}"/>
              </a:ext>
            </a:extLst>
          </p:cNvPr>
          <p:cNvSpPr>
            <a:spLocks noGrp="1"/>
          </p:cNvSpPr>
          <p:nvPr>
            <p:ph type="sldNum" sz="quarter" idx="12"/>
          </p:nvPr>
        </p:nvSpPr>
        <p:spPr/>
        <p:txBody>
          <a:bodyPr/>
          <a:lstStyle/>
          <a:p>
            <a:fld id="{56BB8B7D-B437-4E80-9B4F-EB7501C8BBDD}" type="slidenum">
              <a:rPr lang="en-IN" smtClean="0"/>
              <a:pPr/>
              <a:t>171</a:t>
            </a:fld>
            <a:endParaRPr lang="en-IN"/>
          </a:p>
        </p:txBody>
      </p:sp>
    </p:spTree>
    <p:extLst>
      <p:ext uri="{BB962C8B-B14F-4D97-AF65-F5344CB8AC3E}">
        <p14:creationId xmlns:p14="http://schemas.microsoft.com/office/powerpoint/2010/main" val="233979330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53507-A01F-4745-E3D6-9F80B3A5373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09E09F35-C10E-1222-377F-7C1DBE7B50C5}"/>
              </a:ext>
            </a:extLst>
          </p:cNvPr>
          <p:cNvSpPr>
            <a:spLocks noGrp="1"/>
          </p:cNvSpPr>
          <p:nvPr>
            <p:ph idx="1"/>
          </p:nvPr>
        </p:nvSpPr>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Shallow copy allocates the memory, copies the variable values and returns the memory handle.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shallow copy, All of the variables are copied across: integers, strings, instance handles, etc. </a:t>
            </a:r>
          </a:p>
          <a:p>
            <a:pPr>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Note</a:t>
            </a:r>
          </a:p>
          <a:p>
            <a:pPr lvl="1">
              <a:buFont typeface="Wingdings" panose="05000000000000000000" pitchFamily="2" charset="2"/>
              <a:buChar char="v"/>
            </a:pPr>
            <a:r>
              <a:rPr lang="en-US" sz="2400" dirty="0">
                <a:solidFill>
                  <a:srgbClr val="FF0000"/>
                </a:solidFill>
                <a:latin typeface="Times New Roman" panose="02020603050405020304" pitchFamily="18" charset="0"/>
                <a:cs typeface="Times New Roman" panose="02020603050405020304" pitchFamily="18" charset="0"/>
              </a:rPr>
              <a:t>Objects will not be copied</a:t>
            </a:r>
            <a:r>
              <a:rPr lang="en-US" sz="2400" dirty="0">
                <a:latin typeface="Times New Roman" panose="02020603050405020304" pitchFamily="18" charset="0"/>
                <a:cs typeface="Times New Roman" panose="02020603050405020304" pitchFamily="18" charset="0"/>
              </a:rPr>
              <a:t>, only their handles will be copied.</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To perform the full or deep copy, the custom method can be added.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B215815-71D0-E55D-3BA2-514CDD2854A3}"/>
              </a:ext>
            </a:extLst>
          </p:cNvPr>
          <p:cNvSpPr>
            <a:spLocks noGrp="1"/>
          </p:cNvSpPr>
          <p:nvPr>
            <p:ph type="dt" sz="half" idx="10"/>
          </p:nvPr>
        </p:nvSpPr>
        <p:spPr/>
        <p:txBody>
          <a:bodyPr/>
          <a:lstStyle/>
          <a:p>
            <a:fld id="{A53D5A4E-8E3F-4979-B244-D51C0BA61227}" type="datetime1">
              <a:rPr lang="en-IN" smtClean="0"/>
              <a:pPr/>
              <a:t>31-10-2025</a:t>
            </a:fld>
            <a:endParaRPr lang="en-IN"/>
          </a:p>
        </p:txBody>
      </p:sp>
      <p:sp>
        <p:nvSpPr>
          <p:cNvPr id="5" name="Footer Placeholder 4">
            <a:extLst>
              <a:ext uri="{FF2B5EF4-FFF2-40B4-BE49-F238E27FC236}">
                <a16:creationId xmlns:a16="http://schemas.microsoft.com/office/drawing/2014/main" id="{CAF9AE0B-B64D-577D-2F6E-F978650B8F0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F3ACA69-936A-D149-3635-677B64EB516B}"/>
              </a:ext>
            </a:extLst>
          </p:cNvPr>
          <p:cNvSpPr>
            <a:spLocks noGrp="1"/>
          </p:cNvSpPr>
          <p:nvPr>
            <p:ph type="sldNum" sz="quarter" idx="12"/>
          </p:nvPr>
        </p:nvSpPr>
        <p:spPr/>
        <p:txBody>
          <a:bodyPr/>
          <a:lstStyle/>
          <a:p>
            <a:fld id="{56BB8B7D-B437-4E80-9B4F-EB7501C8BBDD}" type="slidenum">
              <a:rPr lang="en-IN" smtClean="0"/>
              <a:pPr/>
              <a:t>172</a:t>
            </a:fld>
            <a:endParaRPr lang="en-IN"/>
          </a:p>
        </p:txBody>
      </p:sp>
    </p:spTree>
    <p:extLst>
      <p:ext uri="{BB962C8B-B14F-4D97-AF65-F5344CB8AC3E}">
        <p14:creationId xmlns:p14="http://schemas.microsoft.com/office/powerpoint/2010/main" val="41517583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D40A-11C8-F12C-EB79-B9AB3C5DC66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B179AA76-6AE5-9B51-9088-339507D4EF8B}"/>
              </a:ext>
            </a:extLst>
          </p:cNvPr>
          <p:cNvPicPr>
            <a:picLocks noGrp="1" noChangeAspect="1"/>
          </p:cNvPicPr>
          <p:nvPr>
            <p:ph idx="1"/>
          </p:nvPr>
        </p:nvPicPr>
        <p:blipFill>
          <a:blip r:embed="rId2"/>
          <a:stretch>
            <a:fillRect/>
          </a:stretch>
        </p:blipFill>
        <p:spPr>
          <a:xfrm>
            <a:off x="1829041" y="762821"/>
            <a:ext cx="7893693" cy="5593536"/>
          </a:xfrm>
        </p:spPr>
      </p:pic>
      <p:sp>
        <p:nvSpPr>
          <p:cNvPr id="3" name="Date Placeholder 2">
            <a:extLst>
              <a:ext uri="{FF2B5EF4-FFF2-40B4-BE49-F238E27FC236}">
                <a16:creationId xmlns:a16="http://schemas.microsoft.com/office/drawing/2014/main" id="{AAF8A4FD-558C-7279-C34B-5E0475D252F8}"/>
              </a:ext>
            </a:extLst>
          </p:cNvPr>
          <p:cNvSpPr>
            <a:spLocks noGrp="1"/>
          </p:cNvSpPr>
          <p:nvPr>
            <p:ph type="dt" sz="half" idx="10"/>
          </p:nvPr>
        </p:nvSpPr>
        <p:spPr/>
        <p:txBody>
          <a:bodyPr/>
          <a:lstStyle/>
          <a:p>
            <a:fld id="{3613924D-F0D8-44A0-8670-BF42FFD7B62F}" type="datetime1">
              <a:rPr lang="en-IN" smtClean="0"/>
              <a:pPr/>
              <a:t>31-10-2025</a:t>
            </a:fld>
            <a:endParaRPr lang="en-IN"/>
          </a:p>
        </p:txBody>
      </p:sp>
      <p:sp>
        <p:nvSpPr>
          <p:cNvPr id="4" name="Footer Placeholder 3">
            <a:extLst>
              <a:ext uri="{FF2B5EF4-FFF2-40B4-BE49-F238E27FC236}">
                <a16:creationId xmlns:a16="http://schemas.microsoft.com/office/drawing/2014/main" id="{BA5A3E65-05CF-7432-C30F-EAB602342B1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CC7E2F4-7F59-17AE-8221-79E7A5F4D96A}"/>
              </a:ext>
            </a:extLst>
          </p:cNvPr>
          <p:cNvSpPr>
            <a:spLocks noGrp="1"/>
          </p:cNvSpPr>
          <p:nvPr>
            <p:ph type="sldNum" sz="quarter" idx="12"/>
          </p:nvPr>
        </p:nvSpPr>
        <p:spPr/>
        <p:txBody>
          <a:bodyPr/>
          <a:lstStyle/>
          <a:p>
            <a:fld id="{56BB8B7D-B437-4E80-9B4F-EB7501C8BBDD}" type="slidenum">
              <a:rPr lang="en-IN" smtClean="0"/>
              <a:pPr/>
              <a:t>173</a:t>
            </a:fld>
            <a:endParaRPr lang="en-IN"/>
          </a:p>
        </p:txBody>
      </p:sp>
    </p:spTree>
    <p:extLst>
      <p:ext uri="{BB962C8B-B14F-4D97-AF65-F5344CB8AC3E}">
        <p14:creationId xmlns:p14="http://schemas.microsoft.com/office/powerpoint/2010/main" val="364459623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EFA3-8FA1-71EE-E6CB-1E531374CAA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C0C11132-32EA-0391-27F3-010834D94B30}"/>
              </a:ext>
            </a:extLst>
          </p:cNvPr>
          <p:cNvPicPr>
            <a:picLocks noGrp="1" noChangeAspect="1"/>
          </p:cNvPicPr>
          <p:nvPr>
            <p:ph idx="1"/>
          </p:nvPr>
        </p:nvPicPr>
        <p:blipFill>
          <a:blip r:embed="rId2"/>
          <a:stretch>
            <a:fillRect/>
          </a:stretch>
        </p:blipFill>
        <p:spPr>
          <a:xfrm>
            <a:off x="1858618" y="1511050"/>
            <a:ext cx="7652572" cy="4247871"/>
          </a:xfrm>
        </p:spPr>
      </p:pic>
      <p:sp>
        <p:nvSpPr>
          <p:cNvPr id="3" name="Date Placeholder 2">
            <a:extLst>
              <a:ext uri="{FF2B5EF4-FFF2-40B4-BE49-F238E27FC236}">
                <a16:creationId xmlns:a16="http://schemas.microsoft.com/office/drawing/2014/main" id="{9A29B828-F7B0-CD8B-D6CE-7ED8FEB6B0F1}"/>
              </a:ext>
            </a:extLst>
          </p:cNvPr>
          <p:cNvSpPr>
            <a:spLocks noGrp="1"/>
          </p:cNvSpPr>
          <p:nvPr>
            <p:ph type="dt" sz="half" idx="10"/>
          </p:nvPr>
        </p:nvSpPr>
        <p:spPr/>
        <p:txBody>
          <a:bodyPr/>
          <a:lstStyle/>
          <a:p>
            <a:fld id="{27CD90B5-5D83-4670-9D67-4C0E5411924D}" type="datetime1">
              <a:rPr lang="en-IN" smtClean="0"/>
              <a:pPr/>
              <a:t>31-10-2025</a:t>
            </a:fld>
            <a:endParaRPr lang="en-IN"/>
          </a:p>
        </p:txBody>
      </p:sp>
      <p:sp>
        <p:nvSpPr>
          <p:cNvPr id="4" name="Footer Placeholder 3">
            <a:extLst>
              <a:ext uri="{FF2B5EF4-FFF2-40B4-BE49-F238E27FC236}">
                <a16:creationId xmlns:a16="http://schemas.microsoft.com/office/drawing/2014/main" id="{5019396D-E45F-E67E-A395-C1FB1E6001D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C82AC73-E123-AFC4-D198-941125E48593}"/>
              </a:ext>
            </a:extLst>
          </p:cNvPr>
          <p:cNvSpPr>
            <a:spLocks noGrp="1"/>
          </p:cNvSpPr>
          <p:nvPr>
            <p:ph type="sldNum" sz="quarter" idx="12"/>
          </p:nvPr>
        </p:nvSpPr>
        <p:spPr/>
        <p:txBody>
          <a:bodyPr/>
          <a:lstStyle/>
          <a:p>
            <a:fld id="{56BB8B7D-B437-4E80-9B4F-EB7501C8BBDD}" type="slidenum">
              <a:rPr lang="en-IN" smtClean="0"/>
              <a:pPr/>
              <a:t>174</a:t>
            </a:fld>
            <a:endParaRPr lang="en-IN"/>
          </a:p>
        </p:txBody>
      </p:sp>
    </p:spTree>
    <p:extLst>
      <p:ext uri="{BB962C8B-B14F-4D97-AF65-F5344CB8AC3E}">
        <p14:creationId xmlns:p14="http://schemas.microsoft.com/office/powerpoint/2010/main" val="49293744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AB35C-B8AD-727A-A59E-023C95C3E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52C61-BDAB-3439-4F9C-454177A0ADC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Date Placeholder 2">
            <a:extLst>
              <a:ext uri="{FF2B5EF4-FFF2-40B4-BE49-F238E27FC236}">
                <a16:creationId xmlns:a16="http://schemas.microsoft.com/office/drawing/2014/main" id="{3C22E0BA-C18D-D874-1B5C-EC9FA5E5852A}"/>
              </a:ext>
            </a:extLst>
          </p:cNvPr>
          <p:cNvSpPr>
            <a:spLocks noGrp="1"/>
          </p:cNvSpPr>
          <p:nvPr>
            <p:ph type="dt" sz="half" idx="10"/>
          </p:nvPr>
        </p:nvSpPr>
        <p:spPr/>
        <p:txBody>
          <a:bodyPr/>
          <a:lstStyle/>
          <a:p>
            <a:fld id="{2F6A89DC-E074-4606-B2BC-0B7F4CAE3C94}" type="datetime1">
              <a:rPr lang="en-IN" smtClean="0"/>
              <a:pPr/>
              <a:t>31-10-2025</a:t>
            </a:fld>
            <a:endParaRPr lang="en-IN"/>
          </a:p>
        </p:txBody>
      </p:sp>
      <p:sp>
        <p:nvSpPr>
          <p:cNvPr id="4" name="Footer Placeholder 3">
            <a:extLst>
              <a:ext uri="{FF2B5EF4-FFF2-40B4-BE49-F238E27FC236}">
                <a16:creationId xmlns:a16="http://schemas.microsoft.com/office/drawing/2014/main" id="{C0130233-D313-91D1-54CB-CF2D452DB63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A0D50AD-A5F7-C7C3-9DFA-E02ED40D798C}"/>
              </a:ext>
            </a:extLst>
          </p:cNvPr>
          <p:cNvSpPr>
            <a:spLocks noGrp="1"/>
          </p:cNvSpPr>
          <p:nvPr>
            <p:ph type="sldNum" sz="quarter" idx="12"/>
          </p:nvPr>
        </p:nvSpPr>
        <p:spPr/>
        <p:txBody>
          <a:bodyPr/>
          <a:lstStyle/>
          <a:p>
            <a:fld id="{56BB8B7D-B437-4E80-9B4F-EB7501C8BBDD}" type="slidenum">
              <a:rPr lang="en-IN" smtClean="0"/>
              <a:pPr/>
              <a:t>175</a:t>
            </a:fld>
            <a:endParaRPr lang="en-IN"/>
          </a:p>
        </p:txBody>
      </p:sp>
      <p:pic>
        <p:nvPicPr>
          <p:cNvPr id="6" name="Content Placeholder 4">
            <a:extLst>
              <a:ext uri="{FF2B5EF4-FFF2-40B4-BE49-F238E27FC236}">
                <a16:creationId xmlns:a16="http://schemas.microsoft.com/office/drawing/2014/main" id="{41C05ADF-EE8A-FE2D-801E-F0650CFC0EAE}"/>
              </a:ext>
            </a:extLst>
          </p:cNvPr>
          <p:cNvPicPr>
            <a:picLocks noChangeAspect="1"/>
          </p:cNvPicPr>
          <p:nvPr/>
        </p:nvPicPr>
        <p:blipFill>
          <a:blip r:embed="rId2"/>
          <a:stretch>
            <a:fillRect/>
          </a:stretch>
        </p:blipFill>
        <p:spPr>
          <a:xfrm>
            <a:off x="2112379" y="704611"/>
            <a:ext cx="7967241" cy="5834308"/>
          </a:xfrm>
          <a:prstGeom prst="rect">
            <a:avLst/>
          </a:prstGeom>
        </p:spPr>
      </p:pic>
    </p:spTree>
    <p:extLst>
      <p:ext uri="{BB962C8B-B14F-4D97-AF65-F5344CB8AC3E}">
        <p14:creationId xmlns:p14="http://schemas.microsoft.com/office/powerpoint/2010/main" val="76898181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32672-894F-35D2-F9A1-75D6F9002EE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5B8EBDF7-FB18-960D-2FBD-FC9D92D4C764}"/>
              </a:ext>
            </a:extLst>
          </p:cNvPr>
          <p:cNvSpPr>
            <a:spLocks noGrp="1"/>
          </p:cNvSpPr>
          <p:nvPr>
            <p:ph idx="1"/>
          </p:nvPr>
        </p:nvSpPr>
        <p:spPr>
          <a:xfrm>
            <a:off x="1504950" y="1179234"/>
            <a:ext cx="4091609" cy="4708526"/>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address_range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bit[31:0] </a:t>
            </a:r>
            <a:r>
              <a:rPr lang="en-US" sz="2000" dirty="0" err="1">
                <a:latin typeface="Times New Roman" panose="02020603050405020304" pitchFamily="18" charset="0"/>
                <a:cs typeface="Times New Roman" panose="02020603050405020304" pitchFamily="18" charset="0"/>
              </a:rPr>
              <a:t>start_address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bit[31:0] </a:t>
            </a:r>
            <a:r>
              <a:rPr lang="en-US" sz="2000" dirty="0" err="1">
                <a:latin typeface="Times New Roman" panose="02020603050405020304" pitchFamily="18" charset="0"/>
                <a:cs typeface="Times New Roman" panose="02020603050405020304" pitchFamily="18" charset="0"/>
              </a:rPr>
              <a:t>end_address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new();</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start_address</a:t>
            </a:r>
            <a:r>
              <a:rPr lang="en-US" sz="2000" dirty="0">
                <a:latin typeface="Times New Roman" panose="02020603050405020304" pitchFamily="18" charset="0"/>
                <a:cs typeface="Times New Roman" panose="02020603050405020304" pitchFamily="18" charset="0"/>
              </a:rPr>
              <a:t> =10;</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end_address</a:t>
            </a:r>
            <a:r>
              <a:rPr lang="en-US" sz="2000" dirty="0">
                <a:latin typeface="Times New Roman" panose="02020603050405020304" pitchFamily="18" charset="0"/>
                <a:cs typeface="Times New Roman" panose="02020603050405020304" pitchFamily="18" charset="0"/>
              </a:rPr>
              <a:t> = 50;</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packet;</a:t>
            </a:r>
          </a:p>
          <a:p>
            <a:pPr marL="0" indent="0">
              <a:buNone/>
            </a:pPr>
            <a:r>
              <a:rPr lang="en-US" sz="2000" dirty="0">
                <a:latin typeface="Times New Roman" panose="02020603050405020304" pitchFamily="18" charset="0"/>
                <a:cs typeface="Times New Roman" panose="02020603050405020304" pitchFamily="18" charset="0"/>
              </a:rPr>
              <a:t>  bit[31:0]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bit[31:0] data;</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address_range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ar</a:t>
            </a:r>
            <a:r>
              <a:rPr lang="en-US"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E2E55BA-C46F-81F3-6C93-5B056EEE9A21}"/>
              </a:ext>
            </a:extLst>
          </p:cNvPr>
          <p:cNvSpPr>
            <a:spLocks noGrp="1"/>
          </p:cNvSpPr>
          <p:nvPr>
            <p:ph type="dt" sz="half" idx="10"/>
          </p:nvPr>
        </p:nvSpPr>
        <p:spPr/>
        <p:txBody>
          <a:bodyPr/>
          <a:lstStyle/>
          <a:p>
            <a:fld id="{CF28E7D1-5834-4216-9E82-FE13806BB9E1}" type="datetime1">
              <a:rPr lang="en-IN" smtClean="0"/>
              <a:pPr/>
              <a:t>31-10-2025</a:t>
            </a:fld>
            <a:endParaRPr lang="en-IN"/>
          </a:p>
        </p:txBody>
      </p:sp>
      <p:sp>
        <p:nvSpPr>
          <p:cNvPr id="6" name="Footer Placeholder 5">
            <a:extLst>
              <a:ext uri="{FF2B5EF4-FFF2-40B4-BE49-F238E27FC236}">
                <a16:creationId xmlns:a16="http://schemas.microsoft.com/office/drawing/2014/main" id="{EE031F07-7A71-F8FA-8AE9-1B4F043A389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4818943-8956-59D3-6B7C-87BD39D57B90}"/>
              </a:ext>
            </a:extLst>
          </p:cNvPr>
          <p:cNvSpPr>
            <a:spLocks noGrp="1"/>
          </p:cNvSpPr>
          <p:nvPr>
            <p:ph type="sldNum" sz="quarter" idx="12"/>
          </p:nvPr>
        </p:nvSpPr>
        <p:spPr/>
        <p:txBody>
          <a:bodyPr/>
          <a:lstStyle/>
          <a:p>
            <a:fld id="{56BB8B7D-B437-4E80-9B4F-EB7501C8BBDD}" type="slidenum">
              <a:rPr lang="en-IN" smtClean="0"/>
              <a:pPr/>
              <a:t>176</a:t>
            </a:fld>
            <a:endParaRPr lang="en-IN"/>
          </a:p>
        </p:txBody>
      </p:sp>
      <p:sp>
        <p:nvSpPr>
          <p:cNvPr id="4" name="TextBox 3">
            <a:extLst>
              <a:ext uri="{FF2B5EF4-FFF2-40B4-BE49-F238E27FC236}">
                <a16:creationId xmlns:a16="http://schemas.microsoft.com/office/drawing/2014/main" id="{20756893-993D-EE44-4063-B148FEB8C754}"/>
              </a:ext>
            </a:extLst>
          </p:cNvPr>
          <p:cNvSpPr txBox="1"/>
          <p:nvPr/>
        </p:nvSpPr>
        <p:spPr>
          <a:xfrm>
            <a:off x="5596559" y="1154929"/>
            <a:ext cx="6132444" cy="5201424"/>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function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addr</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20;</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data = 30;</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ar</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endfunction</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function void display();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addr</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%0d",addr);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data  = %0d",data);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start_address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%0d",ar.start_address);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end_address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%0d",ar.end_address);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endfunction</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endclass</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lang="en-IN" dirty="0"/>
          </a:p>
        </p:txBody>
      </p:sp>
    </p:spTree>
    <p:extLst>
      <p:ext uri="{BB962C8B-B14F-4D97-AF65-F5344CB8AC3E}">
        <p14:creationId xmlns:p14="http://schemas.microsoft.com/office/powerpoint/2010/main" val="247929761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B370C-E9FC-4015-D14D-6FF88CEEA94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8E59624-50D2-1A94-B209-291D18CA7190}"/>
              </a:ext>
            </a:extLst>
          </p:cNvPr>
          <p:cNvSpPr>
            <a:spLocks noGrp="1"/>
          </p:cNvSpPr>
          <p:nvPr>
            <p:ph idx="1"/>
          </p:nvPr>
        </p:nvSpPr>
        <p:spPr>
          <a:xfrm>
            <a:off x="1246208" y="992083"/>
            <a:ext cx="5612296" cy="4873834"/>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class_assignment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packet pkt_1; </a:t>
            </a:r>
          </a:p>
          <a:p>
            <a:pPr marL="0" indent="0">
              <a:buNone/>
            </a:pPr>
            <a:r>
              <a:rPr lang="en-IN" sz="2000" dirty="0">
                <a:latin typeface="Times New Roman" panose="02020603050405020304" pitchFamily="18" charset="0"/>
                <a:cs typeface="Times New Roman" panose="02020603050405020304" pitchFamily="18" charset="0"/>
              </a:rPr>
              <a:t>  packet pkt_2;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pkt_1 = new();   </a:t>
            </a:r>
          </a:p>
          <a:p>
            <a:pPr marL="0" indent="0">
              <a:buNone/>
            </a:pPr>
            <a:r>
              <a:rPr lang="en-IN" sz="2000" dirty="0">
                <a:latin typeface="Times New Roman" panose="02020603050405020304" pitchFamily="18" charset="0"/>
                <a:cs typeface="Times New Roman" panose="02020603050405020304" pitchFamily="18" charset="0"/>
              </a:rPr>
              <a:t>    $display("\t****  calling pkt_1 display  ****"); </a:t>
            </a:r>
          </a:p>
          <a:p>
            <a:pPr marL="0" indent="0">
              <a:buNone/>
            </a:pPr>
            <a:r>
              <a:rPr lang="en-IN" sz="2000" dirty="0">
                <a:latin typeface="Times New Roman" panose="02020603050405020304" pitchFamily="18" charset="0"/>
                <a:cs typeface="Times New Roman" panose="02020603050405020304" pitchFamily="18" charset="0"/>
              </a:rPr>
              <a:t>    pkt_1.display(); </a:t>
            </a:r>
          </a:p>
          <a:p>
            <a:pPr marL="0" indent="0">
              <a:buNone/>
            </a:pPr>
            <a:r>
              <a:rPr lang="en-IN" sz="2000" dirty="0">
                <a:latin typeface="Times New Roman" panose="02020603050405020304" pitchFamily="18" charset="0"/>
                <a:cs typeface="Times New Roman" panose="02020603050405020304" pitchFamily="18" charset="0"/>
              </a:rPr>
              <a:t>    pkt_2 = new pkt_1;   </a:t>
            </a:r>
          </a:p>
          <a:p>
            <a:pPr marL="0" indent="0">
              <a:buNone/>
            </a:pPr>
            <a:r>
              <a:rPr lang="en-IN" sz="2000" dirty="0">
                <a:latin typeface="Times New Roman" panose="02020603050405020304" pitchFamily="18" charset="0"/>
                <a:cs typeface="Times New Roman" panose="02020603050405020304" pitchFamily="18" charset="0"/>
              </a:rPr>
              <a:t>    $display("\t****  calling pkt_2 display  ****"); </a:t>
            </a:r>
          </a:p>
          <a:p>
            <a:pPr marL="0" indent="0">
              <a:buNone/>
            </a:pPr>
            <a:r>
              <a:rPr lang="en-IN" sz="2000" dirty="0">
                <a:latin typeface="Times New Roman" panose="02020603050405020304" pitchFamily="18" charset="0"/>
                <a:cs typeface="Times New Roman" panose="02020603050405020304" pitchFamily="18" charset="0"/>
              </a:rPr>
              <a:t>    pkt_2.display(); </a:t>
            </a:r>
          </a:p>
          <a:p>
            <a:pPr marL="0" indent="0">
              <a:buNone/>
            </a:pPr>
            <a:r>
              <a:rPr lang="en-IN" sz="2000" dirty="0">
                <a:latin typeface="Times New Roman" panose="02020603050405020304" pitchFamily="18" charset="0"/>
                <a:cs typeface="Times New Roman" panose="02020603050405020304" pitchFamily="18" charset="0"/>
              </a:rPr>
              <a:t>    pkt_2.addr = 32'd68;</a:t>
            </a:r>
          </a:p>
          <a:p>
            <a:pPr marL="0" indent="0">
              <a:buNone/>
            </a:pPr>
            <a:r>
              <a:rPr lang="en-IN" sz="2000" dirty="0">
                <a:latin typeface="Times New Roman" panose="02020603050405020304" pitchFamily="18" charset="0"/>
                <a:cs typeface="Times New Roman" panose="02020603050405020304" pitchFamily="18" charset="0"/>
              </a:rPr>
              <a:t>    pkt_2.ar.start_address = 20;</a:t>
            </a:r>
          </a:p>
          <a:p>
            <a:pPr marL="0" indent="0">
              <a:buNone/>
            </a:pPr>
            <a:r>
              <a:rPr lang="en-IN" sz="2000" dirty="0">
                <a:latin typeface="Times New Roman" panose="02020603050405020304" pitchFamily="18" charset="0"/>
                <a:cs typeface="Times New Roman" panose="02020603050405020304" pitchFamily="18" charset="0"/>
              </a:rPr>
              <a:t>    pkt_2.ar.end_address = 90;</a:t>
            </a:r>
          </a:p>
        </p:txBody>
      </p:sp>
      <p:sp>
        <p:nvSpPr>
          <p:cNvPr id="5" name="Date Placeholder 4">
            <a:extLst>
              <a:ext uri="{FF2B5EF4-FFF2-40B4-BE49-F238E27FC236}">
                <a16:creationId xmlns:a16="http://schemas.microsoft.com/office/drawing/2014/main" id="{857B06CA-D1A5-6FA5-EAD9-534B17F2BA55}"/>
              </a:ext>
            </a:extLst>
          </p:cNvPr>
          <p:cNvSpPr>
            <a:spLocks noGrp="1"/>
          </p:cNvSpPr>
          <p:nvPr>
            <p:ph type="dt" sz="half" idx="10"/>
          </p:nvPr>
        </p:nvSpPr>
        <p:spPr/>
        <p:txBody>
          <a:bodyPr/>
          <a:lstStyle/>
          <a:p>
            <a:fld id="{9573502F-D16D-4570-8F01-9E98255B7A29}" type="datetime1">
              <a:rPr lang="en-IN" smtClean="0"/>
              <a:pPr/>
              <a:t>31-10-2025</a:t>
            </a:fld>
            <a:endParaRPr lang="en-IN"/>
          </a:p>
        </p:txBody>
      </p:sp>
      <p:sp>
        <p:nvSpPr>
          <p:cNvPr id="6" name="Footer Placeholder 5">
            <a:extLst>
              <a:ext uri="{FF2B5EF4-FFF2-40B4-BE49-F238E27FC236}">
                <a16:creationId xmlns:a16="http://schemas.microsoft.com/office/drawing/2014/main" id="{F033A790-65E2-2A7A-4072-AD064083A19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EB5A3CA-C351-3FC7-1BA2-46598BF0DE03}"/>
              </a:ext>
            </a:extLst>
          </p:cNvPr>
          <p:cNvSpPr>
            <a:spLocks noGrp="1"/>
          </p:cNvSpPr>
          <p:nvPr>
            <p:ph type="sldNum" sz="quarter" idx="12"/>
          </p:nvPr>
        </p:nvSpPr>
        <p:spPr/>
        <p:txBody>
          <a:bodyPr/>
          <a:lstStyle/>
          <a:p>
            <a:fld id="{56BB8B7D-B437-4E80-9B4F-EB7501C8BBDD}" type="slidenum">
              <a:rPr lang="en-IN" smtClean="0"/>
              <a:pPr/>
              <a:t>177</a:t>
            </a:fld>
            <a:endParaRPr lang="en-IN"/>
          </a:p>
        </p:txBody>
      </p:sp>
      <p:sp>
        <p:nvSpPr>
          <p:cNvPr id="4" name="TextBox 3">
            <a:extLst>
              <a:ext uri="{FF2B5EF4-FFF2-40B4-BE49-F238E27FC236}">
                <a16:creationId xmlns:a16="http://schemas.microsoft.com/office/drawing/2014/main" id="{12F2D620-6034-F0E7-9511-94F333FE35C2}"/>
              </a:ext>
            </a:extLst>
          </p:cNvPr>
          <p:cNvSpPr txBox="1"/>
          <p:nvPr/>
        </p:nvSpPr>
        <p:spPr>
          <a:xfrm>
            <a:off x="7139609" y="992083"/>
            <a:ext cx="5052391"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$display("\t****  calling pkt_1 display after changing pkt_2 properties ****");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pkt_1.display();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$display("\t****  calling pkt_2 display after changing pkt_2 properties ****");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pkt_2.display(); //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end</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endmodule</a:t>
            </a:r>
            <a:endParaRPr lang="en-IN" dirty="0"/>
          </a:p>
        </p:txBody>
      </p:sp>
    </p:spTree>
    <p:extLst>
      <p:ext uri="{BB962C8B-B14F-4D97-AF65-F5344CB8AC3E}">
        <p14:creationId xmlns:p14="http://schemas.microsoft.com/office/powerpoint/2010/main" val="177962482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BDE61-7296-14EB-A270-46E5E59D16C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4F4464EB-97D1-58D6-43C8-386ABB5ABA72}"/>
              </a:ext>
            </a:extLst>
          </p:cNvPr>
          <p:cNvSpPr>
            <a:spLocks noGrp="1"/>
          </p:cNvSpPr>
          <p:nvPr>
            <p:ph idx="1"/>
          </p:nvPr>
        </p:nvSpPr>
        <p:spPr/>
        <p:txBody>
          <a:bodyPr/>
          <a:lstStyle/>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Deep Copy</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SystemVerilog deep copy copies all the </a:t>
            </a:r>
            <a:r>
              <a:rPr lang="en-US" sz="2400" dirty="0">
                <a:solidFill>
                  <a:srgbClr val="FF0000"/>
                </a:solidFill>
                <a:latin typeface="Times New Roman" panose="02020603050405020304" pitchFamily="18" charset="0"/>
                <a:cs typeface="Times New Roman" panose="02020603050405020304" pitchFamily="18" charset="0"/>
              </a:rPr>
              <a:t>class members and its nested class members</a:t>
            </a:r>
            <a:r>
              <a:rPr lang="en-US" sz="2400" dirty="0">
                <a:latin typeface="Times New Roman" panose="02020603050405020304" pitchFamily="18" charset="0"/>
                <a:cs typeface="Times New Roman" panose="02020603050405020304" pitchFamily="18" charset="0"/>
              </a:rPr>
              <a:t>. unlike in shallow copy, only nested class handles will be copied.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shallow copy, </a:t>
            </a:r>
            <a:r>
              <a:rPr lang="en-US" sz="2400" dirty="0">
                <a:highlight>
                  <a:srgbClr val="FFFF00"/>
                </a:highlight>
                <a:latin typeface="Times New Roman" panose="02020603050405020304" pitchFamily="18" charset="0"/>
                <a:cs typeface="Times New Roman" panose="02020603050405020304" pitchFamily="18" charset="0"/>
              </a:rPr>
              <a:t>Objects will not be copied</a:t>
            </a:r>
            <a:r>
              <a:rPr lang="en-US" sz="2400" dirty="0">
                <a:latin typeface="Times New Roman" panose="02020603050405020304" pitchFamily="18" charset="0"/>
                <a:cs typeface="Times New Roman" panose="02020603050405020304" pitchFamily="18" charset="0"/>
              </a:rPr>
              <a:t>, only their handles will be copied. to perform a full or deep copy, the custom method needs to be added.</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custom method, a new object is created, all the class properties will be copied to a new handle and the new handle will be returned.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3D6F79B-8AF5-B3A1-2DF1-9C7AD0273D5C}"/>
              </a:ext>
            </a:extLst>
          </p:cNvPr>
          <p:cNvSpPr>
            <a:spLocks noGrp="1"/>
          </p:cNvSpPr>
          <p:nvPr>
            <p:ph type="dt" sz="half" idx="10"/>
          </p:nvPr>
        </p:nvSpPr>
        <p:spPr/>
        <p:txBody>
          <a:bodyPr/>
          <a:lstStyle/>
          <a:p>
            <a:fld id="{BBD223EA-EEA8-4FDB-A94B-43676A7FB7E5}" type="datetime1">
              <a:rPr lang="en-IN" smtClean="0"/>
              <a:pPr/>
              <a:t>31-10-2025</a:t>
            </a:fld>
            <a:endParaRPr lang="en-IN"/>
          </a:p>
        </p:txBody>
      </p:sp>
      <p:sp>
        <p:nvSpPr>
          <p:cNvPr id="5" name="Footer Placeholder 4">
            <a:extLst>
              <a:ext uri="{FF2B5EF4-FFF2-40B4-BE49-F238E27FC236}">
                <a16:creationId xmlns:a16="http://schemas.microsoft.com/office/drawing/2014/main" id="{EE2FB035-EFB2-9A59-6E80-3A1B9A1EC79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BCAC3BE-C1AA-4D3E-553D-FDCD838ACC93}"/>
              </a:ext>
            </a:extLst>
          </p:cNvPr>
          <p:cNvSpPr>
            <a:spLocks noGrp="1"/>
          </p:cNvSpPr>
          <p:nvPr>
            <p:ph type="sldNum" sz="quarter" idx="12"/>
          </p:nvPr>
        </p:nvSpPr>
        <p:spPr/>
        <p:txBody>
          <a:bodyPr/>
          <a:lstStyle/>
          <a:p>
            <a:fld id="{56BB8B7D-B437-4E80-9B4F-EB7501C8BBDD}" type="slidenum">
              <a:rPr lang="en-IN" smtClean="0"/>
              <a:pPr/>
              <a:t>178</a:t>
            </a:fld>
            <a:endParaRPr lang="en-IN"/>
          </a:p>
        </p:txBody>
      </p:sp>
    </p:spTree>
    <p:extLst>
      <p:ext uri="{BB962C8B-B14F-4D97-AF65-F5344CB8AC3E}">
        <p14:creationId xmlns:p14="http://schemas.microsoft.com/office/powerpoint/2010/main" val="4470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C13C-C954-6748-2610-7F03E499262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33ADF081-F5F3-D968-B979-FC8E1F53F3CA}"/>
              </a:ext>
            </a:extLst>
          </p:cNvPr>
          <p:cNvPicPr>
            <a:picLocks noGrp="1" noChangeAspect="1"/>
          </p:cNvPicPr>
          <p:nvPr>
            <p:ph idx="1"/>
          </p:nvPr>
        </p:nvPicPr>
        <p:blipFill>
          <a:blip r:embed="rId2"/>
          <a:stretch>
            <a:fillRect/>
          </a:stretch>
        </p:blipFill>
        <p:spPr>
          <a:xfrm>
            <a:off x="1828800" y="1417638"/>
            <a:ext cx="8742193" cy="4812113"/>
          </a:xfrm>
        </p:spPr>
      </p:pic>
      <p:sp>
        <p:nvSpPr>
          <p:cNvPr id="3" name="Date Placeholder 2">
            <a:extLst>
              <a:ext uri="{FF2B5EF4-FFF2-40B4-BE49-F238E27FC236}">
                <a16:creationId xmlns:a16="http://schemas.microsoft.com/office/drawing/2014/main" id="{D12D2AED-8261-CAD0-EE26-677F03A75303}"/>
              </a:ext>
            </a:extLst>
          </p:cNvPr>
          <p:cNvSpPr>
            <a:spLocks noGrp="1"/>
          </p:cNvSpPr>
          <p:nvPr>
            <p:ph type="dt" sz="half" idx="10"/>
          </p:nvPr>
        </p:nvSpPr>
        <p:spPr/>
        <p:txBody>
          <a:bodyPr/>
          <a:lstStyle/>
          <a:p>
            <a:fld id="{D23E7B5D-0430-4472-9EA2-39CD237ACD0C}" type="datetime1">
              <a:rPr lang="en-IN" smtClean="0"/>
              <a:pPr/>
              <a:t>31-10-2025</a:t>
            </a:fld>
            <a:endParaRPr lang="en-IN"/>
          </a:p>
        </p:txBody>
      </p:sp>
      <p:sp>
        <p:nvSpPr>
          <p:cNvPr id="4" name="Footer Placeholder 3">
            <a:extLst>
              <a:ext uri="{FF2B5EF4-FFF2-40B4-BE49-F238E27FC236}">
                <a16:creationId xmlns:a16="http://schemas.microsoft.com/office/drawing/2014/main" id="{0B2CF658-99DF-8319-4064-2BB2EACC7AB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7566E98-D288-7857-B97E-8DBD413E9346}"/>
              </a:ext>
            </a:extLst>
          </p:cNvPr>
          <p:cNvSpPr>
            <a:spLocks noGrp="1"/>
          </p:cNvSpPr>
          <p:nvPr>
            <p:ph type="sldNum" sz="quarter" idx="12"/>
          </p:nvPr>
        </p:nvSpPr>
        <p:spPr/>
        <p:txBody>
          <a:bodyPr/>
          <a:lstStyle/>
          <a:p>
            <a:fld id="{56BB8B7D-B437-4E80-9B4F-EB7501C8BBDD}" type="slidenum">
              <a:rPr lang="en-IN" smtClean="0"/>
              <a:pPr/>
              <a:t>179</a:t>
            </a:fld>
            <a:endParaRPr lang="en-IN"/>
          </a:p>
        </p:txBody>
      </p:sp>
    </p:spTree>
    <p:extLst>
      <p:ext uri="{BB962C8B-B14F-4D97-AF65-F5344CB8AC3E}">
        <p14:creationId xmlns:p14="http://schemas.microsoft.com/office/powerpoint/2010/main" val="33958975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4A2B-A9E0-4A4E-D629-B7D5328473A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D6DA6ED9-AEA8-EEAB-697C-D0139EA6C5B7}"/>
              </a:ext>
            </a:extLst>
          </p:cNvPr>
          <p:cNvSpPr>
            <a:spLocks noGrp="1"/>
          </p:cNvSpPr>
          <p:nvPr>
            <p:ph idx="1"/>
          </p:nvPr>
        </p:nvSpPr>
        <p:spPr>
          <a:xfrm>
            <a:off x="609600" y="1600201"/>
            <a:ext cx="4697896" cy="4525963"/>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address_range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bit[31:0] </a:t>
            </a:r>
            <a:r>
              <a:rPr lang="en-US" sz="2000" dirty="0" err="1">
                <a:latin typeface="Times New Roman" panose="02020603050405020304" pitchFamily="18" charset="0"/>
                <a:cs typeface="Times New Roman" panose="02020603050405020304" pitchFamily="18" charset="0"/>
              </a:rPr>
              <a:t>start_address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bit[31:0] </a:t>
            </a:r>
            <a:r>
              <a:rPr lang="en-US" sz="2000" dirty="0" err="1">
                <a:latin typeface="Times New Roman" panose="02020603050405020304" pitchFamily="18" charset="0"/>
                <a:cs typeface="Times New Roman" panose="02020603050405020304" pitchFamily="18" charset="0"/>
              </a:rPr>
              <a:t>end_address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new();</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start_address</a:t>
            </a:r>
            <a:r>
              <a:rPr lang="en-US" sz="2000" dirty="0">
                <a:latin typeface="Times New Roman" panose="02020603050405020304" pitchFamily="18" charset="0"/>
                <a:cs typeface="Times New Roman" panose="02020603050405020304" pitchFamily="18" charset="0"/>
              </a:rPr>
              <a:t> =10;</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end_address</a:t>
            </a:r>
            <a:r>
              <a:rPr lang="en-US" sz="2000" dirty="0">
                <a:latin typeface="Times New Roman" panose="02020603050405020304" pitchFamily="18" charset="0"/>
                <a:cs typeface="Times New Roman" panose="02020603050405020304" pitchFamily="18" charset="0"/>
              </a:rPr>
              <a:t> = 70;</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function </a:t>
            </a:r>
            <a:r>
              <a:rPr lang="en-US" sz="2000" dirty="0" err="1">
                <a:latin typeface="Times New Roman" panose="02020603050405020304" pitchFamily="18" charset="0"/>
                <a:cs typeface="Times New Roman" panose="02020603050405020304" pitchFamily="18" charset="0"/>
              </a:rPr>
              <a:t>address_range</a:t>
            </a:r>
            <a:r>
              <a:rPr lang="en-US" sz="2000" dirty="0">
                <a:latin typeface="Times New Roman" panose="02020603050405020304" pitchFamily="18" charset="0"/>
                <a:cs typeface="Times New Roman" panose="02020603050405020304" pitchFamily="18" charset="0"/>
              </a:rPr>
              <a:t> copy;</a:t>
            </a:r>
          </a:p>
          <a:p>
            <a:pPr marL="0" indent="0">
              <a:buNone/>
            </a:pPr>
            <a:r>
              <a:rPr lang="en-US" sz="2000" dirty="0">
                <a:latin typeface="Times New Roman" panose="02020603050405020304" pitchFamily="18" charset="0"/>
                <a:cs typeface="Times New Roman" panose="02020603050405020304" pitchFamily="18" charset="0"/>
              </a:rPr>
              <a:t>    copy = new();</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copy.start_address</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this.start_address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copy.end_address</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this.end_address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4B84B98-B062-756A-6CF3-1BE9735D2F36}"/>
              </a:ext>
            </a:extLst>
          </p:cNvPr>
          <p:cNvSpPr>
            <a:spLocks noGrp="1"/>
          </p:cNvSpPr>
          <p:nvPr>
            <p:ph type="dt" sz="half" idx="10"/>
          </p:nvPr>
        </p:nvSpPr>
        <p:spPr/>
        <p:txBody>
          <a:bodyPr/>
          <a:lstStyle/>
          <a:p>
            <a:fld id="{34029FFC-C0C4-40FA-B507-0E4210BBAF28}" type="datetime1">
              <a:rPr lang="en-IN" smtClean="0"/>
              <a:pPr/>
              <a:t>31-10-2025</a:t>
            </a:fld>
            <a:endParaRPr lang="en-IN"/>
          </a:p>
        </p:txBody>
      </p:sp>
      <p:sp>
        <p:nvSpPr>
          <p:cNvPr id="6" name="Footer Placeholder 5">
            <a:extLst>
              <a:ext uri="{FF2B5EF4-FFF2-40B4-BE49-F238E27FC236}">
                <a16:creationId xmlns:a16="http://schemas.microsoft.com/office/drawing/2014/main" id="{80349A51-CE9E-57B7-6537-C5EDC8A2F55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4D597DC-6786-1D7D-F912-32D22D782810}"/>
              </a:ext>
            </a:extLst>
          </p:cNvPr>
          <p:cNvSpPr>
            <a:spLocks noGrp="1"/>
          </p:cNvSpPr>
          <p:nvPr>
            <p:ph type="sldNum" sz="quarter" idx="12"/>
          </p:nvPr>
        </p:nvSpPr>
        <p:spPr/>
        <p:txBody>
          <a:bodyPr/>
          <a:lstStyle/>
          <a:p>
            <a:fld id="{56BB8B7D-B437-4E80-9B4F-EB7501C8BBDD}" type="slidenum">
              <a:rPr lang="en-IN" smtClean="0"/>
              <a:pPr/>
              <a:t>180</a:t>
            </a:fld>
            <a:endParaRPr lang="en-IN"/>
          </a:p>
        </p:txBody>
      </p:sp>
      <p:sp>
        <p:nvSpPr>
          <p:cNvPr id="4" name="TextBox 3">
            <a:extLst>
              <a:ext uri="{FF2B5EF4-FFF2-40B4-BE49-F238E27FC236}">
                <a16:creationId xmlns:a16="http://schemas.microsoft.com/office/drawing/2014/main" id="{EB52C72B-B55A-D343-EFA6-585C33CCC183}"/>
              </a:ext>
            </a:extLst>
          </p:cNvPr>
          <p:cNvSpPr txBox="1"/>
          <p:nvPr/>
        </p:nvSpPr>
        <p:spPr>
          <a:xfrm>
            <a:off x="5685183" y="1570383"/>
            <a:ext cx="5744817" cy="532453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class packet;</a:t>
            </a:r>
          </a:p>
          <a:p>
            <a:r>
              <a:rPr lang="en-IN" sz="2000" dirty="0">
                <a:latin typeface="Times New Roman" panose="02020603050405020304" pitchFamily="18" charset="0"/>
                <a:cs typeface="Times New Roman" panose="02020603050405020304" pitchFamily="18" charset="0"/>
              </a:rPr>
              <a:t>  bit[31:0]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bit[31:0] data;</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address_range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ar</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function new();</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20;</a:t>
            </a:r>
          </a:p>
          <a:p>
            <a:r>
              <a:rPr lang="en-IN" sz="2000" dirty="0">
                <a:latin typeface="Times New Roman" panose="02020603050405020304" pitchFamily="18" charset="0"/>
                <a:cs typeface="Times New Roman" panose="02020603050405020304" pitchFamily="18" charset="0"/>
              </a:rPr>
              <a:t>    data = 45;</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ar</a:t>
            </a:r>
            <a:r>
              <a:rPr lang="en-IN" sz="2000" dirty="0">
                <a:latin typeface="Times New Roman" panose="02020603050405020304" pitchFamily="18" charset="0"/>
                <a:cs typeface="Times New Roman" panose="02020603050405020304" pitchFamily="18" charset="0"/>
              </a:rPr>
              <a:t> = new();</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function void display();</a:t>
            </a:r>
          </a:p>
          <a:p>
            <a:r>
              <a:rPr lang="en-IN" sz="2000" dirty="0">
                <a:latin typeface="Times New Roman" panose="02020603050405020304" pitchFamily="18" charset="0"/>
                <a:cs typeface="Times New Roman" panose="02020603050405020304" pitchFamily="18" charset="0"/>
              </a:rPr>
              <a:t>$display("\t the address is : %0d",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$display("\t the data is : %0d", data);</a:t>
            </a:r>
          </a:p>
          <a:p>
            <a:r>
              <a:rPr lang="en-IN" sz="2000" dirty="0">
                <a:latin typeface="Times New Roman" panose="02020603050405020304" pitchFamily="18" charset="0"/>
                <a:cs typeface="Times New Roman" panose="02020603050405020304" pitchFamily="18" charset="0"/>
              </a:rPr>
              <a:t>$display (" \t the staring address is : %0d", </a:t>
            </a:r>
            <a:r>
              <a:rPr lang="en-IN" sz="2000" dirty="0" err="1">
                <a:latin typeface="Times New Roman" panose="02020603050405020304" pitchFamily="18" charset="0"/>
                <a:cs typeface="Times New Roman" panose="02020603050405020304" pitchFamily="18" charset="0"/>
              </a:rPr>
              <a:t>ar.start_address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$display (" \t the endo-</a:t>
            </a:r>
            <a:r>
              <a:rPr lang="en-IN" sz="2000" dirty="0" err="1">
                <a:latin typeface="Times New Roman" panose="02020603050405020304" pitchFamily="18" charset="0"/>
                <a:cs typeface="Times New Roman" panose="02020603050405020304" pitchFamily="18" charset="0"/>
              </a:rPr>
              <a:t>ing</a:t>
            </a:r>
            <a:r>
              <a:rPr lang="en-IN" sz="2000" dirty="0">
                <a:latin typeface="Times New Roman" panose="02020603050405020304" pitchFamily="18" charset="0"/>
                <a:cs typeface="Times New Roman" panose="02020603050405020304" pitchFamily="18" charset="0"/>
              </a:rPr>
              <a:t> address is : %0d", </a:t>
            </a:r>
            <a:r>
              <a:rPr lang="en-IN" sz="2000" dirty="0" err="1">
                <a:latin typeface="Times New Roman" panose="02020603050405020304" pitchFamily="18" charset="0"/>
                <a:cs typeface="Times New Roman" panose="02020603050405020304" pitchFamily="18" charset="0"/>
              </a:rPr>
              <a:t>ar.end_address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375088"/>
      </p:ext>
    </p:extLst>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178A-8410-4739-31D5-AEC26627D83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D918C70A-E584-5DD3-9897-AB694AFCF3E4}"/>
              </a:ext>
            </a:extLst>
          </p:cNvPr>
          <p:cNvSpPr>
            <a:spLocks noGrp="1"/>
          </p:cNvSpPr>
          <p:nvPr>
            <p:ph idx="1"/>
          </p:nvPr>
        </p:nvSpPr>
        <p:spPr>
          <a:xfrm>
            <a:off x="609599" y="1272209"/>
            <a:ext cx="4777409" cy="4853955"/>
          </a:xfrm>
        </p:spPr>
        <p:txBody>
          <a:bodyPr>
            <a:normAutofit fontScale="92500" lnSpcReduction="10000"/>
          </a:bodyPr>
          <a:lstStyle/>
          <a:p>
            <a:pPr marL="0" indent="0">
              <a:buNone/>
            </a:pPr>
            <a:r>
              <a:rPr lang="en-IN" sz="2000" dirty="0">
                <a:latin typeface="Times New Roman" panose="02020603050405020304" pitchFamily="18" charset="0"/>
                <a:cs typeface="Times New Roman" panose="02020603050405020304" pitchFamily="18" charset="0"/>
              </a:rPr>
              <a:t>function packet copy();</a:t>
            </a:r>
          </a:p>
          <a:p>
            <a:pPr marL="0" indent="0">
              <a:buNone/>
            </a:pPr>
            <a:r>
              <a:rPr lang="en-IN" sz="2000" dirty="0">
                <a:latin typeface="Times New Roman" panose="02020603050405020304" pitchFamily="18" charset="0"/>
                <a:cs typeface="Times New Roman" panose="02020603050405020304" pitchFamily="18" charset="0"/>
              </a:rPr>
              <a:t>    copy = new();</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copy.addr</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this.addr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copy.data</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this.data</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copy.ar = </a:t>
            </a:r>
            <a:r>
              <a:rPr lang="en-IN" sz="2000" dirty="0" err="1">
                <a:latin typeface="Times New Roman" panose="02020603050405020304" pitchFamily="18" charset="0"/>
                <a:cs typeface="Times New Roman" panose="02020603050405020304" pitchFamily="18" charset="0"/>
              </a:rPr>
              <a:t>ar.copy</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return copy;</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class_assignment</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packet pkt_1; </a:t>
            </a:r>
          </a:p>
          <a:p>
            <a:pPr marL="0" indent="0">
              <a:buNone/>
            </a:pPr>
            <a:r>
              <a:rPr lang="en-US" sz="2000" dirty="0">
                <a:latin typeface="Times New Roman" panose="02020603050405020304" pitchFamily="18" charset="0"/>
                <a:cs typeface="Times New Roman" panose="02020603050405020304" pitchFamily="18" charset="0"/>
              </a:rPr>
              <a:t>packet pkt_2; </a:t>
            </a:r>
          </a:p>
          <a:p>
            <a:pPr marL="0" indent="0">
              <a:buNone/>
            </a:pPr>
            <a:r>
              <a:rPr lang="en-US" sz="2000" dirty="0">
                <a:latin typeface="Times New Roman" panose="02020603050405020304" pitchFamily="18" charset="0"/>
                <a:cs typeface="Times New Roman" panose="02020603050405020304" pitchFamily="18" charset="0"/>
              </a:rPr>
              <a:t>initial begin </a:t>
            </a:r>
          </a:p>
          <a:p>
            <a:r>
              <a:rPr lang="en-IN" sz="2000" dirty="0">
                <a:latin typeface="Times New Roman" panose="02020603050405020304" pitchFamily="18" charset="0"/>
                <a:cs typeface="Times New Roman" panose="02020603050405020304" pitchFamily="18" charset="0"/>
              </a:rPr>
              <a:t>pkt_1 = new();   </a:t>
            </a:r>
          </a:p>
          <a:p>
            <a:r>
              <a:rPr lang="en-IN" sz="2000" dirty="0">
                <a:latin typeface="Times New Roman" panose="02020603050405020304" pitchFamily="18" charset="0"/>
                <a:cs typeface="Times New Roman" panose="02020603050405020304" pitchFamily="18" charset="0"/>
              </a:rPr>
              <a:t>$display("\t****  calling pkt_1 display  ****"); </a:t>
            </a:r>
          </a:p>
          <a:p>
            <a:pPr marL="0" indent="0">
              <a:buNone/>
            </a:pPr>
            <a:endParaRPr lang="en-IN" sz="2000" dirty="0"/>
          </a:p>
        </p:txBody>
      </p:sp>
      <p:sp>
        <p:nvSpPr>
          <p:cNvPr id="5" name="Date Placeholder 4">
            <a:extLst>
              <a:ext uri="{FF2B5EF4-FFF2-40B4-BE49-F238E27FC236}">
                <a16:creationId xmlns:a16="http://schemas.microsoft.com/office/drawing/2014/main" id="{01960370-E0C1-1409-6EF0-B25ECF5C704F}"/>
              </a:ext>
            </a:extLst>
          </p:cNvPr>
          <p:cNvSpPr>
            <a:spLocks noGrp="1"/>
          </p:cNvSpPr>
          <p:nvPr>
            <p:ph type="dt" sz="half" idx="10"/>
          </p:nvPr>
        </p:nvSpPr>
        <p:spPr/>
        <p:txBody>
          <a:bodyPr/>
          <a:lstStyle/>
          <a:p>
            <a:fld id="{ACD6EC27-7C49-41FC-B55A-118B450632AC}" type="datetime1">
              <a:rPr lang="en-IN" smtClean="0"/>
              <a:pPr/>
              <a:t>31-10-2025</a:t>
            </a:fld>
            <a:endParaRPr lang="en-IN"/>
          </a:p>
        </p:txBody>
      </p:sp>
      <p:sp>
        <p:nvSpPr>
          <p:cNvPr id="6" name="Footer Placeholder 5">
            <a:extLst>
              <a:ext uri="{FF2B5EF4-FFF2-40B4-BE49-F238E27FC236}">
                <a16:creationId xmlns:a16="http://schemas.microsoft.com/office/drawing/2014/main" id="{1F7915BB-ED62-5730-6B0E-EC56E9008B53}"/>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280E466-C027-E2AC-3A31-8324F49785C8}"/>
              </a:ext>
            </a:extLst>
          </p:cNvPr>
          <p:cNvSpPr>
            <a:spLocks noGrp="1"/>
          </p:cNvSpPr>
          <p:nvPr>
            <p:ph type="sldNum" sz="quarter" idx="12"/>
          </p:nvPr>
        </p:nvSpPr>
        <p:spPr/>
        <p:txBody>
          <a:bodyPr/>
          <a:lstStyle/>
          <a:p>
            <a:fld id="{56BB8B7D-B437-4E80-9B4F-EB7501C8BBDD}" type="slidenum">
              <a:rPr lang="en-IN" smtClean="0"/>
              <a:pPr/>
              <a:t>181</a:t>
            </a:fld>
            <a:endParaRPr lang="en-IN"/>
          </a:p>
        </p:txBody>
      </p:sp>
      <p:sp>
        <p:nvSpPr>
          <p:cNvPr id="4" name="TextBox 3">
            <a:extLst>
              <a:ext uri="{FF2B5EF4-FFF2-40B4-BE49-F238E27FC236}">
                <a16:creationId xmlns:a16="http://schemas.microsoft.com/office/drawing/2014/main" id="{FA44D344-CB00-26C4-A8C8-50B754DBB1E3}"/>
              </a:ext>
            </a:extLst>
          </p:cNvPr>
          <p:cNvSpPr txBox="1"/>
          <p:nvPr/>
        </p:nvSpPr>
        <p:spPr>
          <a:xfrm>
            <a:off x="5387008" y="1417638"/>
            <a:ext cx="6440556" cy="5016758"/>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pkt_1.display(); </a:t>
            </a:r>
          </a:p>
          <a:p>
            <a:r>
              <a:rPr lang="en-IN" sz="2000" dirty="0">
                <a:latin typeface="Times New Roman" panose="02020603050405020304" pitchFamily="18" charset="0"/>
                <a:cs typeface="Times New Roman" panose="02020603050405020304" pitchFamily="18" charset="0"/>
              </a:rPr>
              <a:t>pkt_2 = new();  </a:t>
            </a:r>
          </a:p>
          <a:p>
            <a:r>
              <a:rPr lang="en-IN" sz="2000" dirty="0">
                <a:latin typeface="Times New Roman" panose="02020603050405020304" pitchFamily="18" charset="0"/>
                <a:cs typeface="Times New Roman" panose="02020603050405020304" pitchFamily="18" charset="0"/>
              </a:rPr>
              <a:t>$display("\t****  calling pkt_2 display  ****"); </a:t>
            </a:r>
          </a:p>
          <a:p>
            <a:r>
              <a:rPr lang="en-IN" sz="2000" dirty="0">
                <a:latin typeface="Times New Roman" panose="02020603050405020304" pitchFamily="18" charset="0"/>
                <a:cs typeface="Times New Roman" panose="02020603050405020304" pitchFamily="18" charset="0"/>
              </a:rPr>
              <a:t>pkt_2.display(); </a:t>
            </a:r>
          </a:p>
          <a:p>
            <a:r>
              <a:rPr lang="en-IN" sz="2000" dirty="0">
                <a:latin typeface="Times New Roman" panose="02020603050405020304" pitchFamily="18" charset="0"/>
                <a:cs typeface="Times New Roman" panose="02020603050405020304" pitchFamily="18" charset="0"/>
              </a:rPr>
              <a:t>pkt_2 = pkt_1.copy(); </a:t>
            </a:r>
          </a:p>
          <a:p>
            <a:r>
              <a:rPr lang="en-IN" sz="2000" dirty="0">
                <a:latin typeface="Times New Roman" panose="02020603050405020304" pitchFamily="18" charset="0"/>
                <a:cs typeface="Times New Roman" panose="02020603050405020304" pitchFamily="18" charset="0"/>
              </a:rPr>
              <a:t>pkt_2.addr = 32'd68; </a:t>
            </a:r>
          </a:p>
          <a:p>
            <a:r>
              <a:rPr lang="en-IN" sz="2000" dirty="0">
                <a:latin typeface="Times New Roman" panose="02020603050405020304" pitchFamily="18" charset="0"/>
                <a:cs typeface="Times New Roman" panose="02020603050405020304" pitchFamily="18" charset="0"/>
              </a:rPr>
              <a:t>pkt_2.ar.start_address = 60; </a:t>
            </a:r>
          </a:p>
          <a:p>
            <a:r>
              <a:rPr lang="en-IN" sz="2000" dirty="0">
                <a:latin typeface="Times New Roman" panose="02020603050405020304" pitchFamily="18" charset="0"/>
                <a:cs typeface="Times New Roman" panose="02020603050405020304" pitchFamily="18" charset="0"/>
              </a:rPr>
              <a:t>pkt_2.ar.end_address = 80; </a:t>
            </a:r>
          </a:p>
          <a:p>
            <a:r>
              <a:rPr lang="en-IN" sz="2000" dirty="0">
                <a:latin typeface="Times New Roman" panose="02020603050405020304" pitchFamily="18" charset="0"/>
                <a:cs typeface="Times New Roman" panose="02020603050405020304" pitchFamily="18" charset="0"/>
              </a:rPr>
              <a:t>$display("\t****  calling pkt_1 display after changing pkt_2 properties ****"); </a:t>
            </a:r>
          </a:p>
          <a:p>
            <a:r>
              <a:rPr lang="en-IN" sz="2000" dirty="0">
                <a:latin typeface="Times New Roman" panose="02020603050405020304" pitchFamily="18" charset="0"/>
                <a:cs typeface="Times New Roman" panose="02020603050405020304" pitchFamily="18" charset="0"/>
              </a:rPr>
              <a:t>pkt_1.display(); </a:t>
            </a:r>
          </a:p>
          <a:p>
            <a:r>
              <a:rPr lang="en-IN" sz="2000" dirty="0">
                <a:latin typeface="Times New Roman" panose="02020603050405020304" pitchFamily="18" charset="0"/>
                <a:cs typeface="Times New Roman" panose="02020603050405020304" pitchFamily="18" charset="0"/>
              </a:rPr>
              <a:t>$display("\t****  calling pkt_2 display after changing pkt_2 properties ****"); </a:t>
            </a:r>
          </a:p>
          <a:p>
            <a:r>
              <a:rPr lang="en-IN" sz="2000" dirty="0">
                <a:latin typeface="Times New Roman" panose="02020603050405020304" pitchFamily="18" charset="0"/>
                <a:cs typeface="Times New Roman" panose="02020603050405020304" pitchFamily="18" charset="0"/>
              </a:rPr>
              <a:t>pkt_2.display(); </a:t>
            </a:r>
          </a:p>
          <a:p>
            <a:r>
              <a:rPr lang="en-IN" sz="2000" dirty="0">
                <a:latin typeface="Times New Roman" panose="02020603050405020304" pitchFamily="18" charset="0"/>
                <a:cs typeface="Times New Roman" panose="02020603050405020304" pitchFamily="18" charset="0"/>
              </a:rPr>
              <a:t>end </a:t>
            </a:r>
          </a:p>
          <a:p>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03495426"/>
      </p:ext>
    </p:extLst>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7E10-3DBA-D5DD-AF1C-5BD6125F498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922D00AA-F201-E4F7-3C0B-605A6D16ED92}"/>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SystemVerilog Inheritance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SystemVerilog Inheritance. Inheritance is an OOP concept that allows the user to </a:t>
            </a:r>
            <a:r>
              <a:rPr lang="en-US" sz="2400" dirty="0">
                <a:highlight>
                  <a:srgbClr val="FFFF00"/>
                </a:highlight>
                <a:latin typeface="Times New Roman" panose="02020603050405020304" pitchFamily="18" charset="0"/>
                <a:cs typeface="Times New Roman" panose="02020603050405020304" pitchFamily="18" charset="0"/>
              </a:rPr>
              <a:t>create classes that are built upon existing classes</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new class will be with new properties and methods along with having access to all the properties and methods of the original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Inheritance is about </a:t>
            </a:r>
            <a:r>
              <a:rPr lang="en-US" sz="2400" dirty="0">
                <a:solidFill>
                  <a:srgbClr val="FF0000"/>
                </a:solidFill>
                <a:latin typeface="Times New Roman" panose="02020603050405020304" pitchFamily="18" charset="0"/>
                <a:cs typeface="Times New Roman" panose="02020603050405020304" pitchFamily="18" charset="0"/>
              </a:rPr>
              <a:t>inheriting base class members to the extended class</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E26445F-8A46-C718-984B-DDDE10E5261A}"/>
              </a:ext>
            </a:extLst>
          </p:cNvPr>
          <p:cNvSpPr>
            <a:spLocks noGrp="1"/>
          </p:cNvSpPr>
          <p:nvPr>
            <p:ph type="dt" sz="half" idx="10"/>
          </p:nvPr>
        </p:nvSpPr>
        <p:spPr/>
        <p:txBody>
          <a:bodyPr/>
          <a:lstStyle/>
          <a:p>
            <a:fld id="{71354B8B-7AC7-4173-BB9D-877984A01DC8}" type="datetime1">
              <a:rPr lang="en-IN" smtClean="0"/>
              <a:pPr/>
              <a:t>31-10-2025</a:t>
            </a:fld>
            <a:endParaRPr lang="en-IN"/>
          </a:p>
        </p:txBody>
      </p:sp>
      <p:sp>
        <p:nvSpPr>
          <p:cNvPr id="5" name="Footer Placeholder 4">
            <a:extLst>
              <a:ext uri="{FF2B5EF4-FFF2-40B4-BE49-F238E27FC236}">
                <a16:creationId xmlns:a16="http://schemas.microsoft.com/office/drawing/2014/main" id="{0C3E6AB3-5ABA-8058-85DD-845BE4A7CF4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354FD0D-CC8C-ACC2-50C9-B8977D554F46}"/>
              </a:ext>
            </a:extLst>
          </p:cNvPr>
          <p:cNvSpPr>
            <a:spLocks noGrp="1"/>
          </p:cNvSpPr>
          <p:nvPr>
            <p:ph type="sldNum" sz="quarter" idx="12"/>
          </p:nvPr>
        </p:nvSpPr>
        <p:spPr/>
        <p:txBody>
          <a:bodyPr/>
          <a:lstStyle/>
          <a:p>
            <a:fld id="{56BB8B7D-B437-4E80-9B4F-EB7501C8BBDD}" type="slidenum">
              <a:rPr lang="en-IN" smtClean="0"/>
              <a:pPr/>
              <a:t>182</a:t>
            </a:fld>
            <a:endParaRPr lang="en-IN"/>
          </a:p>
        </p:txBody>
      </p:sp>
    </p:spTree>
    <p:extLst>
      <p:ext uri="{BB962C8B-B14F-4D97-AF65-F5344CB8AC3E}">
        <p14:creationId xmlns:p14="http://schemas.microsoft.com/office/powerpoint/2010/main" val="243472349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3789-E3FA-DB43-02E2-835D5C2551A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975F02D-AF17-2ACF-B025-39276BC2D7B0}"/>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New classes can be created based on existing classes, this is referred to as class inheritance </a:t>
            </a:r>
          </a:p>
          <a:p>
            <a:r>
              <a:rPr lang="en-US" sz="2400" dirty="0">
                <a:latin typeface="Times New Roman" panose="02020603050405020304" pitchFamily="18" charset="0"/>
                <a:cs typeface="Times New Roman" panose="02020603050405020304" pitchFamily="18" charset="0"/>
              </a:rPr>
              <a:t>A derived class by </a:t>
            </a:r>
            <a:r>
              <a:rPr lang="en-US" sz="2400" dirty="0">
                <a:solidFill>
                  <a:srgbClr val="FF0000"/>
                </a:solidFill>
                <a:latin typeface="Times New Roman" panose="02020603050405020304" pitchFamily="18" charset="0"/>
                <a:cs typeface="Times New Roman" panose="02020603050405020304" pitchFamily="18" charset="0"/>
              </a:rPr>
              <a:t>default inherits </a:t>
            </a:r>
            <a:r>
              <a:rPr lang="en-US" sz="2400" dirty="0">
                <a:latin typeface="Times New Roman" panose="02020603050405020304" pitchFamily="18" charset="0"/>
                <a:cs typeface="Times New Roman" panose="02020603050405020304" pitchFamily="18" charset="0"/>
              </a:rPr>
              <a:t>the properties and methods of its parent class </a:t>
            </a:r>
          </a:p>
          <a:p>
            <a:r>
              <a:rPr lang="en-US" sz="2400" dirty="0">
                <a:latin typeface="Times New Roman" panose="02020603050405020304" pitchFamily="18" charset="0"/>
                <a:cs typeface="Times New Roman" panose="02020603050405020304" pitchFamily="18" charset="0"/>
              </a:rPr>
              <a:t>An inherited class is called a subclass of its parent class </a:t>
            </a:r>
          </a:p>
          <a:p>
            <a:r>
              <a:rPr lang="en-US" sz="2400" dirty="0">
                <a:latin typeface="Times New Roman" panose="02020603050405020304" pitchFamily="18" charset="0"/>
                <a:cs typeface="Times New Roman" panose="02020603050405020304" pitchFamily="18" charset="0"/>
              </a:rPr>
              <a:t>A derived class may </a:t>
            </a:r>
            <a:r>
              <a:rPr lang="en-US" sz="2400" dirty="0">
                <a:solidFill>
                  <a:srgbClr val="FF0000"/>
                </a:solidFill>
                <a:latin typeface="Times New Roman" panose="02020603050405020304" pitchFamily="18" charset="0"/>
                <a:cs typeface="Times New Roman" panose="02020603050405020304" pitchFamily="18" charset="0"/>
              </a:rPr>
              <a:t>add new properties and methods, or modify the inherited properties and methods </a:t>
            </a:r>
          </a:p>
          <a:p>
            <a:r>
              <a:rPr lang="en-US" sz="2400" dirty="0">
                <a:latin typeface="Times New Roman" panose="02020603050405020304" pitchFamily="18" charset="0"/>
                <a:cs typeface="Times New Roman" panose="02020603050405020304" pitchFamily="18" charset="0"/>
              </a:rPr>
              <a:t>Inheritance allows re-usability. i.e. derived class by default includes the properties and methods, which is ready to use </a:t>
            </a:r>
          </a:p>
          <a:p>
            <a:r>
              <a:rPr lang="en-US" sz="2400" dirty="0">
                <a:latin typeface="Times New Roman" panose="02020603050405020304" pitchFamily="18" charset="0"/>
                <a:cs typeface="Times New Roman" panose="02020603050405020304" pitchFamily="18" charset="0"/>
              </a:rPr>
              <a:t>If the class is derived from a derived class, then it is referred to as </a:t>
            </a:r>
            <a:r>
              <a:rPr lang="en-US" sz="2400" dirty="0">
                <a:solidFill>
                  <a:srgbClr val="FF0000"/>
                </a:solidFill>
                <a:latin typeface="Times New Roman" panose="02020603050405020304" pitchFamily="18" charset="0"/>
                <a:cs typeface="Times New Roman" panose="02020603050405020304" pitchFamily="18" charset="0"/>
              </a:rPr>
              <a:t>Multilevel inheritance </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D09D496-6D33-63FA-FB89-190B0EDC01FD}"/>
              </a:ext>
            </a:extLst>
          </p:cNvPr>
          <p:cNvSpPr>
            <a:spLocks noGrp="1"/>
          </p:cNvSpPr>
          <p:nvPr>
            <p:ph type="dt" sz="half" idx="10"/>
          </p:nvPr>
        </p:nvSpPr>
        <p:spPr/>
        <p:txBody>
          <a:bodyPr/>
          <a:lstStyle/>
          <a:p>
            <a:fld id="{331CDCC7-7919-4348-9AFF-EAFCC11B9576}" type="datetime1">
              <a:rPr lang="en-IN" smtClean="0"/>
              <a:pPr/>
              <a:t>31-10-2025</a:t>
            </a:fld>
            <a:endParaRPr lang="en-IN"/>
          </a:p>
        </p:txBody>
      </p:sp>
      <p:sp>
        <p:nvSpPr>
          <p:cNvPr id="5" name="Footer Placeholder 4">
            <a:extLst>
              <a:ext uri="{FF2B5EF4-FFF2-40B4-BE49-F238E27FC236}">
                <a16:creationId xmlns:a16="http://schemas.microsoft.com/office/drawing/2014/main" id="{276DD1DE-D71D-B1CA-14C9-B8F200CB1FB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3CE7DC7-6E25-A02E-234D-9984FDA2B3FD}"/>
              </a:ext>
            </a:extLst>
          </p:cNvPr>
          <p:cNvSpPr>
            <a:spLocks noGrp="1"/>
          </p:cNvSpPr>
          <p:nvPr>
            <p:ph type="sldNum" sz="quarter" idx="12"/>
          </p:nvPr>
        </p:nvSpPr>
        <p:spPr/>
        <p:txBody>
          <a:bodyPr/>
          <a:lstStyle/>
          <a:p>
            <a:fld id="{56BB8B7D-B437-4E80-9B4F-EB7501C8BBDD}" type="slidenum">
              <a:rPr lang="en-IN" smtClean="0"/>
              <a:pPr/>
              <a:t>183</a:t>
            </a:fld>
            <a:endParaRPr lang="en-IN"/>
          </a:p>
        </p:txBody>
      </p:sp>
    </p:spTree>
    <p:extLst>
      <p:ext uri="{BB962C8B-B14F-4D97-AF65-F5344CB8AC3E}">
        <p14:creationId xmlns:p14="http://schemas.microsoft.com/office/powerpoint/2010/main" val="417693284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9BC28-EFEF-24F5-39F0-D3B7B6722B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0DFCCF71-4B30-F57A-196C-2F60B1227F8A}"/>
              </a:ext>
            </a:extLst>
          </p:cNvPr>
          <p:cNvPicPr>
            <a:picLocks noGrp="1" noChangeAspect="1"/>
          </p:cNvPicPr>
          <p:nvPr>
            <p:ph idx="1"/>
          </p:nvPr>
        </p:nvPicPr>
        <p:blipFill>
          <a:blip r:embed="rId2"/>
          <a:stretch>
            <a:fillRect/>
          </a:stretch>
        </p:blipFill>
        <p:spPr>
          <a:xfrm>
            <a:off x="115436" y="1590326"/>
            <a:ext cx="4486901" cy="4505954"/>
          </a:xfrm>
        </p:spPr>
      </p:pic>
      <p:sp>
        <p:nvSpPr>
          <p:cNvPr id="3" name="Date Placeholder 2">
            <a:extLst>
              <a:ext uri="{FF2B5EF4-FFF2-40B4-BE49-F238E27FC236}">
                <a16:creationId xmlns:a16="http://schemas.microsoft.com/office/drawing/2014/main" id="{DA65C9AF-520F-8893-6813-60DD43CF8DC6}"/>
              </a:ext>
            </a:extLst>
          </p:cNvPr>
          <p:cNvSpPr>
            <a:spLocks noGrp="1"/>
          </p:cNvSpPr>
          <p:nvPr>
            <p:ph type="dt" sz="half" idx="10"/>
          </p:nvPr>
        </p:nvSpPr>
        <p:spPr/>
        <p:txBody>
          <a:bodyPr/>
          <a:lstStyle/>
          <a:p>
            <a:fld id="{96585AFF-962E-4044-9236-8E5BC47F1AC5}" type="datetime1">
              <a:rPr lang="en-IN" smtClean="0"/>
              <a:pPr/>
              <a:t>31-10-2025</a:t>
            </a:fld>
            <a:endParaRPr lang="en-IN"/>
          </a:p>
        </p:txBody>
      </p:sp>
      <p:sp>
        <p:nvSpPr>
          <p:cNvPr id="4" name="Footer Placeholder 3">
            <a:extLst>
              <a:ext uri="{FF2B5EF4-FFF2-40B4-BE49-F238E27FC236}">
                <a16:creationId xmlns:a16="http://schemas.microsoft.com/office/drawing/2014/main" id="{0BEF902A-5783-2049-0B12-70B01AF7EE80}"/>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41C35CE-1A07-B313-1B9A-4B24DF3C20E7}"/>
              </a:ext>
            </a:extLst>
          </p:cNvPr>
          <p:cNvSpPr>
            <a:spLocks noGrp="1"/>
          </p:cNvSpPr>
          <p:nvPr>
            <p:ph type="sldNum" sz="quarter" idx="12"/>
          </p:nvPr>
        </p:nvSpPr>
        <p:spPr/>
        <p:txBody>
          <a:bodyPr/>
          <a:lstStyle/>
          <a:p>
            <a:fld id="{56BB8B7D-B437-4E80-9B4F-EB7501C8BBDD}" type="slidenum">
              <a:rPr lang="en-IN" smtClean="0"/>
              <a:pPr/>
              <a:t>184</a:t>
            </a:fld>
            <a:endParaRPr lang="en-IN"/>
          </a:p>
        </p:txBody>
      </p:sp>
      <p:sp>
        <p:nvSpPr>
          <p:cNvPr id="6" name="TextBox 5">
            <a:extLst>
              <a:ext uri="{FF2B5EF4-FFF2-40B4-BE49-F238E27FC236}">
                <a16:creationId xmlns:a16="http://schemas.microsoft.com/office/drawing/2014/main" id="{814DF37F-FCEE-C354-18AE-D19D0DEDC810}"/>
              </a:ext>
            </a:extLst>
          </p:cNvPr>
          <p:cNvSpPr txBox="1"/>
          <p:nvPr/>
        </p:nvSpPr>
        <p:spPr>
          <a:xfrm>
            <a:off x="4602337" y="1759226"/>
            <a:ext cx="7225228" cy="4524315"/>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chemeClr val="accent1">
                    <a:lumMod val="75000"/>
                  </a:schemeClr>
                </a:solidFill>
                <a:latin typeface="Times New Roman" panose="02020603050405020304" pitchFamily="18" charset="0"/>
                <a:cs typeface="Times New Roman" panose="02020603050405020304" pitchFamily="18" charset="0"/>
              </a:rPr>
              <a:t>Inheritance Terminology </a:t>
            </a:r>
          </a:p>
          <a:p>
            <a:pPr marL="800100" lvl="1" indent="-342900">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Parent Class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It’s an existing class;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class whose features are inherited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parent class is also known as a base class, superclass</a:t>
            </a:r>
          </a:p>
          <a:p>
            <a:pPr marL="800100" lvl="1" indent="-342900">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Child Class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It’s an extended class;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class that inherits the other class is known as subclass </a:t>
            </a:r>
          </a:p>
          <a:p>
            <a:pPr marL="1257300" lvl="2"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child class is also known as an extended class, derived class, subclass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82074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1D24-DD10-E065-71B2-6A9C5B01B65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BA0529F-41F8-358B-6590-9B9126E39844}"/>
              </a:ext>
            </a:extLst>
          </p:cNvPr>
          <p:cNvSpPr>
            <a:spLocks noGrp="1"/>
          </p:cNvSpPr>
          <p:nvPr>
            <p:ph idx="1"/>
          </p:nvPr>
        </p:nvSpPr>
        <p:spPr>
          <a:xfrm>
            <a:off x="609600" y="1600201"/>
            <a:ext cx="5194852" cy="4525963"/>
          </a:xfrm>
        </p:spPr>
        <p:txBody>
          <a:bodyPr/>
          <a:lstStyle/>
          <a:p>
            <a:pPr marL="0" indent="0">
              <a:buNone/>
            </a:pPr>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parent_class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logic [31:0] data;</a:t>
            </a:r>
          </a:p>
          <a:p>
            <a:pPr marL="0" indent="0">
              <a:buNone/>
            </a:pPr>
            <a:r>
              <a:rPr lang="en-US" sz="2400" dirty="0" err="1">
                <a:latin typeface="Times New Roman" panose="02020603050405020304" pitchFamily="18" charset="0"/>
                <a:cs typeface="Times New Roman" panose="02020603050405020304" pitchFamily="18" charset="0"/>
              </a:rPr>
              <a:t>endclass</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child_class</a:t>
            </a:r>
            <a:r>
              <a:rPr lang="en-US" sz="2400" dirty="0">
                <a:latin typeface="Times New Roman" panose="02020603050405020304" pitchFamily="18" charset="0"/>
                <a:cs typeface="Times New Roman" panose="02020603050405020304" pitchFamily="18" charset="0"/>
              </a:rPr>
              <a:t> extends </a:t>
            </a:r>
            <a:r>
              <a:rPr lang="en-US" sz="2400" dirty="0" err="1">
                <a:latin typeface="Times New Roman" panose="02020603050405020304" pitchFamily="18" charset="0"/>
                <a:cs typeface="Times New Roman" panose="02020603050405020304" pitchFamily="18" charset="0"/>
              </a:rPr>
              <a:t>parent_class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logic [31:0]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endclass</a:t>
            </a: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643A6E9-4F96-5432-CBB7-58ABD17280F9}"/>
              </a:ext>
            </a:extLst>
          </p:cNvPr>
          <p:cNvSpPr>
            <a:spLocks noGrp="1"/>
          </p:cNvSpPr>
          <p:nvPr>
            <p:ph type="dt" sz="half" idx="10"/>
          </p:nvPr>
        </p:nvSpPr>
        <p:spPr/>
        <p:txBody>
          <a:bodyPr/>
          <a:lstStyle/>
          <a:p>
            <a:fld id="{A3C3DE85-ECC7-4CE4-A1AE-059C5412C0F3}" type="datetime1">
              <a:rPr lang="en-IN" smtClean="0"/>
              <a:pPr/>
              <a:t>31-10-2025</a:t>
            </a:fld>
            <a:endParaRPr lang="en-IN"/>
          </a:p>
        </p:txBody>
      </p:sp>
      <p:sp>
        <p:nvSpPr>
          <p:cNvPr id="6" name="Footer Placeholder 5">
            <a:extLst>
              <a:ext uri="{FF2B5EF4-FFF2-40B4-BE49-F238E27FC236}">
                <a16:creationId xmlns:a16="http://schemas.microsoft.com/office/drawing/2014/main" id="{A9122211-C8EA-21A5-AFD1-D15880D7185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5E37A447-DB5A-BF20-34F1-F55B2646018D}"/>
              </a:ext>
            </a:extLst>
          </p:cNvPr>
          <p:cNvSpPr>
            <a:spLocks noGrp="1"/>
          </p:cNvSpPr>
          <p:nvPr>
            <p:ph type="sldNum" sz="quarter" idx="12"/>
          </p:nvPr>
        </p:nvSpPr>
        <p:spPr/>
        <p:txBody>
          <a:bodyPr/>
          <a:lstStyle/>
          <a:p>
            <a:fld id="{56BB8B7D-B437-4E80-9B4F-EB7501C8BBDD}" type="slidenum">
              <a:rPr lang="en-IN" smtClean="0"/>
              <a:pPr/>
              <a:t>185</a:t>
            </a:fld>
            <a:endParaRPr lang="en-IN"/>
          </a:p>
        </p:txBody>
      </p:sp>
      <p:sp>
        <p:nvSpPr>
          <p:cNvPr id="4" name="TextBox 3">
            <a:extLst>
              <a:ext uri="{FF2B5EF4-FFF2-40B4-BE49-F238E27FC236}">
                <a16:creationId xmlns:a16="http://schemas.microsoft.com/office/drawing/2014/main" id="{FA056143-0C6F-7C7A-35E8-DBF65AF78385}"/>
              </a:ext>
            </a:extLst>
          </p:cNvPr>
          <p:cNvSpPr txBox="1"/>
          <p:nvPr/>
        </p:nvSpPr>
        <p:spPr>
          <a:xfrm>
            <a:off x="5715000" y="1600201"/>
            <a:ext cx="6122504"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module tb;</a:t>
            </a:r>
          </a:p>
          <a:p>
            <a:r>
              <a:rPr lang="en-US" sz="2400" dirty="0">
                <a:latin typeface="Times New Roman" panose="02020603050405020304" pitchFamily="18" charset="0"/>
                <a:cs typeface="Times New Roman" panose="02020603050405020304" pitchFamily="18" charset="0"/>
              </a:rPr>
              <a:t>  initial begin</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child_class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cr</a:t>
            </a:r>
            <a:r>
              <a:rPr lang="en-US" sz="2400" dirty="0">
                <a:latin typeface="Times New Roman" panose="02020603050405020304" pitchFamily="18" charset="0"/>
                <a:cs typeface="Times New Roman" panose="02020603050405020304" pitchFamily="18" charset="0"/>
              </a:rPr>
              <a:t> = new();</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cr.data</a:t>
            </a:r>
            <a:r>
              <a:rPr lang="en-US" sz="2400" dirty="0">
                <a:latin typeface="Times New Roman" panose="02020603050405020304" pitchFamily="18" charset="0"/>
                <a:cs typeface="Times New Roman" panose="02020603050405020304" pitchFamily="18" charset="0"/>
              </a:rPr>
              <a:t> = 46;</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cr.addr</a:t>
            </a:r>
            <a:r>
              <a:rPr lang="en-US" sz="2400" dirty="0">
                <a:latin typeface="Times New Roman" panose="02020603050405020304" pitchFamily="18" charset="0"/>
                <a:cs typeface="Times New Roman" panose="02020603050405020304" pitchFamily="18" charset="0"/>
              </a:rPr>
              <a:t> = 54;</a:t>
            </a:r>
          </a:p>
          <a:p>
            <a:r>
              <a:rPr lang="en-US" sz="2400" dirty="0">
                <a:latin typeface="Times New Roman" panose="02020603050405020304" pitchFamily="18" charset="0"/>
                <a:cs typeface="Times New Roman" panose="02020603050405020304" pitchFamily="18" charset="0"/>
              </a:rPr>
              <a:t>    $display("\t ***the </a:t>
            </a:r>
            <a:r>
              <a:rPr lang="en-US" sz="2400" dirty="0" err="1">
                <a:latin typeface="Times New Roman" panose="02020603050405020304" pitchFamily="18" charset="0"/>
                <a:cs typeface="Times New Roman" panose="02020603050405020304" pitchFamily="18" charset="0"/>
              </a:rPr>
              <a:t>addres</a:t>
            </a:r>
            <a:r>
              <a:rPr lang="en-US" sz="2400" dirty="0">
                <a:latin typeface="Times New Roman" panose="02020603050405020304" pitchFamily="18" charset="0"/>
                <a:cs typeface="Times New Roman" panose="02020603050405020304" pitchFamily="18" charset="0"/>
              </a:rPr>
              <a:t> is : %0d|| and the data is : %0d***", </a:t>
            </a:r>
            <a:r>
              <a:rPr lang="en-US" sz="2400" dirty="0" err="1">
                <a:latin typeface="Times New Roman" panose="02020603050405020304" pitchFamily="18" charset="0"/>
                <a:cs typeface="Times New Roman" panose="02020603050405020304" pitchFamily="18" charset="0"/>
              </a:rPr>
              <a:t>cr.data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cr.addr</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end</a:t>
            </a:r>
          </a:p>
          <a:p>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57660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74560-4E4A-3EBB-1302-CF8610D38C2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8E0913EF-E0E9-A454-E04C-629795D3EC24}"/>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Polymorphism in SystemVerilog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Polymorphism means many forms. Polymorphism in SystemVerilog provides an ability to an object to take on many forms.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Method handle of super-class can be made to refer to the subclass method, this allows polymorphism or different forms of the same method.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BAC539-5BF5-4B7A-8B00-2F975C01E106}"/>
              </a:ext>
            </a:extLst>
          </p:cNvPr>
          <p:cNvSpPr>
            <a:spLocks noGrp="1"/>
          </p:cNvSpPr>
          <p:nvPr>
            <p:ph type="dt" sz="half" idx="10"/>
          </p:nvPr>
        </p:nvSpPr>
        <p:spPr/>
        <p:txBody>
          <a:bodyPr/>
          <a:lstStyle/>
          <a:p>
            <a:fld id="{57E6C611-78AA-48D1-8BC6-679BF3D7F88D}" type="datetime1">
              <a:rPr lang="en-IN" smtClean="0"/>
              <a:pPr/>
              <a:t>31-10-2025</a:t>
            </a:fld>
            <a:endParaRPr lang="en-IN"/>
          </a:p>
        </p:txBody>
      </p:sp>
      <p:sp>
        <p:nvSpPr>
          <p:cNvPr id="6" name="Footer Placeholder 5">
            <a:extLst>
              <a:ext uri="{FF2B5EF4-FFF2-40B4-BE49-F238E27FC236}">
                <a16:creationId xmlns:a16="http://schemas.microsoft.com/office/drawing/2014/main" id="{5B868EB6-7F58-92F7-F844-783E262AC1A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55CD70F4-28A5-C258-9584-CB2931ACF89B}"/>
              </a:ext>
            </a:extLst>
          </p:cNvPr>
          <p:cNvSpPr>
            <a:spLocks noGrp="1"/>
          </p:cNvSpPr>
          <p:nvPr>
            <p:ph type="sldNum" sz="quarter" idx="12"/>
          </p:nvPr>
        </p:nvSpPr>
        <p:spPr/>
        <p:txBody>
          <a:bodyPr/>
          <a:lstStyle/>
          <a:p>
            <a:fld id="{56BB8B7D-B437-4E80-9B4F-EB7501C8BBDD}" type="slidenum">
              <a:rPr lang="en-IN" smtClean="0"/>
              <a:pPr/>
              <a:t>186</a:t>
            </a:fld>
            <a:endParaRPr lang="en-IN"/>
          </a:p>
        </p:txBody>
      </p:sp>
      <p:pic>
        <p:nvPicPr>
          <p:cNvPr id="5" name="Picture 4">
            <a:extLst>
              <a:ext uri="{FF2B5EF4-FFF2-40B4-BE49-F238E27FC236}">
                <a16:creationId xmlns:a16="http://schemas.microsoft.com/office/drawing/2014/main" id="{C45BF79F-C06B-E4DD-3175-0F9C2640221F}"/>
              </a:ext>
            </a:extLst>
          </p:cNvPr>
          <p:cNvPicPr>
            <a:picLocks noChangeAspect="1"/>
          </p:cNvPicPr>
          <p:nvPr/>
        </p:nvPicPr>
        <p:blipFill>
          <a:blip r:embed="rId2"/>
          <a:stretch>
            <a:fillRect/>
          </a:stretch>
        </p:blipFill>
        <p:spPr>
          <a:xfrm>
            <a:off x="2913825" y="3863182"/>
            <a:ext cx="5887272" cy="2610214"/>
          </a:xfrm>
          <a:prstGeom prst="rect">
            <a:avLst/>
          </a:prstGeom>
        </p:spPr>
      </p:pic>
    </p:spTree>
    <p:extLst>
      <p:ext uri="{BB962C8B-B14F-4D97-AF65-F5344CB8AC3E}">
        <p14:creationId xmlns:p14="http://schemas.microsoft.com/office/powerpoint/2010/main" val="328604557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DDC5B-133A-23C2-D615-5487E291550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D6BB61BB-0537-40DD-25F5-FDD919889813}"/>
              </a:ext>
            </a:extLst>
          </p:cNvPr>
          <p:cNvSpPr>
            <a:spLocks noGrp="1"/>
          </p:cNvSpPr>
          <p:nvPr>
            <p:ph idx="1"/>
          </p:nvPr>
        </p:nvSpPr>
        <p:spPr>
          <a:xfrm>
            <a:off x="609600" y="1302027"/>
            <a:ext cx="5105400" cy="4824138"/>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virtual function void display();</a:t>
            </a:r>
          </a:p>
          <a:p>
            <a:pPr marL="0" indent="0">
              <a:buNone/>
            </a:pPr>
            <a:r>
              <a:rPr lang="en-US" sz="2000" dirty="0">
                <a:latin typeface="Times New Roman" panose="02020603050405020304" pitchFamily="18" charset="0"/>
                <a:cs typeface="Times New Roman" panose="02020603050405020304" pitchFamily="18" charset="0"/>
              </a:rPr>
              <a:t>    $display(" Inside the base class");</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ext_class1 extends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void display();</a:t>
            </a:r>
          </a:p>
          <a:p>
            <a:pPr marL="0" indent="0">
              <a:buNone/>
            </a:pPr>
            <a:r>
              <a:rPr lang="en-US" sz="2000" dirty="0">
                <a:latin typeface="Times New Roman" panose="02020603050405020304" pitchFamily="18" charset="0"/>
                <a:cs typeface="Times New Roman" panose="02020603050405020304" pitchFamily="18" charset="0"/>
              </a:rPr>
              <a:t>    $display ("Inside the extend class one");</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ext_class2 extends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void display();</a:t>
            </a:r>
          </a:p>
          <a:p>
            <a:pPr marL="0" indent="0">
              <a:buNone/>
            </a:pPr>
            <a:r>
              <a:rPr lang="en-US" sz="2000" dirty="0">
                <a:latin typeface="Times New Roman" panose="02020603050405020304" pitchFamily="18" charset="0"/>
                <a:cs typeface="Times New Roman" panose="02020603050405020304" pitchFamily="18" charset="0"/>
              </a:rPr>
              <a:t>    $display("Inside the extend class two");</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F912905-CF8E-DEAF-73E5-2723AC0BEB84}"/>
              </a:ext>
            </a:extLst>
          </p:cNvPr>
          <p:cNvSpPr>
            <a:spLocks noGrp="1"/>
          </p:cNvSpPr>
          <p:nvPr>
            <p:ph type="dt" sz="half" idx="10"/>
          </p:nvPr>
        </p:nvSpPr>
        <p:spPr/>
        <p:txBody>
          <a:bodyPr/>
          <a:lstStyle/>
          <a:p>
            <a:fld id="{3E3BD692-1F57-48C9-B8E6-3AD3886F4A28}" type="datetime1">
              <a:rPr lang="en-IN" smtClean="0"/>
              <a:pPr/>
              <a:t>31-10-2025</a:t>
            </a:fld>
            <a:endParaRPr lang="en-IN"/>
          </a:p>
        </p:txBody>
      </p:sp>
      <p:sp>
        <p:nvSpPr>
          <p:cNvPr id="6" name="Footer Placeholder 5">
            <a:extLst>
              <a:ext uri="{FF2B5EF4-FFF2-40B4-BE49-F238E27FC236}">
                <a16:creationId xmlns:a16="http://schemas.microsoft.com/office/drawing/2014/main" id="{A9C38E37-FECE-76D3-D43C-103ED64446DF}"/>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558E706-3687-CC63-37C8-AD4884EF1E51}"/>
              </a:ext>
            </a:extLst>
          </p:cNvPr>
          <p:cNvSpPr>
            <a:spLocks noGrp="1"/>
          </p:cNvSpPr>
          <p:nvPr>
            <p:ph type="sldNum" sz="quarter" idx="12"/>
          </p:nvPr>
        </p:nvSpPr>
        <p:spPr/>
        <p:txBody>
          <a:bodyPr/>
          <a:lstStyle/>
          <a:p>
            <a:fld id="{56BB8B7D-B437-4E80-9B4F-EB7501C8BBDD}" type="slidenum">
              <a:rPr lang="en-IN" smtClean="0"/>
              <a:pPr/>
              <a:t>187</a:t>
            </a:fld>
            <a:endParaRPr lang="en-IN"/>
          </a:p>
        </p:txBody>
      </p:sp>
      <p:sp>
        <p:nvSpPr>
          <p:cNvPr id="4" name="TextBox 3">
            <a:extLst>
              <a:ext uri="{FF2B5EF4-FFF2-40B4-BE49-F238E27FC236}">
                <a16:creationId xmlns:a16="http://schemas.microsoft.com/office/drawing/2014/main" id="{684CEED0-6A49-94C0-FE17-17317BA0E61D}"/>
              </a:ext>
            </a:extLst>
          </p:cNvPr>
          <p:cNvSpPr txBox="1"/>
          <p:nvPr/>
        </p:nvSpPr>
        <p:spPr>
          <a:xfrm>
            <a:off x="6977270" y="1510748"/>
            <a:ext cx="4605130" cy="501675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top;</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 bs[2];</a:t>
            </a:r>
          </a:p>
          <a:p>
            <a:r>
              <a:rPr lang="en-US" sz="2000" dirty="0">
                <a:latin typeface="Times New Roman" panose="02020603050405020304" pitchFamily="18" charset="0"/>
                <a:cs typeface="Times New Roman" panose="02020603050405020304" pitchFamily="18" charset="0"/>
              </a:rPr>
              <a:t>  ext_class1 ec1;</a:t>
            </a:r>
          </a:p>
          <a:p>
            <a:r>
              <a:rPr lang="en-US" sz="2000" dirty="0">
                <a:latin typeface="Times New Roman" panose="02020603050405020304" pitchFamily="18" charset="0"/>
                <a:cs typeface="Times New Roman" panose="02020603050405020304" pitchFamily="18" charset="0"/>
              </a:rPr>
              <a:t>  ext_class2 ec2;</a:t>
            </a:r>
          </a:p>
          <a:p>
            <a:r>
              <a:rPr lang="en-US" sz="2000" dirty="0">
                <a:latin typeface="Times New Roman" panose="02020603050405020304" pitchFamily="18" charset="0"/>
                <a:cs typeface="Times New Roman" panose="02020603050405020304" pitchFamily="18" charset="0"/>
              </a:rPr>
              <a:t>  initial begin</a:t>
            </a:r>
          </a:p>
          <a:p>
            <a:r>
              <a:rPr lang="en-US" sz="2000" dirty="0">
                <a:latin typeface="Times New Roman" panose="02020603050405020304" pitchFamily="18" charset="0"/>
                <a:cs typeface="Times New Roman" panose="02020603050405020304" pitchFamily="18" charset="0"/>
              </a:rPr>
              <a:t>    ec1 = new();</a:t>
            </a:r>
          </a:p>
          <a:p>
            <a:r>
              <a:rPr lang="en-US" sz="2000" dirty="0">
                <a:latin typeface="Times New Roman" panose="02020603050405020304" pitchFamily="18" charset="0"/>
                <a:cs typeface="Times New Roman" panose="02020603050405020304" pitchFamily="18" charset="0"/>
              </a:rPr>
              <a:t>   // ec1.display();</a:t>
            </a:r>
          </a:p>
          <a:p>
            <a:r>
              <a:rPr lang="en-US" sz="2000" dirty="0">
                <a:latin typeface="Times New Roman" panose="02020603050405020304" pitchFamily="18" charset="0"/>
                <a:cs typeface="Times New Roman" panose="02020603050405020304" pitchFamily="18" charset="0"/>
              </a:rPr>
              <a:t>    bs[0] = ec1;</a:t>
            </a:r>
          </a:p>
          <a:p>
            <a:r>
              <a:rPr lang="en-US" sz="2000" dirty="0">
                <a:latin typeface="Times New Roman" panose="02020603050405020304" pitchFamily="18" charset="0"/>
                <a:cs typeface="Times New Roman" panose="02020603050405020304" pitchFamily="18" charset="0"/>
              </a:rPr>
              <a:t>    bs[0].display;</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ec2= new();</a:t>
            </a:r>
          </a:p>
          <a:p>
            <a:r>
              <a:rPr lang="en-US" sz="2000" dirty="0">
                <a:latin typeface="Times New Roman" panose="02020603050405020304" pitchFamily="18" charset="0"/>
                <a:cs typeface="Times New Roman" panose="02020603050405020304" pitchFamily="18" charset="0"/>
              </a:rPr>
              <a:t>    bs[1] = ec2;</a:t>
            </a:r>
          </a:p>
          <a:p>
            <a:r>
              <a:rPr lang="en-US" sz="2000" dirty="0">
                <a:latin typeface="Times New Roman" panose="02020603050405020304" pitchFamily="18" charset="0"/>
                <a:cs typeface="Times New Roman" panose="02020603050405020304" pitchFamily="18" charset="0"/>
              </a:rPr>
              <a:t>    bs[1].display;</a:t>
            </a:r>
          </a:p>
          <a:p>
            <a:r>
              <a:rPr lang="en-US" sz="2000" dirty="0">
                <a:latin typeface="Times New Roman" panose="02020603050405020304" pitchFamily="18" charset="0"/>
                <a:cs typeface="Times New Roman" panose="02020603050405020304" pitchFamily="18" charset="0"/>
              </a:rPr>
              <a:t>    //ec2.display();</a:t>
            </a:r>
          </a:p>
          <a:p>
            <a:r>
              <a:rPr lang="en-US" sz="2000" dirty="0">
                <a:latin typeface="Times New Roman" panose="02020603050405020304" pitchFamily="18" charset="0"/>
                <a:cs typeface="Times New Roman" panose="02020603050405020304" pitchFamily="18" charset="0"/>
              </a:rPr>
              <a:t>  end</a:t>
            </a:r>
          </a:p>
          <a:p>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79130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3055-D96E-4507-63F0-769B6E6B61B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F07BB73-B60A-3F74-FF1E-065676828EE7}"/>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Super keyword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super keyword is used in a derived class to refer to the members of the parent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class  members are overridden in the derived class, It is necessary to use the </a:t>
            </a:r>
            <a:r>
              <a:rPr lang="en-US" sz="2400" dirty="0">
                <a:solidFill>
                  <a:srgbClr val="FF0000"/>
                </a:solidFill>
                <a:latin typeface="Times New Roman" panose="02020603050405020304" pitchFamily="18" charset="0"/>
                <a:cs typeface="Times New Roman" panose="02020603050405020304" pitchFamily="18" charset="0"/>
              </a:rPr>
              <a:t>super keyword to access members of a parent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super keyword, it is allowed to access the class members of parent class which is only one level up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method of the parent class is overridden in the child class, then using the ‘</a:t>
            </a:r>
            <a:r>
              <a:rPr lang="en-US" sz="2400" dirty="0">
                <a:highlight>
                  <a:srgbClr val="FFFF00"/>
                </a:highlight>
                <a:latin typeface="Times New Roman" panose="02020603050405020304" pitchFamily="18" charset="0"/>
                <a:cs typeface="Times New Roman" panose="02020603050405020304" pitchFamily="18" charset="0"/>
              </a:rPr>
              <a:t>super</a:t>
            </a:r>
            <a:r>
              <a:rPr lang="en-US" sz="2400" dirty="0">
                <a:latin typeface="Times New Roman" panose="02020603050405020304" pitchFamily="18" charset="0"/>
                <a:cs typeface="Times New Roman" panose="02020603050405020304" pitchFamily="18" charset="0"/>
              </a:rPr>
              <a:t>’ keyword parent class method can be accessed from the child class.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AAC034B-C285-8010-BDAB-97AD8AB33D1D}"/>
              </a:ext>
            </a:extLst>
          </p:cNvPr>
          <p:cNvSpPr>
            <a:spLocks noGrp="1"/>
          </p:cNvSpPr>
          <p:nvPr>
            <p:ph type="dt" sz="half" idx="10"/>
          </p:nvPr>
        </p:nvSpPr>
        <p:spPr/>
        <p:txBody>
          <a:bodyPr/>
          <a:lstStyle/>
          <a:p>
            <a:fld id="{46F362F0-CE4F-45BC-8E4F-3CBAF7C4E28A}" type="datetime1">
              <a:rPr lang="en-IN" smtClean="0"/>
              <a:pPr/>
              <a:t>31-10-2025</a:t>
            </a:fld>
            <a:endParaRPr lang="en-IN"/>
          </a:p>
        </p:txBody>
      </p:sp>
      <p:sp>
        <p:nvSpPr>
          <p:cNvPr id="5" name="Footer Placeholder 4">
            <a:extLst>
              <a:ext uri="{FF2B5EF4-FFF2-40B4-BE49-F238E27FC236}">
                <a16:creationId xmlns:a16="http://schemas.microsoft.com/office/drawing/2014/main" id="{5163567B-6905-AF27-A765-AC85513D600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9E8F245-04A6-A4BE-2ADF-C85DEDFCF8AC}"/>
              </a:ext>
            </a:extLst>
          </p:cNvPr>
          <p:cNvSpPr>
            <a:spLocks noGrp="1"/>
          </p:cNvSpPr>
          <p:nvPr>
            <p:ph type="sldNum" sz="quarter" idx="12"/>
          </p:nvPr>
        </p:nvSpPr>
        <p:spPr/>
        <p:txBody>
          <a:bodyPr/>
          <a:lstStyle/>
          <a:p>
            <a:fld id="{56BB8B7D-B437-4E80-9B4F-EB7501C8BBDD}" type="slidenum">
              <a:rPr lang="en-IN" smtClean="0"/>
              <a:pPr/>
              <a:t>188</a:t>
            </a:fld>
            <a:endParaRPr lang="en-IN"/>
          </a:p>
        </p:txBody>
      </p:sp>
    </p:spTree>
    <p:extLst>
      <p:ext uri="{BB962C8B-B14F-4D97-AF65-F5344CB8AC3E}">
        <p14:creationId xmlns:p14="http://schemas.microsoft.com/office/powerpoint/2010/main" val="387376117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A1626-3384-2B51-6F3D-B9CE27EBC34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711DDF73-C2FC-59CF-E916-386DCF696EF9}"/>
              </a:ext>
            </a:extLst>
          </p:cNvPr>
          <p:cNvPicPr>
            <a:picLocks noGrp="1" noChangeAspect="1"/>
          </p:cNvPicPr>
          <p:nvPr>
            <p:ph idx="1"/>
          </p:nvPr>
        </p:nvPicPr>
        <p:blipFill>
          <a:blip r:embed="rId2"/>
          <a:stretch>
            <a:fillRect/>
          </a:stretch>
        </p:blipFill>
        <p:spPr>
          <a:xfrm>
            <a:off x="2471796" y="748375"/>
            <a:ext cx="6838833" cy="5790544"/>
          </a:xfrm>
        </p:spPr>
      </p:pic>
      <p:sp>
        <p:nvSpPr>
          <p:cNvPr id="3" name="Date Placeholder 2">
            <a:extLst>
              <a:ext uri="{FF2B5EF4-FFF2-40B4-BE49-F238E27FC236}">
                <a16:creationId xmlns:a16="http://schemas.microsoft.com/office/drawing/2014/main" id="{68D282FB-C8AC-6C5E-AC61-64CCF264816B}"/>
              </a:ext>
            </a:extLst>
          </p:cNvPr>
          <p:cNvSpPr>
            <a:spLocks noGrp="1"/>
          </p:cNvSpPr>
          <p:nvPr>
            <p:ph type="dt" sz="half" idx="10"/>
          </p:nvPr>
        </p:nvSpPr>
        <p:spPr/>
        <p:txBody>
          <a:bodyPr/>
          <a:lstStyle/>
          <a:p>
            <a:fld id="{A5CAE365-3369-41AA-A204-CB394F0CD280}" type="datetime1">
              <a:rPr lang="en-IN" smtClean="0"/>
              <a:pPr/>
              <a:t>31-10-2025</a:t>
            </a:fld>
            <a:endParaRPr lang="en-IN"/>
          </a:p>
        </p:txBody>
      </p:sp>
      <p:sp>
        <p:nvSpPr>
          <p:cNvPr id="4" name="Footer Placeholder 3">
            <a:extLst>
              <a:ext uri="{FF2B5EF4-FFF2-40B4-BE49-F238E27FC236}">
                <a16:creationId xmlns:a16="http://schemas.microsoft.com/office/drawing/2014/main" id="{BC92DEDC-F189-6920-1B40-27946B54BBE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BE0F2E9-7FB3-27F2-F614-39B228DFA217}"/>
              </a:ext>
            </a:extLst>
          </p:cNvPr>
          <p:cNvSpPr>
            <a:spLocks noGrp="1"/>
          </p:cNvSpPr>
          <p:nvPr>
            <p:ph type="sldNum" sz="quarter" idx="12"/>
          </p:nvPr>
        </p:nvSpPr>
        <p:spPr/>
        <p:txBody>
          <a:bodyPr/>
          <a:lstStyle/>
          <a:p>
            <a:fld id="{56BB8B7D-B437-4E80-9B4F-EB7501C8BBDD}" type="slidenum">
              <a:rPr lang="en-IN" smtClean="0"/>
              <a:pPr/>
              <a:t>189</a:t>
            </a:fld>
            <a:endParaRPr lang="en-IN"/>
          </a:p>
        </p:txBody>
      </p:sp>
    </p:spTree>
    <p:extLst>
      <p:ext uri="{BB962C8B-B14F-4D97-AF65-F5344CB8AC3E}">
        <p14:creationId xmlns:p14="http://schemas.microsoft.com/office/powerpoint/2010/main" val="379135976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F81C8-1307-5FBD-AE66-C0CED02D6E3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49B2581E-A2E1-A798-6A3C-54C6507FF31F}"/>
              </a:ext>
            </a:extLst>
          </p:cNvPr>
          <p:cNvSpPr>
            <a:spLocks noGrp="1"/>
          </p:cNvSpPr>
          <p:nvPr>
            <p:ph idx="1"/>
          </p:nvPr>
        </p:nvSpPr>
        <p:spPr>
          <a:xfrm>
            <a:off x="1662896" y="1237844"/>
            <a:ext cx="5254487" cy="4525963"/>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logic [31:0] data;</a:t>
            </a:r>
          </a:p>
          <a:p>
            <a:pPr marL="0" indent="0">
              <a:buNone/>
            </a:pPr>
            <a:r>
              <a:rPr lang="en-US" sz="2000" dirty="0">
                <a:latin typeface="Times New Roman" panose="02020603050405020304" pitchFamily="18" charset="0"/>
                <a:cs typeface="Times New Roman" panose="02020603050405020304" pitchFamily="18" charset="0"/>
              </a:rPr>
              <a:t>  function void display();</a:t>
            </a:r>
          </a:p>
          <a:p>
            <a:pPr marL="0" indent="0">
              <a:buNone/>
            </a:pPr>
            <a:r>
              <a:rPr lang="en-US" sz="2000" dirty="0">
                <a:latin typeface="Times New Roman" panose="02020603050405020304" pitchFamily="18" charset="0"/>
                <a:cs typeface="Times New Roman" panose="02020603050405020304" pitchFamily="18" charset="0"/>
              </a:rPr>
              <a:t>    $display("\t the data is : %0d",data);</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extends </a:t>
            </a:r>
            <a:r>
              <a:rPr lang="en-US" sz="2000" dirty="0" err="1">
                <a:latin typeface="Times New Roman" panose="02020603050405020304" pitchFamily="18" charset="0"/>
                <a:cs typeface="Times New Roman" panose="02020603050405020304" pitchFamily="18" charset="0"/>
              </a:rPr>
              <a:t>base_class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logic [31:0]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function void display();</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super.display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$display("\t the address is : %0d ",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318270A-4EF4-FC8F-5EF1-7694A17B545F}"/>
              </a:ext>
            </a:extLst>
          </p:cNvPr>
          <p:cNvSpPr>
            <a:spLocks noGrp="1"/>
          </p:cNvSpPr>
          <p:nvPr>
            <p:ph type="dt" sz="half" idx="10"/>
          </p:nvPr>
        </p:nvSpPr>
        <p:spPr/>
        <p:txBody>
          <a:bodyPr/>
          <a:lstStyle/>
          <a:p>
            <a:fld id="{4F89EDD6-7987-43FD-BC4A-CF3557A25406}" type="datetime1">
              <a:rPr lang="en-IN" smtClean="0"/>
              <a:pPr/>
              <a:t>31-10-2025</a:t>
            </a:fld>
            <a:endParaRPr lang="en-IN"/>
          </a:p>
        </p:txBody>
      </p:sp>
      <p:sp>
        <p:nvSpPr>
          <p:cNvPr id="6" name="Footer Placeholder 5">
            <a:extLst>
              <a:ext uri="{FF2B5EF4-FFF2-40B4-BE49-F238E27FC236}">
                <a16:creationId xmlns:a16="http://schemas.microsoft.com/office/drawing/2014/main" id="{C5D84AED-3A98-786D-BCF6-311EBA06B17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E942A4AF-F5DF-50BD-657E-C6F4D804772D}"/>
              </a:ext>
            </a:extLst>
          </p:cNvPr>
          <p:cNvSpPr>
            <a:spLocks noGrp="1"/>
          </p:cNvSpPr>
          <p:nvPr>
            <p:ph type="sldNum" sz="quarter" idx="12"/>
          </p:nvPr>
        </p:nvSpPr>
        <p:spPr/>
        <p:txBody>
          <a:bodyPr/>
          <a:lstStyle/>
          <a:p>
            <a:fld id="{56BB8B7D-B437-4E80-9B4F-EB7501C8BBDD}" type="slidenum">
              <a:rPr lang="en-IN" smtClean="0"/>
              <a:pPr/>
              <a:t>190</a:t>
            </a:fld>
            <a:endParaRPr lang="en-IN"/>
          </a:p>
        </p:txBody>
      </p:sp>
      <p:sp>
        <p:nvSpPr>
          <p:cNvPr id="4" name="TextBox 3">
            <a:extLst>
              <a:ext uri="{FF2B5EF4-FFF2-40B4-BE49-F238E27FC236}">
                <a16:creationId xmlns:a16="http://schemas.microsoft.com/office/drawing/2014/main" id="{D67083BE-292C-6B29-B0C4-7E6145FBCECB}"/>
              </a:ext>
            </a:extLst>
          </p:cNvPr>
          <p:cNvSpPr txBox="1"/>
          <p:nvPr/>
        </p:nvSpPr>
        <p:spPr>
          <a:xfrm>
            <a:off x="6917383" y="1237844"/>
            <a:ext cx="4665017"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top;</a:t>
            </a:r>
          </a:p>
          <a:p>
            <a:r>
              <a:rPr lang="en-US" sz="2000" dirty="0">
                <a:latin typeface="Times New Roman" panose="02020603050405020304" pitchFamily="18" charset="0"/>
                <a:cs typeface="Times New Roman" panose="02020603050405020304" pitchFamily="18" charset="0"/>
              </a:rPr>
              <a:t>  initial begin</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c = new();</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c.data</a:t>
            </a:r>
            <a:r>
              <a:rPr lang="en-US" sz="2000" dirty="0">
                <a:latin typeface="Times New Roman" panose="02020603050405020304" pitchFamily="18" charset="0"/>
                <a:cs typeface="Times New Roman" panose="02020603050405020304" pitchFamily="18" charset="0"/>
              </a:rPr>
              <a:t> = 20;</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c.addr</a:t>
            </a:r>
            <a:r>
              <a:rPr lang="en-US" sz="2000" dirty="0">
                <a:latin typeface="Times New Roman" panose="02020603050405020304" pitchFamily="18" charset="0"/>
                <a:cs typeface="Times New Roman" panose="02020603050405020304" pitchFamily="18" charset="0"/>
              </a:rPr>
              <a:t> = 56;</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c.display</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end</a:t>
            </a:r>
          </a:p>
          <a:p>
            <a:r>
              <a:rPr lang="en-US" sz="2000" dirty="0" err="1">
                <a:latin typeface="Times New Roman" panose="02020603050405020304" pitchFamily="18" charset="0"/>
                <a:cs typeface="Times New Roman" panose="02020603050405020304" pitchFamily="18" charset="0"/>
              </a:rPr>
              <a:t>endmodule</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67798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0CE15-3455-B4FA-1C16-A872B8AD6AB8}"/>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Data hiding and Encapsulation </a:t>
            </a:r>
          </a:p>
        </p:txBody>
      </p:sp>
      <p:sp>
        <p:nvSpPr>
          <p:cNvPr id="3" name="Content Placeholder 2">
            <a:extLst>
              <a:ext uri="{FF2B5EF4-FFF2-40B4-BE49-F238E27FC236}">
                <a16:creationId xmlns:a16="http://schemas.microsoft.com/office/drawing/2014/main" id="{C17CB0D0-F076-5264-C2B2-876B4AF7A179}"/>
              </a:ext>
            </a:extLst>
          </p:cNvPr>
          <p:cNvSpPr>
            <a:spLocks noGrp="1"/>
          </p:cNvSpPr>
          <p:nvPr>
            <p:ph idx="1"/>
          </p:nvPr>
        </p:nvSpPr>
        <p:spPr>
          <a:xfrm>
            <a:off x="609600" y="1218855"/>
            <a:ext cx="10972800" cy="5291275"/>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technique of </a:t>
            </a:r>
            <a:r>
              <a:rPr lang="en-US" sz="2400" dirty="0">
                <a:highlight>
                  <a:srgbClr val="FFFF00"/>
                </a:highlight>
                <a:latin typeface="Times New Roman" panose="02020603050405020304" pitchFamily="18" charset="0"/>
                <a:cs typeface="Times New Roman" panose="02020603050405020304" pitchFamily="18" charset="0"/>
              </a:rPr>
              <a:t>hiding the data within the class </a:t>
            </a:r>
            <a:r>
              <a:rPr lang="en-US" sz="2400" dirty="0">
                <a:latin typeface="Times New Roman" panose="02020603050405020304" pitchFamily="18" charset="0"/>
                <a:cs typeface="Times New Roman" panose="02020603050405020304" pitchFamily="18" charset="0"/>
              </a:rPr>
              <a:t>and making it available only through the methods, is known as </a:t>
            </a:r>
            <a:r>
              <a:rPr lang="en-US" sz="2400" dirty="0">
                <a:solidFill>
                  <a:srgbClr val="FF0000"/>
                </a:solidFill>
                <a:latin typeface="Times New Roman" panose="02020603050405020304" pitchFamily="18" charset="0"/>
                <a:cs typeface="Times New Roman" panose="02020603050405020304" pitchFamily="18" charset="0"/>
              </a:rPr>
              <a:t>encapsulation</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Because it seals the data (and internal methods) safely inside the “capsule” of the class, where it can be accessed only by trusted users  (i.e., by the methods of the class).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Access Control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default all the members and methods of a </a:t>
            </a:r>
            <a:r>
              <a:rPr lang="en-US" sz="2400" dirty="0">
                <a:solidFill>
                  <a:srgbClr val="FF0000"/>
                </a:solidFill>
                <a:latin typeface="Times New Roman" panose="02020603050405020304" pitchFamily="18" charset="0"/>
                <a:cs typeface="Times New Roman" panose="02020603050405020304" pitchFamily="18" charset="0"/>
              </a:rPr>
              <a:t>class are accessible from anywhere using the object handle</a:t>
            </a:r>
            <a:r>
              <a:rPr lang="en-US" sz="2400" dirty="0">
                <a:latin typeface="Times New Roman" panose="02020603050405020304" pitchFamily="18" charset="0"/>
                <a:cs typeface="Times New Roman" panose="02020603050405020304" pitchFamily="18" charset="0"/>
              </a:rPr>
              <a:t>, sometimes this could corrupt the class members values, which should not be touched at all.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Access control rules that restrict the members of a class from being used outside the class, this is achieved by prefixing the class members with the keywords,</a:t>
            </a:r>
            <a:r>
              <a:rPr lang="en-IN" sz="24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local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protected </a:t>
            </a:r>
          </a:p>
        </p:txBody>
      </p:sp>
      <p:sp>
        <p:nvSpPr>
          <p:cNvPr id="4" name="Date Placeholder 3">
            <a:extLst>
              <a:ext uri="{FF2B5EF4-FFF2-40B4-BE49-F238E27FC236}">
                <a16:creationId xmlns:a16="http://schemas.microsoft.com/office/drawing/2014/main" id="{12737B03-8307-47FB-4310-87E17E1611B7}"/>
              </a:ext>
            </a:extLst>
          </p:cNvPr>
          <p:cNvSpPr>
            <a:spLocks noGrp="1"/>
          </p:cNvSpPr>
          <p:nvPr>
            <p:ph type="dt" sz="half" idx="10"/>
          </p:nvPr>
        </p:nvSpPr>
        <p:spPr/>
        <p:txBody>
          <a:bodyPr/>
          <a:lstStyle/>
          <a:p>
            <a:fld id="{08D0F889-489B-4E37-9DCD-D12A173F8883}" type="datetime1">
              <a:rPr lang="en-IN" smtClean="0"/>
              <a:pPr/>
              <a:t>31-10-2025</a:t>
            </a:fld>
            <a:endParaRPr lang="en-IN"/>
          </a:p>
        </p:txBody>
      </p:sp>
      <p:sp>
        <p:nvSpPr>
          <p:cNvPr id="5" name="Footer Placeholder 4">
            <a:extLst>
              <a:ext uri="{FF2B5EF4-FFF2-40B4-BE49-F238E27FC236}">
                <a16:creationId xmlns:a16="http://schemas.microsoft.com/office/drawing/2014/main" id="{48F4161E-01EE-9D1D-A5ED-6C6A265B40A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4413909-19BB-7FB9-0387-A9CD0881C78D}"/>
              </a:ext>
            </a:extLst>
          </p:cNvPr>
          <p:cNvSpPr>
            <a:spLocks noGrp="1"/>
          </p:cNvSpPr>
          <p:nvPr>
            <p:ph type="sldNum" sz="quarter" idx="12"/>
          </p:nvPr>
        </p:nvSpPr>
        <p:spPr/>
        <p:txBody>
          <a:bodyPr/>
          <a:lstStyle/>
          <a:p>
            <a:fld id="{56BB8B7D-B437-4E80-9B4F-EB7501C8BBDD}" type="slidenum">
              <a:rPr lang="en-IN" smtClean="0"/>
              <a:pPr/>
              <a:t>191</a:t>
            </a:fld>
            <a:endParaRPr lang="en-IN"/>
          </a:p>
        </p:txBody>
      </p:sp>
    </p:spTree>
    <p:extLst>
      <p:ext uri="{BB962C8B-B14F-4D97-AF65-F5344CB8AC3E}">
        <p14:creationId xmlns:p14="http://schemas.microsoft.com/office/powerpoint/2010/main" val="140860957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2228-48CC-309E-8C1A-BBB41562FE9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7B8C3311-D465-41ED-039E-1C893517F47D}"/>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Local class members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External access to the class members can be avoided by declaring members as local.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Any violation could result in a compilation error.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local integer x;</a:t>
            </a:r>
          </a:p>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Protected class members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Accessing a protected variable in the extended class ( allowed )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v"/>
            </a:pP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protected integer x;</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812CDC8-B39D-3589-3C45-52D9FECC5BE6}"/>
              </a:ext>
            </a:extLst>
          </p:cNvPr>
          <p:cNvSpPr>
            <a:spLocks noGrp="1"/>
          </p:cNvSpPr>
          <p:nvPr>
            <p:ph type="dt" sz="half" idx="10"/>
          </p:nvPr>
        </p:nvSpPr>
        <p:spPr/>
        <p:txBody>
          <a:bodyPr/>
          <a:lstStyle/>
          <a:p>
            <a:fld id="{81A62C01-2495-405B-B4A9-C9066936787B}" type="datetime1">
              <a:rPr lang="en-IN" smtClean="0"/>
              <a:pPr/>
              <a:t>31-10-2025</a:t>
            </a:fld>
            <a:endParaRPr lang="en-IN"/>
          </a:p>
        </p:txBody>
      </p:sp>
      <p:sp>
        <p:nvSpPr>
          <p:cNvPr id="5" name="Footer Placeholder 4">
            <a:extLst>
              <a:ext uri="{FF2B5EF4-FFF2-40B4-BE49-F238E27FC236}">
                <a16:creationId xmlns:a16="http://schemas.microsoft.com/office/drawing/2014/main" id="{7308FE40-8ED0-4342-6E5E-C425CC70462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247FE1A-CC5C-484A-CFBB-85EDE3A55586}"/>
              </a:ext>
            </a:extLst>
          </p:cNvPr>
          <p:cNvSpPr>
            <a:spLocks noGrp="1"/>
          </p:cNvSpPr>
          <p:nvPr>
            <p:ph type="sldNum" sz="quarter" idx="12"/>
          </p:nvPr>
        </p:nvSpPr>
        <p:spPr/>
        <p:txBody>
          <a:bodyPr/>
          <a:lstStyle/>
          <a:p>
            <a:fld id="{56BB8B7D-B437-4E80-9B4F-EB7501C8BBDD}" type="slidenum">
              <a:rPr lang="en-IN" smtClean="0"/>
              <a:pPr/>
              <a:t>192</a:t>
            </a:fld>
            <a:endParaRPr lang="en-IN"/>
          </a:p>
        </p:txBody>
      </p:sp>
    </p:spTree>
    <p:extLst>
      <p:ext uri="{BB962C8B-B14F-4D97-AF65-F5344CB8AC3E}">
        <p14:creationId xmlns:p14="http://schemas.microsoft.com/office/powerpoint/2010/main" val="303067330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47870-278A-68ED-FE93-CD869B4CA18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67E96C83-8EA5-7E50-6E07-39EF0E6C46C7}"/>
              </a:ext>
            </a:extLst>
          </p:cNvPr>
          <p:cNvSpPr>
            <a:spLocks noGrp="1"/>
          </p:cNvSpPr>
          <p:nvPr>
            <p:ph idx="1"/>
          </p:nvPr>
        </p:nvSpPr>
        <p:spPr>
          <a:xfrm>
            <a:off x="1036982" y="1037365"/>
            <a:ext cx="4916557"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a:t>
            </a:r>
            <a:r>
              <a:rPr lang="en-IN" sz="2000" dirty="0" err="1">
                <a:latin typeface="Times New Roman" panose="02020603050405020304" pitchFamily="18" charset="0"/>
                <a:cs typeface="Times New Roman" panose="02020603050405020304" pitchFamily="18" charset="0"/>
              </a:rPr>
              <a:t>parent_class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local bit [31:0] </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new(bit [31:0] </a:t>
            </a:r>
            <a:r>
              <a:rPr lang="en-IN" sz="2000" dirty="0" err="1">
                <a:latin typeface="Times New Roman" panose="02020603050405020304" pitchFamily="18" charset="0"/>
                <a:cs typeface="Times New Roman" panose="02020603050405020304" pitchFamily="18" charset="0"/>
              </a:rPr>
              <a:t>r_addr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r_addr</a:t>
            </a:r>
            <a:r>
              <a:rPr lang="en-IN" sz="2000" dirty="0">
                <a:latin typeface="Times New Roman" panose="02020603050405020304" pitchFamily="18" charset="0"/>
                <a:cs typeface="Times New Roman" panose="02020603050405020304" pitchFamily="18" charset="0"/>
              </a:rPr>
              <a:t> + 10;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void display();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 %0d",tmp_addr);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67EBCBD-A7AD-8D44-7FD5-08B39704AABF}"/>
              </a:ext>
            </a:extLst>
          </p:cNvPr>
          <p:cNvSpPr>
            <a:spLocks noGrp="1"/>
          </p:cNvSpPr>
          <p:nvPr>
            <p:ph type="dt" sz="half" idx="10"/>
          </p:nvPr>
        </p:nvSpPr>
        <p:spPr/>
        <p:txBody>
          <a:bodyPr/>
          <a:lstStyle/>
          <a:p>
            <a:fld id="{0E5480D2-FFF1-4B43-8F0C-AA6F1719FFF4}" type="datetime1">
              <a:rPr lang="en-IN" smtClean="0"/>
              <a:pPr/>
              <a:t>31-10-2025</a:t>
            </a:fld>
            <a:endParaRPr lang="en-IN"/>
          </a:p>
        </p:txBody>
      </p:sp>
      <p:sp>
        <p:nvSpPr>
          <p:cNvPr id="6" name="Footer Placeholder 5">
            <a:extLst>
              <a:ext uri="{FF2B5EF4-FFF2-40B4-BE49-F238E27FC236}">
                <a16:creationId xmlns:a16="http://schemas.microsoft.com/office/drawing/2014/main" id="{BAD087B1-B4F4-B6D7-2C4D-35248AF35AAC}"/>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7726DA1-8238-6927-4C8A-264F80EB9CC0}"/>
              </a:ext>
            </a:extLst>
          </p:cNvPr>
          <p:cNvSpPr>
            <a:spLocks noGrp="1"/>
          </p:cNvSpPr>
          <p:nvPr>
            <p:ph type="sldNum" sz="quarter" idx="12"/>
          </p:nvPr>
        </p:nvSpPr>
        <p:spPr/>
        <p:txBody>
          <a:bodyPr/>
          <a:lstStyle/>
          <a:p>
            <a:fld id="{56BB8B7D-B437-4E80-9B4F-EB7501C8BBDD}" type="slidenum">
              <a:rPr lang="en-IN" smtClean="0"/>
              <a:pPr/>
              <a:t>193</a:t>
            </a:fld>
            <a:endParaRPr lang="en-IN"/>
          </a:p>
        </p:txBody>
      </p:sp>
      <p:sp>
        <p:nvSpPr>
          <p:cNvPr id="4" name="TextBox 3">
            <a:extLst>
              <a:ext uri="{FF2B5EF4-FFF2-40B4-BE49-F238E27FC236}">
                <a16:creationId xmlns:a16="http://schemas.microsoft.com/office/drawing/2014/main" id="{07709B45-D05F-7303-F498-45922E21388B}"/>
              </a:ext>
            </a:extLst>
          </p:cNvPr>
          <p:cNvSpPr txBox="1"/>
          <p:nvPr/>
        </p:nvSpPr>
        <p:spPr>
          <a:xfrm>
            <a:off x="6115878" y="1037365"/>
            <a:ext cx="5466522" cy="3170099"/>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module </a:t>
            </a:r>
          </a:p>
          <a:p>
            <a:pPr marL="0" indent="0">
              <a:buNone/>
            </a:pPr>
            <a:r>
              <a:rPr lang="en-IN" sz="2000" dirty="0">
                <a:latin typeface="Times New Roman" panose="02020603050405020304" pitchFamily="18" charset="0"/>
                <a:cs typeface="Times New Roman" panose="02020603050405020304" pitchFamily="18" charset="0"/>
              </a:rPr>
              <a:t>module encapsulation;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parent_class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p_c</a:t>
            </a:r>
            <a:r>
              <a:rPr lang="en-IN" sz="2000" dirty="0">
                <a:latin typeface="Times New Roman" panose="02020603050405020304" pitchFamily="18" charset="0"/>
                <a:cs typeface="Times New Roman" panose="02020603050405020304" pitchFamily="18" charset="0"/>
              </a:rPr>
              <a:t> = new(5);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p_c.tmp_addr</a:t>
            </a:r>
            <a:r>
              <a:rPr lang="en-IN" sz="2000" dirty="0">
                <a:latin typeface="Times New Roman" panose="02020603050405020304" pitchFamily="18" charset="0"/>
                <a:cs typeface="Times New Roman" panose="02020603050405020304" pitchFamily="18" charset="0"/>
              </a:rPr>
              <a:t> = 20;  //Accessing local variable outside the class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p_c.display</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422943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7FEDD-5846-CA18-514A-F4C2C8306F1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D8D4392-9B7A-3CB0-2EE8-D77282A29CBC}"/>
              </a:ext>
            </a:extLst>
          </p:cNvPr>
          <p:cNvSpPr>
            <a:spLocks noGrp="1"/>
          </p:cNvSpPr>
          <p:nvPr>
            <p:ph idx="1"/>
          </p:nvPr>
        </p:nvSpPr>
        <p:spPr>
          <a:xfrm>
            <a:off x="1179443" y="1021467"/>
            <a:ext cx="4916557"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a:t>
            </a:r>
            <a:r>
              <a:rPr lang="en-IN" sz="2000" dirty="0" err="1">
                <a:latin typeface="Times New Roman" panose="02020603050405020304" pitchFamily="18" charset="0"/>
                <a:cs typeface="Times New Roman" panose="02020603050405020304" pitchFamily="18" charset="0"/>
              </a:rPr>
              <a:t>parent_class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protected bit [31:0] </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new(bit [31:0] </a:t>
            </a:r>
            <a:r>
              <a:rPr lang="en-IN" sz="2000" dirty="0" err="1">
                <a:latin typeface="Times New Roman" panose="02020603050405020304" pitchFamily="18" charset="0"/>
                <a:cs typeface="Times New Roman" panose="02020603050405020304" pitchFamily="18" charset="0"/>
              </a:rPr>
              <a:t>r_addr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r_addr</a:t>
            </a:r>
            <a:r>
              <a:rPr lang="en-IN" sz="2000" dirty="0">
                <a:latin typeface="Times New Roman" panose="02020603050405020304" pitchFamily="18" charset="0"/>
                <a:cs typeface="Times New Roman" panose="02020603050405020304" pitchFamily="18" charset="0"/>
              </a:rPr>
              <a:t> + 10;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display();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tmp_addr</a:t>
            </a:r>
            <a:r>
              <a:rPr lang="en-IN" sz="2000" dirty="0">
                <a:latin typeface="Times New Roman" panose="02020603050405020304" pitchFamily="18" charset="0"/>
                <a:cs typeface="Times New Roman" panose="02020603050405020304" pitchFamily="18" charset="0"/>
              </a:rPr>
              <a:t> = %0d",tmp_addr);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568F6A6C-11D2-9FCA-AA3D-0353E6604B34}"/>
              </a:ext>
            </a:extLst>
          </p:cNvPr>
          <p:cNvSpPr>
            <a:spLocks noGrp="1"/>
          </p:cNvSpPr>
          <p:nvPr>
            <p:ph type="dt" sz="half" idx="10"/>
          </p:nvPr>
        </p:nvSpPr>
        <p:spPr/>
        <p:txBody>
          <a:bodyPr/>
          <a:lstStyle/>
          <a:p>
            <a:fld id="{D21DAC40-E025-47DA-83DE-05054F1F17A8}" type="datetime1">
              <a:rPr lang="en-IN" smtClean="0"/>
              <a:pPr/>
              <a:t>31-10-2025</a:t>
            </a:fld>
            <a:endParaRPr lang="en-IN"/>
          </a:p>
        </p:txBody>
      </p:sp>
      <p:sp>
        <p:nvSpPr>
          <p:cNvPr id="6" name="Footer Placeholder 5">
            <a:extLst>
              <a:ext uri="{FF2B5EF4-FFF2-40B4-BE49-F238E27FC236}">
                <a16:creationId xmlns:a16="http://schemas.microsoft.com/office/drawing/2014/main" id="{C5E95627-2B51-D65F-6AE8-1B7C3C159F2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EC2E5B1-AC92-3231-1F81-751DF2BF7F23}"/>
              </a:ext>
            </a:extLst>
          </p:cNvPr>
          <p:cNvSpPr>
            <a:spLocks noGrp="1"/>
          </p:cNvSpPr>
          <p:nvPr>
            <p:ph type="sldNum" sz="quarter" idx="12"/>
          </p:nvPr>
        </p:nvSpPr>
        <p:spPr/>
        <p:txBody>
          <a:bodyPr/>
          <a:lstStyle/>
          <a:p>
            <a:fld id="{56BB8B7D-B437-4E80-9B4F-EB7501C8BBDD}" type="slidenum">
              <a:rPr lang="en-IN" smtClean="0"/>
              <a:pPr/>
              <a:t>194</a:t>
            </a:fld>
            <a:endParaRPr lang="en-IN"/>
          </a:p>
        </p:txBody>
      </p:sp>
      <p:sp>
        <p:nvSpPr>
          <p:cNvPr id="4" name="TextBox 3">
            <a:extLst>
              <a:ext uri="{FF2B5EF4-FFF2-40B4-BE49-F238E27FC236}">
                <a16:creationId xmlns:a16="http://schemas.microsoft.com/office/drawing/2014/main" id="{5664014B-9B2E-9E06-A368-28C8EC39E7D8}"/>
              </a:ext>
            </a:extLst>
          </p:cNvPr>
          <p:cNvSpPr txBox="1"/>
          <p:nvPr/>
        </p:nvSpPr>
        <p:spPr>
          <a:xfrm>
            <a:off x="6188178" y="1021467"/>
            <a:ext cx="5718313" cy="470898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extends </a:t>
            </a:r>
            <a:r>
              <a:rPr lang="en-US" sz="2000" dirty="0" err="1">
                <a:latin typeface="Times New Roman" panose="02020603050405020304" pitchFamily="18" charset="0"/>
                <a:cs typeface="Times New Roman" panose="02020603050405020304" pitchFamily="18" charset="0"/>
              </a:rPr>
              <a:t>parent_class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function new(bit [31:0] </a:t>
            </a:r>
            <a:r>
              <a:rPr lang="en-US" sz="2000" dirty="0" err="1">
                <a:latin typeface="Times New Roman" panose="02020603050405020304" pitchFamily="18" charset="0"/>
                <a:cs typeface="Times New Roman" panose="02020603050405020304" pitchFamily="18" charset="0"/>
              </a:rPr>
              <a:t>r_addr</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super.new</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r_addr</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function void </a:t>
            </a:r>
            <a:r>
              <a:rPr lang="en-US" sz="2000" dirty="0" err="1">
                <a:latin typeface="Times New Roman" panose="02020603050405020304" pitchFamily="18" charset="0"/>
                <a:cs typeface="Times New Roman" panose="02020603050405020304" pitchFamily="18" charset="0"/>
              </a:rPr>
              <a:t>incr_addr</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tmp_addr</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r>
              <a:rPr lang="en-US" sz="2000" dirty="0">
                <a:latin typeface="Times New Roman" panose="02020603050405020304" pitchFamily="18" charset="0"/>
                <a:cs typeface="Times New Roman" panose="02020603050405020304" pitchFamily="18" charset="0"/>
              </a:rPr>
              <a:t>  </a:t>
            </a:r>
          </a:p>
          <a:p>
            <a:r>
              <a:rPr lang="en-US" sz="2000" dirty="0" err="1">
                <a:latin typeface="Times New Roman" panose="02020603050405020304" pitchFamily="18" charset="0"/>
                <a:cs typeface="Times New Roman" panose="02020603050405020304" pitchFamily="18" charset="0"/>
              </a:rPr>
              <a:t>endclass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module encapsulation; </a:t>
            </a:r>
          </a:p>
          <a:p>
            <a:r>
              <a:rPr lang="en-US" sz="2000" dirty="0">
                <a:latin typeface="Times New Roman" panose="02020603050405020304" pitchFamily="18" charset="0"/>
                <a:cs typeface="Times New Roman" panose="02020603050405020304" pitchFamily="18" charset="0"/>
              </a:rPr>
              <a:t>  initial begin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c_c</a:t>
            </a:r>
            <a:r>
              <a:rPr lang="en-US" sz="2000" dirty="0">
                <a:latin typeface="Times New Roman" panose="02020603050405020304" pitchFamily="18" charset="0"/>
                <a:cs typeface="Times New Roman" panose="02020603050405020304" pitchFamily="18" charset="0"/>
              </a:rPr>
              <a:t> = new(10);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c_c.incr_addr</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c_c.display</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end </a:t>
            </a:r>
          </a:p>
          <a:p>
            <a:r>
              <a:rPr lang="en-US" sz="2000" dirty="0" err="1">
                <a:latin typeface="Times New Roman" panose="02020603050405020304" pitchFamily="18" charset="0"/>
                <a:cs typeface="Times New Roman" panose="02020603050405020304" pitchFamily="18" charset="0"/>
              </a:rPr>
              <a:t>endmodule</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170071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466D-07C4-8DD2-7C99-692FDB6BA49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2D6CC094-45AC-D127-485E-65A0547512E6}"/>
              </a:ext>
            </a:extLst>
          </p:cNvPr>
          <p:cNvSpPr>
            <a:spLocks noGrp="1"/>
          </p:cNvSpPr>
          <p:nvPr>
            <p:ph idx="1"/>
          </p:nvPr>
        </p:nvSpPr>
        <p:spPr/>
        <p:txBody>
          <a:bodyPr>
            <a:normAutofit fontScale="85000"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Abstract Class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class declared with the keyword </a:t>
            </a:r>
            <a:r>
              <a:rPr lang="en-US" sz="2400" dirty="0">
                <a:highlight>
                  <a:srgbClr val="FFFF00"/>
                </a:highlight>
                <a:latin typeface="Times New Roman" panose="02020603050405020304" pitchFamily="18" charset="0"/>
                <a:cs typeface="Times New Roman" panose="02020603050405020304" pitchFamily="18" charset="0"/>
              </a:rPr>
              <a:t>virtual</a:t>
            </a:r>
            <a:r>
              <a:rPr lang="en-US" sz="2400" dirty="0">
                <a:latin typeface="Times New Roman" panose="02020603050405020304" pitchFamily="18" charset="0"/>
                <a:cs typeface="Times New Roman" panose="02020603050405020304" pitchFamily="18" charset="0"/>
              </a:rPr>
              <a:t> is referred to as an abstract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abstract class sets out the prototype for the sub-classes.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abstract class </a:t>
            </a:r>
            <a:r>
              <a:rPr lang="en-US" sz="2400" dirty="0">
                <a:solidFill>
                  <a:srgbClr val="FF0000"/>
                </a:solidFill>
                <a:latin typeface="Times New Roman" panose="02020603050405020304" pitchFamily="18" charset="0"/>
                <a:cs typeface="Times New Roman" panose="02020603050405020304" pitchFamily="18" charset="0"/>
              </a:rPr>
              <a:t>cannot be instantiated;</a:t>
            </a:r>
            <a:r>
              <a:rPr lang="en-US" sz="2400" dirty="0">
                <a:latin typeface="Times New Roman" panose="02020603050405020304" pitchFamily="18" charset="0"/>
                <a:cs typeface="Times New Roman" panose="02020603050405020304" pitchFamily="18" charset="0"/>
              </a:rPr>
              <a:t> it can only </a:t>
            </a:r>
            <a:r>
              <a:rPr lang="en-US" sz="2400" dirty="0">
                <a:solidFill>
                  <a:srgbClr val="FF0000"/>
                </a:solidFill>
                <a:latin typeface="Times New Roman" panose="02020603050405020304" pitchFamily="18" charset="0"/>
                <a:cs typeface="Times New Roman" panose="02020603050405020304" pitchFamily="18" charset="0"/>
              </a:rPr>
              <a:t>be derived</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abstract class can contain methods for which there are only a prototype and no implementation, just a method declaration. </a:t>
            </a:r>
          </a:p>
          <a:p>
            <a:pPr lvl="1">
              <a:buFont typeface="Wingdings" panose="05000000000000000000" pitchFamily="2" charset="2"/>
              <a:buChar char="Ø"/>
            </a:pPr>
            <a:r>
              <a:rPr lang="en-US" sz="2400" dirty="0"/>
              <a:t>Helps enforce a common structure across related classes.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Supports polymorphism by allowing user to work with base class references</a:t>
            </a:r>
          </a:p>
          <a:p>
            <a:pPr lvl="1">
              <a:buFont typeface="Wingdings" panose="05000000000000000000" pitchFamily="2" charset="2"/>
              <a:buChar char="Ø"/>
            </a:pPr>
            <a:r>
              <a:rPr lang="en-US" sz="2400" dirty="0"/>
              <a:t>In frameworks or APIs where user need to extend classes but not instantiate the base class</a:t>
            </a: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r>
              <a:rPr lang="en-US" sz="24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virtual class </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//Class </a:t>
            </a:r>
            <a:r>
              <a:rPr lang="en-US" sz="2400" dirty="0" err="1">
                <a:latin typeface="Times New Roman" panose="02020603050405020304" pitchFamily="18" charset="0"/>
                <a:cs typeface="Times New Roman" panose="02020603050405020304" pitchFamily="18" charset="0"/>
              </a:rPr>
              <a:t>defination</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err="1">
                <a:latin typeface="Times New Roman" panose="02020603050405020304" pitchFamily="18" charset="0"/>
                <a:cs typeface="Times New Roman" panose="02020603050405020304" pitchFamily="18" charset="0"/>
              </a:rPr>
              <a:t>endclass</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A7E7296-7666-7019-C986-7E41D2E053EB}"/>
              </a:ext>
            </a:extLst>
          </p:cNvPr>
          <p:cNvSpPr>
            <a:spLocks noGrp="1"/>
          </p:cNvSpPr>
          <p:nvPr>
            <p:ph type="dt" sz="half" idx="10"/>
          </p:nvPr>
        </p:nvSpPr>
        <p:spPr/>
        <p:txBody>
          <a:bodyPr/>
          <a:lstStyle/>
          <a:p>
            <a:fld id="{CF3C2027-EC3E-46B3-BB1D-97BAE22AB607}" type="datetime1">
              <a:rPr lang="en-IN" smtClean="0"/>
              <a:pPr/>
              <a:t>31-10-2025</a:t>
            </a:fld>
            <a:endParaRPr lang="en-IN"/>
          </a:p>
        </p:txBody>
      </p:sp>
      <p:sp>
        <p:nvSpPr>
          <p:cNvPr id="5" name="Footer Placeholder 4">
            <a:extLst>
              <a:ext uri="{FF2B5EF4-FFF2-40B4-BE49-F238E27FC236}">
                <a16:creationId xmlns:a16="http://schemas.microsoft.com/office/drawing/2014/main" id="{AE8D5026-4129-6C3A-05DB-1D7B5D42D46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5E7AE12-AFB5-19F7-68DE-53D7E9C4AD38}"/>
              </a:ext>
            </a:extLst>
          </p:cNvPr>
          <p:cNvSpPr>
            <a:spLocks noGrp="1"/>
          </p:cNvSpPr>
          <p:nvPr>
            <p:ph type="sldNum" sz="quarter" idx="12"/>
          </p:nvPr>
        </p:nvSpPr>
        <p:spPr/>
        <p:txBody>
          <a:bodyPr/>
          <a:lstStyle/>
          <a:p>
            <a:fld id="{56BB8B7D-B437-4E80-9B4F-EB7501C8BBDD}" type="slidenum">
              <a:rPr lang="en-IN" smtClean="0"/>
              <a:pPr/>
              <a:t>195</a:t>
            </a:fld>
            <a:endParaRPr lang="en-IN"/>
          </a:p>
        </p:txBody>
      </p:sp>
    </p:spTree>
    <p:extLst>
      <p:ext uri="{BB962C8B-B14F-4D97-AF65-F5344CB8AC3E}">
        <p14:creationId xmlns:p14="http://schemas.microsoft.com/office/powerpoint/2010/main" val="47490534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00CF9-BEC8-2C2F-6D74-F2260285337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pic>
        <p:nvPicPr>
          <p:cNvPr id="5" name="Content Placeholder 4">
            <a:extLst>
              <a:ext uri="{FF2B5EF4-FFF2-40B4-BE49-F238E27FC236}">
                <a16:creationId xmlns:a16="http://schemas.microsoft.com/office/drawing/2014/main" id="{973B3F3B-7BE6-9C37-9097-748BE7D511C0}"/>
              </a:ext>
            </a:extLst>
          </p:cNvPr>
          <p:cNvPicPr>
            <a:picLocks noGrp="1" noChangeAspect="1"/>
          </p:cNvPicPr>
          <p:nvPr>
            <p:ph idx="1"/>
          </p:nvPr>
        </p:nvPicPr>
        <p:blipFill>
          <a:blip r:embed="rId2"/>
          <a:stretch>
            <a:fillRect/>
          </a:stretch>
        </p:blipFill>
        <p:spPr>
          <a:xfrm>
            <a:off x="3481022" y="2715258"/>
            <a:ext cx="5229955" cy="2295846"/>
          </a:xfrm>
        </p:spPr>
      </p:pic>
      <p:sp>
        <p:nvSpPr>
          <p:cNvPr id="3" name="Date Placeholder 2">
            <a:extLst>
              <a:ext uri="{FF2B5EF4-FFF2-40B4-BE49-F238E27FC236}">
                <a16:creationId xmlns:a16="http://schemas.microsoft.com/office/drawing/2014/main" id="{0862A5EC-A51F-1433-20AB-8B26121FD9A1}"/>
              </a:ext>
            </a:extLst>
          </p:cNvPr>
          <p:cNvSpPr>
            <a:spLocks noGrp="1"/>
          </p:cNvSpPr>
          <p:nvPr>
            <p:ph type="dt" sz="half" idx="10"/>
          </p:nvPr>
        </p:nvSpPr>
        <p:spPr/>
        <p:txBody>
          <a:bodyPr/>
          <a:lstStyle/>
          <a:p>
            <a:fld id="{1116E806-4C01-45E2-A46D-1189248411FE}" type="datetime1">
              <a:rPr lang="en-IN" smtClean="0"/>
              <a:pPr/>
              <a:t>31-10-2025</a:t>
            </a:fld>
            <a:endParaRPr lang="en-IN"/>
          </a:p>
        </p:txBody>
      </p:sp>
      <p:sp>
        <p:nvSpPr>
          <p:cNvPr id="4" name="Footer Placeholder 3">
            <a:extLst>
              <a:ext uri="{FF2B5EF4-FFF2-40B4-BE49-F238E27FC236}">
                <a16:creationId xmlns:a16="http://schemas.microsoft.com/office/drawing/2014/main" id="{921571BE-EE0E-19DB-6ADA-9C1795D76C9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00448F5-2A66-6153-EAE3-AF895C86D8B6}"/>
              </a:ext>
            </a:extLst>
          </p:cNvPr>
          <p:cNvSpPr>
            <a:spLocks noGrp="1"/>
          </p:cNvSpPr>
          <p:nvPr>
            <p:ph type="sldNum" sz="quarter" idx="12"/>
          </p:nvPr>
        </p:nvSpPr>
        <p:spPr/>
        <p:txBody>
          <a:bodyPr/>
          <a:lstStyle/>
          <a:p>
            <a:fld id="{56BB8B7D-B437-4E80-9B4F-EB7501C8BBDD}" type="slidenum">
              <a:rPr lang="en-IN" smtClean="0"/>
              <a:pPr/>
              <a:t>196</a:t>
            </a:fld>
            <a:endParaRPr lang="en-IN"/>
          </a:p>
        </p:txBody>
      </p:sp>
    </p:spTree>
    <p:extLst>
      <p:ext uri="{BB962C8B-B14F-4D97-AF65-F5344CB8AC3E}">
        <p14:creationId xmlns:p14="http://schemas.microsoft.com/office/powerpoint/2010/main" val="134047119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D336C-5C1A-7491-399F-7EEE85FA13E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2C2AA464-63EA-84C8-926F-D744A7C3CFEE}"/>
              </a:ext>
            </a:extLst>
          </p:cNvPr>
          <p:cNvSpPr>
            <a:spLocks noGrp="1"/>
          </p:cNvSpPr>
          <p:nvPr>
            <p:ph idx="1"/>
          </p:nvPr>
        </p:nvSpPr>
        <p:spPr>
          <a:xfrm>
            <a:off x="852669" y="915997"/>
            <a:ext cx="5652052" cy="4844016"/>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virtual class mobile;</a:t>
            </a:r>
          </a:p>
          <a:p>
            <a:pPr marL="0" indent="0">
              <a:buNone/>
            </a:pPr>
            <a:r>
              <a:rPr lang="en-IN" sz="2000" dirty="0">
                <a:latin typeface="Times New Roman" panose="02020603050405020304" pitchFamily="18" charset="0"/>
                <a:cs typeface="Times New Roman" panose="02020603050405020304" pitchFamily="18" charset="0"/>
              </a:rPr>
              <a:t>  pure virtual function void </a:t>
            </a:r>
            <a:r>
              <a:rPr lang="en-IN" sz="2000" dirty="0" err="1">
                <a:latin typeface="Times New Roman" panose="02020603050405020304" pitchFamily="18" charset="0"/>
                <a:cs typeface="Times New Roman" panose="02020603050405020304" pitchFamily="18" charset="0"/>
              </a:rPr>
              <a:t>make_call</a:t>
            </a:r>
            <a:r>
              <a:rPr lang="en-IN" sz="2000" dirty="0">
                <a:latin typeface="Times New Roman" panose="02020603050405020304" pitchFamily="18" charset="0"/>
                <a:cs typeface="Times New Roman" panose="02020603050405020304" pitchFamily="18" charset="0"/>
              </a:rPr>
              <a:t> (string number);</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class </a:t>
            </a:r>
            <a:r>
              <a:rPr lang="en-IN" sz="2000" dirty="0" err="1">
                <a:latin typeface="Times New Roman" panose="02020603050405020304" pitchFamily="18" charset="0"/>
                <a:cs typeface="Times New Roman" panose="02020603050405020304" pitchFamily="18" charset="0"/>
              </a:rPr>
              <a:t>redmi</a:t>
            </a:r>
            <a:r>
              <a:rPr lang="en-IN" sz="2000" dirty="0">
                <a:latin typeface="Times New Roman" panose="02020603050405020304" pitchFamily="18" charset="0"/>
                <a:cs typeface="Times New Roman" panose="02020603050405020304" pitchFamily="18" charset="0"/>
              </a:rPr>
              <a:t> extends mobile;</a:t>
            </a:r>
          </a:p>
          <a:p>
            <a:pPr marL="0" indent="0">
              <a:buNone/>
            </a:pPr>
            <a:r>
              <a:rPr lang="en-IN" sz="2000" dirty="0">
                <a:latin typeface="Times New Roman" panose="02020603050405020304" pitchFamily="18" charset="0"/>
                <a:cs typeface="Times New Roman" panose="02020603050405020304" pitchFamily="18" charset="0"/>
              </a:rPr>
              <a:t>      function void </a:t>
            </a:r>
            <a:r>
              <a:rPr lang="en-IN" sz="2000" dirty="0" err="1">
                <a:latin typeface="Times New Roman" panose="02020603050405020304" pitchFamily="18" charset="0"/>
                <a:cs typeface="Times New Roman" panose="02020603050405020304" pitchFamily="18" charset="0"/>
              </a:rPr>
              <a:t>make_call</a:t>
            </a:r>
            <a:r>
              <a:rPr lang="en-IN" sz="2000" dirty="0">
                <a:latin typeface="Times New Roman" panose="02020603050405020304" pitchFamily="18" charset="0"/>
                <a:cs typeface="Times New Roman" panose="02020603050405020304" pitchFamily="18" charset="0"/>
              </a:rPr>
              <a:t> (string number);</a:t>
            </a:r>
          </a:p>
          <a:p>
            <a:pPr marL="0" indent="0">
              <a:buNone/>
            </a:pPr>
            <a:r>
              <a:rPr lang="en-IN" sz="2000" dirty="0">
                <a:latin typeface="Times New Roman" panose="02020603050405020304" pitchFamily="18" charset="0"/>
                <a:cs typeface="Times New Roman" panose="02020603050405020304" pitchFamily="18" charset="0"/>
              </a:rPr>
              <a:t>        $display("calling %s using </a:t>
            </a:r>
            <a:r>
              <a:rPr lang="en-IN" sz="2000" dirty="0" err="1">
                <a:latin typeface="Times New Roman" panose="02020603050405020304" pitchFamily="18" charset="0"/>
                <a:cs typeface="Times New Roman" panose="02020603050405020304" pitchFamily="18" charset="0"/>
              </a:rPr>
              <a:t>redmi</a:t>
            </a:r>
            <a:r>
              <a:rPr lang="en-IN" sz="2000" dirty="0">
                <a:latin typeface="Times New Roman" panose="02020603050405020304" pitchFamily="18" charset="0"/>
                <a:cs typeface="Times New Roman" panose="02020603050405020304" pitchFamily="18" charset="0"/>
              </a:rPr>
              <a:t>...", number);</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class </a:t>
            </a:r>
            <a:r>
              <a:rPr lang="en-IN" sz="2000" dirty="0" err="1">
                <a:latin typeface="Times New Roman" panose="02020603050405020304" pitchFamily="18" charset="0"/>
                <a:cs typeface="Times New Roman" panose="02020603050405020304" pitchFamily="18" charset="0"/>
              </a:rPr>
              <a:t>realme</a:t>
            </a:r>
            <a:r>
              <a:rPr lang="en-IN" sz="2000" dirty="0">
                <a:latin typeface="Times New Roman" panose="02020603050405020304" pitchFamily="18" charset="0"/>
                <a:cs typeface="Times New Roman" panose="02020603050405020304" pitchFamily="18" charset="0"/>
              </a:rPr>
              <a:t> extends mobile;</a:t>
            </a:r>
          </a:p>
          <a:p>
            <a:pPr marL="0" indent="0">
              <a:buNone/>
            </a:pPr>
            <a:r>
              <a:rPr lang="en-IN" sz="2000" dirty="0">
                <a:latin typeface="Times New Roman" panose="02020603050405020304" pitchFamily="18" charset="0"/>
                <a:cs typeface="Times New Roman" panose="02020603050405020304" pitchFamily="18" charset="0"/>
              </a:rPr>
              <a:t>      function void </a:t>
            </a:r>
            <a:r>
              <a:rPr lang="en-IN" sz="2000" dirty="0" err="1">
                <a:latin typeface="Times New Roman" panose="02020603050405020304" pitchFamily="18" charset="0"/>
                <a:cs typeface="Times New Roman" panose="02020603050405020304" pitchFamily="18" charset="0"/>
              </a:rPr>
              <a:t>make_call</a:t>
            </a:r>
            <a:r>
              <a:rPr lang="en-IN" sz="2000" dirty="0">
                <a:latin typeface="Times New Roman" panose="02020603050405020304" pitchFamily="18" charset="0"/>
                <a:cs typeface="Times New Roman" panose="02020603050405020304" pitchFamily="18" charset="0"/>
              </a:rPr>
              <a:t> (string number);</a:t>
            </a:r>
          </a:p>
          <a:p>
            <a:pPr marL="0" indent="0">
              <a:buNone/>
            </a:pPr>
            <a:r>
              <a:rPr lang="en-IN" sz="2000" dirty="0">
                <a:latin typeface="Times New Roman" panose="02020603050405020304" pitchFamily="18" charset="0"/>
                <a:cs typeface="Times New Roman" panose="02020603050405020304" pitchFamily="18" charset="0"/>
              </a:rPr>
              <a:t>        $display("calling %s using android...", number);</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58E57F5E-C950-D7D1-DBE0-E2DABDC33E73}"/>
              </a:ext>
            </a:extLst>
          </p:cNvPr>
          <p:cNvSpPr>
            <a:spLocks noGrp="1"/>
          </p:cNvSpPr>
          <p:nvPr>
            <p:ph type="dt" sz="half" idx="10"/>
          </p:nvPr>
        </p:nvSpPr>
        <p:spPr/>
        <p:txBody>
          <a:bodyPr/>
          <a:lstStyle/>
          <a:p>
            <a:fld id="{DC008D1C-CB12-4BA9-BAC7-50FCF5B1BC75}" type="datetime1">
              <a:rPr lang="en-IN" smtClean="0"/>
              <a:pPr/>
              <a:t>31-10-2025</a:t>
            </a:fld>
            <a:endParaRPr lang="en-IN"/>
          </a:p>
        </p:txBody>
      </p:sp>
      <p:sp>
        <p:nvSpPr>
          <p:cNvPr id="6" name="Footer Placeholder 5">
            <a:extLst>
              <a:ext uri="{FF2B5EF4-FFF2-40B4-BE49-F238E27FC236}">
                <a16:creationId xmlns:a16="http://schemas.microsoft.com/office/drawing/2014/main" id="{50F30839-087D-90A1-B9F8-B0E65C745A2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FFEA960-3D57-49D7-784B-CA111E8F0433}"/>
              </a:ext>
            </a:extLst>
          </p:cNvPr>
          <p:cNvSpPr>
            <a:spLocks noGrp="1"/>
          </p:cNvSpPr>
          <p:nvPr>
            <p:ph type="sldNum" sz="quarter" idx="12"/>
          </p:nvPr>
        </p:nvSpPr>
        <p:spPr/>
        <p:txBody>
          <a:bodyPr/>
          <a:lstStyle/>
          <a:p>
            <a:fld id="{56BB8B7D-B437-4E80-9B4F-EB7501C8BBDD}" type="slidenum">
              <a:rPr lang="en-IN" smtClean="0"/>
              <a:pPr/>
              <a:t>197</a:t>
            </a:fld>
            <a:endParaRPr lang="en-IN"/>
          </a:p>
        </p:txBody>
      </p:sp>
      <p:sp>
        <p:nvSpPr>
          <p:cNvPr id="4" name="TextBox 3">
            <a:extLst>
              <a:ext uri="{FF2B5EF4-FFF2-40B4-BE49-F238E27FC236}">
                <a16:creationId xmlns:a16="http://schemas.microsoft.com/office/drawing/2014/main" id="{D4D00754-2A88-0C98-E9EF-7C55F3D782E1}"/>
              </a:ext>
            </a:extLst>
          </p:cNvPr>
          <p:cNvSpPr txBox="1"/>
          <p:nvPr/>
        </p:nvSpPr>
        <p:spPr>
          <a:xfrm>
            <a:off x="6818747" y="915997"/>
            <a:ext cx="5257800" cy="4462760"/>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module tb;</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redmi</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mi;</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realme</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rm;</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mobile mb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initial begin</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mi =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rm =new();</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mi.make_call</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("6327238463829");</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rm.make_call</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("8237183653633");</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end</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endmodule</a:t>
            </a:r>
            <a:endParaRPr lang="en-IN" dirty="0"/>
          </a:p>
        </p:txBody>
      </p:sp>
    </p:spTree>
    <p:extLst>
      <p:ext uri="{BB962C8B-B14F-4D97-AF65-F5344CB8AC3E}">
        <p14:creationId xmlns:p14="http://schemas.microsoft.com/office/powerpoint/2010/main" val="15791186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1B51-FEEE-702C-883F-F0F049E2697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B5DFD35B-5D25-133E-5556-B83514D2DEDB}"/>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Casting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Manufacturing, Casting is a process in which liquid metal is converted into the desired object. Similarly, SystemVerilog casting means the </a:t>
            </a:r>
            <a:r>
              <a:rPr lang="en-US" sz="2400" dirty="0">
                <a:solidFill>
                  <a:srgbClr val="FF0000"/>
                </a:solidFill>
                <a:latin typeface="Times New Roman" panose="02020603050405020304" pitchFamily="18" charset="0"/>
                <a:cs typeface="Times New Roman" panose="02020603050405020304" pitchFamily="18" charset="0"/>
              </a:rPr>
              <a:t>conversion of one data type to another datatype.</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situations need assignment of different data type, in such situations, it is necessary to convert data type and assign.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Otherwise, the assignment of different data type results in a compilation error. The method of data type conversion is called casting.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In systemVerilog, there are two types of casting,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Static casting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Dynamic casting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89EFACB-16C8-37D9-2021-1BBE2F8E5F77}"/>
              </a:ext>
            </a:extLst>
          </p:cNvPr>
          <p:cNvSpPr>
            <a:spLocks noGrp="1"/>
          </p:cNvSpPr>
          <p:nvPr>
            <p:ph type="dt" sz="half" idx="10"/>
          </p:nvPr>
        </p:nvSpPr>
        <p:spPr/>
        <p:txBody>
          <a:bodyPr/>
          <a:lstStyle/>
          <a:p>
            <a:fld id="{26F6A632-0203-4A1E-BB4D-8AD64E009C64}" type="datetime1">
              <a:rPr lang="en-IN" smtClean="0"/>
              <a:pPr/>
              <a:t>31-10-2025</a:t>
            </a:fld>
            <a:endParaRPr lang="en-IN"/>
          </a:p>
        </p:txBody>
      </p:sp>
      <p:sp>
        <p:nvSpPr>
          <p:cNvPr id="5" name="Footer Placeholder 4">
            <a:extLst>
              <a:ext uri="{FF2B5EF4-FFF2-40B4-BE49-F238E27FC236}">
                <a16:creationId xmlns:a16="http://schemas.microsoft.com/office/drawing/2014/main" id="{2AFB054B-836B-65D4-1E8A-44177C68DDA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5A18B39-7899-F20A-D544-3D1BE4BFA021}"/>
              </a:ext>
            </a:extLst>
          </p:cNvPr>
          <p:cNvSpPr>
            <a:spLocks noGrp="1"/>
          </p:cNvSpPr>
          <p:nvPr>
            <p:ph type="sldNum" sz="quarter" idx="12"/>
          </p:nvPr>
        </p:nvSpPr>
        <p:spPr/>
        <p:txBody>
          <a:bodyPr/>
          <a:lstStyle/>
          <a:p>
            <a:fld id="{56BB8B7D-B437-4E80-9B4F-EB7501C8BBDD}" type="slidenum">
              <a:rPr lang="en-IN" smtClean="0"/>
              <a:pPr/>
              <a:t>198</a:t>
            </a:fld>
            <a:endParaRPr lang="en-IN"/>
          </a:p>
        </p:txBody>
      </p:sp>
    </p:spTree>
    <p:extLst>
      <p:ext uri="{BB962C8B-B14F-4D97-AF65-F5344CB8AC3E}">
        <p14:creationId xmlns:p14="http://schemas.microsoft.com/office/powerpoint/2010/main" val="399184260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1364D-94DC-47DE-9519-4A555CC995C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762B9217-B922-DC6D-979F-7B4D31DE195B}"/>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casting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SystemVerilog static casting is not applicable to OOP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Static casting converts </a:t>
            </a:r>
            <a:r>
              <a:rPr lang="en-US" sz="2400" dirty="0">
                <a:highlight>
                  <a:srgbClr val="FFFF00"/>
                </a:highlight>
                <a:latin typeface="Times New Roman" panose="02020603050405020304" pitchFamily="18" charset="0"/>
                <a:cs typeface="Times New Roman" panose="02020603050405020304" pitchFamily="18" charset="0"/>
              </a:rPr>
              <a:t>one data type to another compatible data types  </a:t>
            </a:r>
            <a:r>
              <a:rPr lang="en-US" sz="2400" dirty="0">
                <a:latin typeface="Times New Roman" panose="02020603050405020304" pitchFamily="18" charset="0"/>
                <a:cs typeface="Times New Roman" panose="02020603050405020304" pitchFamily="18" charset="0"/>
              </a:rPr>
              <a:t>(example string to 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 the name says ‘Static’, the conversion data type is </a:t>
            </a:r>
            <a:r>
              <a:rPr lang="en-US" sz="2400" dirty="0">
                <a:solidFill>
                  <a:srgbClr val="FF0000"/>
                </a:solidFill>
                <a:latin typeface="Times New Roman" panose="02020603050405020304" pitchFamily="18" charset="0"/>
                <a:cs typeface="Times New Roman" panose="02020603050405020304" pitchFamily="18" charset="0"/>
              </a:rPr>
              <a:t>fixed</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Static casting will be checked during compilation, so there won’t be run-time checking and error reporting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Casting is applicable to value, variable or to an expression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data type can be changed by using a cast (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 operation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value/variable/expression to be cast must be enclosed in parentheses or within concatenation or replication braces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D3D5007-B0F2-4BDF-A4D1-9292EADC42E4}"/>
              </a:ext>
            </a:extLst>
          </p:cNvPr>
          <p:cNvSpPr>
            <a:spLocks noGrp="1"/>
          </p:cNvSpPr>
          <p:nvPr>
            <p:ph type="dt" sz="half" idx="10"/>
          </p:nvPr>
        </p:nvSpPr>
        <p:spPr/>
        <p:txBody>
          <a:bodyPr/>
          <a:lstStyle/>
          <a:p>
            <a:fld id="{93AB7CE9-8658-4D1B-B33B-BD41DA86E88A}" type="datetime1">
              <a:rPr lang="en-IN" smtClean="0"/>
              <a:pPr/>
              <a:t>31-10-2025</a:t>
            </a:fld>
            <a:endParaRPr lang="en-IN"/>
          </a:p>
        </p:txBody>
      </p:sp>
      <p:sp>
        <p:nvSpPr>
          <p:cNvPr id="5" name="Footer Placeholder 4">
            <a:extLst>
              <a:ext uri="{FF2B5EF4-FFF2-40B4-BE49-F238E27FC236}">
                <a16:creationId xmlns:a16="http://schemas.microsoft.com/office/drawing/2014/main" id="{FB8FB15A-717C-979B-BBA5-C14CD2576D9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015C0E8-9E40-5E8C-EFFA-9D22D2773541}"/>
              </a:ext>
            </a:extLst>
          </p:cNvPr>
          <p:cNvSpPr>
            <a:spLocks noGrp="1"/>
          </p:cNvSpPr>
          <p:nvPr>
            <p:ph type="sldNum" sz="quarter" idx="12"/>
          </p:nvPr>
        </p:nvSpPr>
        <p:spPr/>
        <p:txBody>
          <a:bodyPr/>
          <a:lstStyle/>
          <a:p>
            <a:fld id="{56BB8B7D-B437-4E80-9B4F-EB7501C8BBDD}" type="slidenum">
              <a:rPr lang="en-IN" smtClean="0"/>
              <a:pPr/>
              <a:t>199</a:t>
            </a:fld>
            <a:endParaRPr lang="en-IN"/>
          </a:p>
        </p:txBody>
      </p:sp>
    </p:spTree>
    <p:extLst>
      <p:ext uri="{BB962C8B-B14F-4D97-AF65-F5344CB8AC3E}">
        <p14:creationId xmlns:p14="http://schemas.microsoft.com/office/powerpoint/2010/main" val="75070263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6CFD1-655E-6B17-B8D8-F8A9E0F318D5}"/>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0FDCDBE8-19FB-4DE1-DFE7-57248E38AAE3}"/>
              </a:ext>
            </a:extLst>
          </p:cNvPr>
          <p:cNvSpPr>
            <a:spLocks noGrp="1"/>
          </p:cNvSpPr>
          <p:nvPr>
            <p:ph idx="1"/>
          </p:nvPr>
        </p:nvSpPr>
        <p:spPr/>
        <p:txBody>
          <a:bodyPr>
            <a:normAutofit lnSpcReduction="10000"/>
          </a:bodyPr>
          <a:lstStyle/>
          <a:p>
            <a:pPr marL="809625" indent="0">
              <a:buNone/>
            </a:pPr>
            <a:r>
              <a:rPr lang="en-US" sz="2400" dirty="0">
                <a:latin typeface="Times New Roman" panose="02020603050405020304" pitchFamily="18" charset="0"/>
                <a:cs typeface="Times New Roman" panose="02020603050405020304" pitchFamily="18" charset="0"/>
              </a:rPr>
              <a:t>module casting; </a:t>
            </a:r>
          </a:p>
          <a:p>
            <a:pPr marL="809625" indent="0">
              <a:buNone/>
            </a:pPr>
            <a:r>
              <a:rPr lang="en-US" sz="2400" dirty="0">
                <a:latin typeface="Times New Roman" panose="02020603050405020304" pitchFamily="18" charset="0"/>
                <a:cs typeface="Times New Roman" panose="02020603050405020304" pitchFamily="18" charset="0"/>
              </a:rPr>
              <a:t>real </a:t>
            </a:r>
            <a:r>
              <a:rPr lang="en-US" sz="2400" dirty="0" err="1">
                <a:latin typeface="Times New Roman" panose="02020603050405020304" pitchFamily="18" charset="0"/>
                <a:cs typeface="Times New Roman" panose="02020603050405020304" pitchFamily="18" charset="0"/>
              </a:rPr>
              <a:t>r_a</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int  </a:t>
            </a:r>
            <a:r>
              <a:rPr lang="en-US" sz="2400" dirty="0" err="1">
                <a:latin typeface="Times New Roman" panose="02020603050405020304" pitchFamily="18" charset="0"/>
                <a:cs typeface="Times New Roman" panose="02020603050405020304" pitchFamily="18" charset="0"/>
              </a:rPr>
              <a:t>i_a</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initial begin </a:t>
            </a:r>
          </a:p>
          <a:p>
            <a:pPr marL="809625" indent="0">
              <a:buNone/>
            </a:pPr>
            <a:r>
              <a:rPr lang="en-US" sz="2400" dirty="0" err="1">
                <a:latin typeface="Times New Roman" panose="02020603050405020304" pitchFamily="18" charset="0"/>
                <a:cs typeface="Times New Roman" panose="02020603050405020304" pitchFamily="18" charset="0"/>
              </a:rPr>
              <a:t>r_a</a:t>
            </a:r>
            <a:r>
              <a:rPr lang="en-US" sz="2400" dirty="0">
                <a:latin typeface="Times New Roman" panose="02020603050405020304" pitchFamily="18" charset="0"/>
                <a:cs typeface="Times New Roman" panose="02020603050405020304" pitchFamily="18" charset="0"/>
              </a:rPr>
              <a:t> = (2.1 * 3.2); </a:t>
            </a:r>
          </a:p>
          <a:p>
            <a:pPr marL="809625" indent="0">
              <a:buNone/>
            </a:pPr>
            <a:r>
              <a:rPr lang="en-US" sz="2400" dirty="0">
                <a:latin typeface="Times New Roman" panose="02020603050405020304" pitchFamily="18" charset="0"/>
                <a:cs typeface="Times New Roman" panose="02020603050405020304" pitchFamily="18" charset="0"/>
              </a:rPr>
              <a:t>//real to integer conversion </a:t>
            </a:r>
          </a:p>
          <a:p>
            <a:pPr marL="809625"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i_a</a:t>
            </a:r>
            <a:r>
              <a:rPr lang="en-US" sz="2400" dirty="0">
                <a:latin typeface="Times New Roman" panose="02020603050405020304" pitchFamily="18" charset="0"/>
                <a:cs typeface="Times New Roman" panose="02020603050405020304" pitchFamily="18" charset="0"/>
              </a:rPr>
              <a:t> = int'(</a:t>
            </a:r>
            <a:r>
              <a:rPr lang="en-US" sz="2400" dirty="0" err="1">
                <a:latin typeface="Times New Roman" panose="02020603050405020304" pitchFamily="18" charset="0"/>
                <a:cs typeface="Times New Roman" panose="02020603050405020304" pitchFamily="18" charset="0"/>
              </a:rPr>
              <a:t>r_a</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$display("real value is %f",</a:t>
            </a:r>
            <a:r>
              <a:rPr lang="en-US" sz="2400" dirty="0" err="1">
                <a:latin typeface="Times New Roman" panose="02020603050405020304" pitchFamily="18" charset="0"/>
                <a:cs typeface="Times New Roman" panose="02020603050405020304" pitchFamily="18" charset="0"/>
              </a:rPr>
              <a:t>r_a</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$display("int  value is %d",</a:t>
            </a:r>
            <a:r>
              <a:rPr lang="en-US" sz="2400" dirty="0" err="1">
                <a:latin typeface="Times New Roman" panose="02020603050405020304" pitchFamily="18" charset="0"/>
                <a:cs typeface="Times New Roman" panose="02020603050405020304" pitchFamily="18" charset="0"/>
              </a:rPr>
              <a:t>i_a</a:t>
            </a:r>
            <a:r>
              <a:rPr lang="en-US" sz="2400" dirty="0">
                <a:latin typeface="Times New Roman" panose="02020603050405020304" pitchFamily="18" charset="0"/>
                <a:cs typeface="Times New Roman" panose="02020603050405020304" pitchFamily="18" charset="0"/>
              </a:rPr>
              <a:t>); </a:t>
            </a:r>
          </a:p>
          <a:p>
            <a:pPr marL="809625" indent="0">
              <a:buNone/>
            </a:pPr>
            <a:r>
              <a:rPr lang="en-US" sz="2400" dirty="0">
                <a:latin typeface="Times New Roman" panose="02020603050405020304" pitchFamily="18" charset="0"/>
                <a:cs typeface="Times New Roman" panose="02020603050405020304" pitchFamily="18" charset="0"/>
              </a:rPr>
              <a:t>end </a:t>
            </a:r>
          </a:p>
          <a:p>
            <a:pPr marL="809625" indent="0">
              <a:buNone/>
            </a:pPr>
            <a:r>
              <a:rPr lang="en-US"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128CC6B-5C99-42DA-8354-BFDB07DE0D8F}"/>
              </a:ext>
            </a:extLst>
          </p:cNvPr>
          <p:cNvSpPr>
            <a:spLocks noGrp="1"/>
          </p:cNvSpPr>
          <p:nvPr>
            <p:ph type="dt" sz="half" idx="10"/>
          </p:nvPr>
        </p:nvSpPr>
        <p:spPr/>
        <p:txBody>
          <a:bodyPr/>
          <a:lstStyle/>
          <a:p>
            <a:fld id="{169D19D2-C2AB-41AE-BF53-E65073819DF1}" type="datetime1">
              <a:rPr lang="en-IN" smtClean="0"/>
              <a:pPr/>
              <a:t>31-10-2025</a:t>
            </a:fld>
            <a:endParaRPr lang="en-IN"/>
          </a:p>
        </p:txBody>
      </p:sp>
      <p:sp>
        <p:nvSpPr>
          <p:cNvPr id="5" name="Footer Placeholder 4">
            <a:extLst>
              <a:ext uri="{FF2B5EF4-FFF2-40B4-BE49-F238E27FC236}">
                <a16:creationId xmlns:a16="http://schemas.microsoft.com/office/drawing/2014/main" id="{E0925436-1C50-E0F5-61AC-5B11388AECB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DA588C4-4887-2419-82DD-D682007DA3A0}"/>
              </a:ext>
            </a:extLst>
          </p:cNvPr>
          <p:cNvSpPr>
            <a:spLocks noGrp="1"/>
          </p:cNvSpPr>
          <p:nvPr>
            <p:ph type="sldNum" sz="quarter" idx="12"/>
          </p:nvPr>
        </p:nvSpPr>
        <p:spPr/>
        <p:txBody>
          <a:bodyPr/>
          <a:lstStyle/>
          <a:p>
            <a:fld id="{56BB8B7D-B437-4E80-9B4F-EB7501C8BBDD}" type="slidenum">
              <a:rPr lang="en-IN" smtClean="0"/>
              <a:pPr/>
              <a:t>200</a:t>
            </a:fld>
            <a:endParaRPr lang="en-IN"/>
          </a:p>
        </p:txBody>
      </p:sp>
    </p:spTree>
    <p:extLst>
      <p:ext uri="{BB962C8B-B14F-4D97-AF65-F5344CB8AC3E}">
        <p14:creationId xmlns:p14="http://schemas.microsoft.com/office/powerpoint/2010/main" val="94064039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6DD6-0BD1-5B35-B28A-ED0BDF0E4FF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57E9ADAF-F17E-CDFB-BC8E-D58CBDCCAE84}"/>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Dynamic casting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Dynamic casting is used to, safely cast a </a:t>
            </a:r>
            <a:r>
              <a:rPr lang="en-US" sz="2400" dirty="0">
                <a:highlight>
                  <a:srgbClr val="FFFF00"/>
                </a:highlight>
                <a:latin typeface="Times New Roman" panose="02020603050405020304" pitchFamily="18" charset="0"/>
                <a:cs typeface="Times New Roman" panose="02020603050405020304" pitchFamily="18" charset="0"/>
              </a:rPr>
              <a:t>super-class pointer (reference) into a subclass pointer (reference)</a:t>
            </a:r>
            <a:r>
              <a:rPr lang="en-US" sz="2400" dirty="0">
                <a:latin typeface="Times New Roman" panose="02020603050405020304" pitchFamily="18" charset="0"/>
                <a:cs typeface="Times New Roman" panose="02020603050405020304" pitchFamily="18" charset="0"/>
              </a:rPr>
              <a:t> in a class hierarchy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Dynamic casting will be checked during run time, an attempt to cast an object to an incompatible object will result in a run-time error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Dynamic casting is done using the </a:t>
            </a:r>
            <a:r>
              <a:rPr lang="en-US" sz="2400" dirty="0">
                <a:solidFill>
                  <a:srgbClr val="FF0000"/>
                </a:solidFill>
                <a:latin typeface="Times New Roman" panose="02020603050405020304" pitchFamily="18" charset="0"/>
                <a:cs typeface="Times New Roman" panose="02020603050405020304" pitchFamily="18" charset="0"/>
              </a:rPr>
              <a:t>$cast</a:t>
            </a:r>
            <a:r>
              <a:rPr lang="en-US" sz="2400" dirty="0">
                <a:latin typeface="Times New Roman" panose="02020603050405020304" pitchFamily="18" charset="0"/>
                <a:cs typeface="Times New Roman" panose="02020603050405020304" pitchFamily="18" charset="0"/>
              </a:rPr>
              <a:t>(</a:t>
            </a:r>
            <a:r>
              <a:rPr lang="en-US" sz="2400" dirty="0">
                <a:solidFill>
                  <a:schemeClr val="accent4">
                    <a:lumMod val="75000"/>
                  </a:schemeClr>
                </a:solidFill>
                <a:latin typeface="Times New Roman" panose="02020603050405020304" pitchFamily="18" charset="0"/>
                <a:cs typeface="Times New Roman" panose="02020603050405020304" pitchFamily="18" charset="0"/>
              </a:rPr>
              <a:t>destination</a:t>
            </a:r>
            <a:r>
              <a:rPr lang="en-US" sz="2400" dirty="0">
                <a:latin typeface="Times New Roman" panose="02020603050405020304" pitchFamily="18" charset="0"/>
                <a:cs typeface="Times New Roman" panose="02020603050405020304" pitchFamily="18" charset="0"/>
              </a:rPr>
              <a:t>, </a:t>
            </a:r>
            <a:r>
              <a:rPr lang="en-US" sz="2400" dirty="0">
                <a:solidFill>
                  <a:schemeClr val="accent5">
                    <a:lumMod val="75000"/>
                  </a:schemeClr>
                </a:solidFill>
                <a:latin typeface="Times New Roman" panose="02020603050405020304" pitchFamily="18" charset="0"/>
                <a:cs typeface="Times New Roman" panose="02020603050405020304" pitchFamily="18" charset="0"/>
              </a:rPr>
              <a:t>source</a:t>
            </a:r>
            <a:r>
              <a:rPr lang="en-US" sz="2400" dirty="0">
                <a:latin typeface="Times New Roman" panose="02020603050405020304" pitchFamily="18" charset="0"/>
                <a:cs typeface="Times New Roman" panose="02020603050405020304" pitchFamily="18" charset="0"/>
              </a:rPr>
              <a:t>) method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$cast compatibility of the assignment will not be checked during compile time, it will be checked during run-time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351B33-3350-61A9-08E6-B414107E1791}"/>
              </a:ext>
            </a:extLst>
          </p:cNvPr>
          <p:cNvSpPr>
            <a:spLocks noGrp="1"/>
          </p:cNvSpPr>
          <p:nvPr>
            <p:ph type="dt" sz="half" idx="10"/>
          </p:nvPr>
        </p:nvSpPr>
        <p:spPr/>
        <p:txBody>
          <a:bodyPr/>
          <a:lstStyle/>
          <a:p>
            <a:fld id="{29244EE4-BFDC-4AB9-93EE-0AAD2F456410}" type="datetime1">
              <a:rPr lang="en-IN" smtClean="0"/>
              <a:pPr/>
              <a:t>31-10-2025</a:t>
            </a:fld>
            <a:endParaRPr lang="en-IN"/>
          </a:p>
        </p:txBody>
      </p:sp>
      <p:sp>
        <p:nvSpPr>
          <p:cNvPr id="5" name="Footer Placeholder 4">
            <a:extLst>
              <a:ext uri="{FF2B5EF4-FFF2-40B4-BE49-F238E27FC236}">
                <a16:creationId xmlns:a16="http://schemas.microsoft.com/office/drawing/2014/main" id="{37C00A1E-4E88-4A3D-6C31-7B26B7D81B7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DFB0F6B-38A3-A5BD-5A08-2794E5E71406}"/>
              </a:ext>
            </a:extLst>
          </p:cNvPr>
          <p:cNvSpPr>
            <a:spLocks noGrp="1"/>
          </p:cNvSpPr>
          <p:nvPr>
            <p:ph type="sldNum" sz="quarter" idx="12"/>
          </p:nvPr>
        </p:nvSpPr>
        <p:spPr/>
        <p:txBody>
          <a:bodyPr/>
          <a:lstStyle/>
          <a:p>
            <a:fld id="{56BB8B7D-B437-4E80-9B4F-EB7501C8BBDD}" type="slidenum">
              <a:rPr lang="en-IN" smtClean="0"/>
              <a:pPr/>
              <a:t>201</a:t>
            </a:fld>
            <a:endParaRPr lang="en-IN"/>
          </a:p>
        </p:txBody>
      </p:sp>
    </p:spTree>
    <p:extLst>
      <p:ext uri="{BB962C8B-B14F-4D97-AF65-F5344CB8AC3E}">
        <p14:creationId xmlns:p14="http://schemas.microsoft.com/office/powerpoint/2010/main" val="236063309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2193-2801-48D6-D744-18F96CC74E45}"/>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A951EF74-1B0C-E404-CAAF-DF3A76EE9AB0}"/>
              </a:ext>
            </a:extLst>
          </p:cNvPr>
          <p:cNvSpPr>
            <a:spLocks noGrp="1"/>
          </p:cNvSpPr>
          <p:nvPr>
            <p:ph idx="1"/>
          </p:nvPr>
        </p:nvSpPr>
        <p:spPr>
          <a:xfrm>
            <a:off x="367748" y="879676"/>
            <a:ext cx="11214652" cy="5246489"/>
          </a:xfrm>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Let’s see how we can use the casting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is always legal to assign a child class variable to a variable of a class higher in the inheritance tree (parent class). </a:t>
            </a:r>
          </a:p>
          <a:p>
            <a:pPr lvl="2">
              <a:buFont typeface="Wingdings" panose="05000000000000000000" pitchFamily="2" charset="2"/>
              <a:buChar char="v"/>
            </a:pPr>
            <a:r>
              <a:rPr lang="en-US" dirty="0" err="1">
                <a:solidFill>
                  <a:srgbClr val="FF0000"/>
                </a:solidFill>
                <a:latin typeface="Times New Roman" panose="02020603050405020304" pitchFamily="18" charset="0"/>
                <a:cs typeface="Times New Roman" panose="02020603050405020304" pitchFamily="18" charset="0"/>
              </a:rPr>
              <a:t>parent_class</a:t>
            </a:r>
            <a:r>
              <a:rPr lang="en-US" dirty="0">
                <a:solidFill>
                  <a:srgbClr val="FF0000"/>
                </a:solidFill>
                <a:latin typeface="Times New Roman" panose="02020603050405020304" pitchFamily="18" charset="0"/>
                <a:cs typeface="Times New Roman" panose="02020603050405020304" pitchFamily="18" charset="0"/>
              </a:rPr>
              <a:t> = </a:t>
            </a:r>
            <a:r>
              <a:rPr lang="en-US" dirty="0" err="1">
                <a:solidFill>
                  <a:srgbClr val="FF0000"/>
                </a:solidFill>
                <a:latin typeface="Times New Roman" panose="02020603050405020304" pitchFamily="18" charset="0"/>
                <a:cs typeface="Times New Roman" panose="02020603050405020304" pitchFamily="18" charset="0"/>
              </a:rPr>
              <a:t>child_class</a:t>
            </a:r>
            <a:r>
              <a:rPr lang="en-US" dirty="0">
                <a:solidFill>
                  <a:srgbClr val="FF0000"/>
                </a:solidFill>
                <a:latin typeface="Times New Roman" panose="02020603050405020304" pitchFamily="18" charset="0"/>
                <a:cs typeface="Times New Roman" panose="02020603050405020304" pitchFamily="18" charset="0"/>
              </a:rPr>
              <a:t>; //allowed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is never legal to directly assign a super-class (parent class) variable to a variable of one of its subclasses (child class). </a:t>
            </a:r>
          </a:p>
          <a:p>
            <a:pPr lvl="2">
              <a:buFont typeface="Wingdings" panose="05000000000000000000" pitchFamily="2" charset="2"/>
              <a:buChar char="v"/>
            </a:pPr>
            <a:r>
              <a:rPr lang="en-US" dirty="0" err="1">
                <a:solidFill>
                  <a:srgbClr val="FF0000"/>
                </a:solidFill>
                <a:latin typeface="Times New Roman" panose="02020603050405020304" pitchFamily="18" charset="0"/>
                <a:cs typeface="Times New Roman" panose="02020603050405020304" pitchFamily="18" charset="0"/>
              </a:rPr>
              <a:t>child_class</a:t>
            </a:r>
            <a:r>
              <a:rPr lang="en-US" dirty="0">
                <a:solidFill>
                  <a:srgbClr val="FF0000"/>
                </a:solidFill>
                <a:latin typeface="Times New Roman" panose="02020603050405020304" pitchFamily="18" charset="0"/>
                <a:cs typeface="Times New Roman" panose="02020603050405020304" pitchFamily="18" charset="0"/>
              </a:rPr>
              <a:t>  = </a:t>
            </a:r>
            <a:r>
              <a:rPr lang="en-US" dirty="0" err="1">
                <a:solidFill>
                  <a:srgbClr val="FF0000"/>
                </a:solidFill>
                <a:latin typeface="Times New Roman" panose="02020603050405020304" pitchFamily="18" charset="0"/>
                <a:cs typeface="Times New Roman" panose="02020603050405020304" pitchFamily="18" charset="0"/>
              </a:rPr>
              <a:t>parent_class</a:t>
            </a:r>
            <a:r>
              <a:rPr lang="en-US" dirty="0">
                <a:solidFill>
                  <a:srgbClr val="FF0000"/>
                </a:solidFill>
                <a:latin typeface="Times New Roman" panose="02020603050405020304" pitchFamily="18" charset="0"/>
                <a:cs typeface="Times New Roman" panose="02020603050405020304" pitchFamily="18" charset="0"/>
              </a:rPr>
              <a:t>; //not-allowed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However, it is legal to assign a super-class (parent class) handle to a subclass (child class) variable if the super-class (parent class) handle refers to an object of the given subclass(child class). </a:t>
            </a:r>
          </a:p>
          <a:p>
            <a:pPr lvl="2">
              <a:buFont typeface="Wingdings" panose="05000000000000000000" pitchFamily="2" charset="2"/>
              <a:buChar char="v"/>
            </a:pPr>
            <a:r>
              <a:rPr lang="en-US" dirty="0" err="1">
                <a:solidFill>
                  <a:srgbClr val="FF0000"/>
                </a:solidFill>
                <a:latin typeface="Times New Roman" panose="02020603050405020304" pitchFamily="18" charset="0"/>
                <a:cs typeface="Times New Roman" panose="02020603050405020304" pitchFamily="18" charset="0"/>
              </a:rPr>
              <a:t>parent_class</a:t>
            </a:r>
            <a:r>
              <a:rPr lang="en-US" dirty="0">
                <a:solidFill>
                  <a:srgbClr val="FF0000"/>
                </a:solidFill>
                <a:latin typeface="Times New Roman" panose="02020603050405020304" pitchFamily="18" charset="0"/>
                <a:cs typeface="Times New Roman" panose="02020603050405020304" pitchFamily="18" charset="0"/>
              </a:rPr>
              <a:t> = </a:t>
            </a:r>
            <a:r>
              <a:rPr lang="en-US" dirty="0" err="1">
                <a:solidFill>
                  <a:srgbClr val="FF0000"/>
                </a:solidFill>
                <a:latin typeface="Times New Roman" panose="02020603050405020304" pitchFamily="18" charset="0"/>
                <a:cs typeface="Times New Roman" panose="02020603050405020304" pitchFamily="18" charset="0"/>
              </a:rPr>
              <a:t>child_class</a:t>
            </a:r>
            <a:r>
              <a:rPr lang="en-US" dirty="0">
                <a:solidFill>
                  <a:srgbClr val="FF0000"/>
                </a:solidFill>
                <a:latin typeface="Times New Roman" panose="02020603050405020304" pitchFamily="18" charset="0"/>
                <a:cs typeface="Times New Roman" panose="02020603050405020304" pitchFamily="18" charset="0"/>
              </a:rPr>
              <a:t> ; </a:t>
            </a:r>
          </a:p>
          <a:p>
            <a:pPr lvl="2">
              <a:buFont typeface="Wingdings" panose="05000000000000000000" pitchFamily="2" charset="2"/>
              <a:buChar char="v"/>
            </a:pPr>
            <a:r>
              <a:rPr lang="en-US" dirty="0" err="1">
                <a:solidFill>
                  <a:srgbClr val="FF0000"/>
                </a:solidFill>
                <a:latin typeface="Times New Roman" panose="02020603050405020304" pitchFamily="18" charset="0"/>
                <a:cs typeface="Times New Roman" panose="02020603050405020304" pitchFamily="18" charset="0"/>
              </a:rPr>
              <a:t>child_class</a:t>
            </a:r>
            <a:r>
              <a:rPr lang="en-US" dirty="0">
                <a:solidFill>
                  <a:srgbClr val="FF0000"/>
                </a:solidFill>
                <a:latin typeface="Times New Roman" panose="02020603050405020304" pitchFamily="18" charset="0"/>
                <a:cs typeface="Times New Roman" panose="02020603050405020304" pitchFamily="18" charset="0"/>
              </a:rPr>
              <a:t>  = </a:t>
            </a:r>
            <a:r>
              <a:rPr lang="en-US" dirty="0" err="1">
                <a:solidFill>
                  <a:srgbClr val="FF0000"/>
                </a:solidFill>
                <a:latin typeface="Times New Roman" panose="02020603050405020304" pitchFamily="18" charset="0"/>
                <a:cs typeface="Times New Roman" panose="02020603050405020304" pitchFamily="18" charset="0"/>
              </a:rPr>
              <a:t>parent_class</a:t>
            </a:r>
            <a:r>
              <a:rPr lang="en-US" dirty="0">
                <a:solidFill>
                  <a:srgbClr val="FF0000"/>
                </a:solidFill>
                <a:latin typeface="Times New Roman" panose="02020603050405020304" pitchFamily="18" charset="0"/>
                <a:cs typeface="Times New Roman" panose="02020603050405020304" pitchFamily="18" charset="0"/>
              </a:rPr>
              <a:t>; //allowed because </a:t>
            </a:r>
            <a:r>
              <a:rPr lang="en-US" dirty="0" err="1">
                <a:solidFill>
                  <a:srgbClr val="FF0000"/>
                </a:solidFill>
                <a:latin typeface="Times New Roman" panose="02020603050405020304" pitchFamily="18" charset="0"/>
                <a:cs typeface="Times New Roman" panose="02020603050405020304" pitchFamily="18" charset="0"/>
              </a:rPr>
              <a:t>parent_class</a:t>
            </a:r>
            <a:r>
              <a:rPr lang="en-US" dirty="0">
                <a:solidFill>
                  <a:srgbClr val="FF0000"/>
                </a:solidFill>
                <a:latin typeface="Times New Roman" panose="02020603050405020304" pitchFamily="18" charset="0"/>
                <a:cs typeface="Times New Roman" panose="02020603050405020304" pitchFamily="18" charset="0"/>
              </a:rPr>
              <a:t> is pointing to </a:t>
            </a:r>
            <a:r>
              <a:rPr lang="en-US" dirty="0" err="1">
                <a:solidFill>
                  <a:srgbClr val="FF0000"/>
                </a:solidFill>
                <a:latin typeface="Times New Roman" panose="02020603050405020304" pitchFamily="18" charset="0"/>
                <a:cs typeface="Times New Roman" panose="02020603050405020304" pitchFamily="18" charset="0"/>
              </a:rPr>
              <a:t>child_class</a:t>
            </a:r>
            <a:r>
              <a:rPr lang="en-US" dirty="0">
                <a:solidFill>
                  <a:srgbClr val="FF0000"/>
                </a:solidFill>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88ECB118-91A4-524B-E0B6-F19BD5BEB32F}"/>
              </a:ext>
            </a:extLst>
          </p:cNvPr>
          <p:cNvSpPr>
            <a:spLocks noGrp="1"/>
          </p:cNvSpPr>
          <p:nvPr>
            <p:ph type="dt" sz="half" idx="10"/>
          </p:nvPr>
        </p:nvSpPr>
        <p:spPr/>
        <p:txBody>
          <a:bodyPr/>
          <a:lstStyle/>
          <a:p>
            <a:fld id="{1EC90A3D-4922-4AD8-91C1-F234C5B342DD}" type="datetime1">
              <a:rPr lang="en-IN" smtClean="0"/>
              <a:pPr/>
              <a:t>31-10-2025</a:t>
            </a:fld>
            <a:endParaRPr lang="en-IN"/>
          </a:p>
        </p:txBody>
      </p:sp>
      <p:sp>
        <p:nvSpPr>
          <p:cNvPr id="5" name="Footer Placeholder 4">
            <a:extLst>
              <a:ext uri="{FF2B5EF4-FFF2-40B4-BE49-F238E27FC236}">
                <a16:creationId xmlns:a16="http://schemas.microsoft.com/office/drawing/2014/main" id="{CEC72040-769D-12B7-4401-4269FF2EFCD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47014DD-8D67-CCA8-6D5A-AD46871C8F57}"/>
              </a:ext>
            </a:extLst>
          </p:cNvPr>
          <p:cNvSpPr>
            <a:spLocks noGrp="1"/>
          </p:cNvSpPr>
          <p:nvPr>
            <p:ph type="sldNum" sz="quarter" idx="12"/>
          </p:nvPr>
        </p:nvSpPr>
        <p:spPr/>
        <p:txBody>
          <a:bodyPr/>
          <a:lstStyle/>
          <a:p>
            <a:fld id="{56BB8B7D-B437-4E80-9B4F-EB7501C8BBDD}" type="slidenum">
              <a:rPr lang="en-IN" smtClean="0"/>
              <a:pPr/>
              <a:t>202</a:t>
            </a:fld>
            <a:endParaRPr lang="en-IN"/>
          </a:p>
        </p:txBody>
      </p:sp>
    </p:spTree>
    <p:extLst>
      <p:ext uri="{BB962C8B-B14F-4D97-AF65-F5344CB8AC3E}">
        <p14:creationId xmlns:p14="http://schemas.microsoft.com/office/powerpoint/2010/main" val="41019627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AA54-5ADB-0D0E-26E0-30A4AA69369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031D1ECD-79CE-CBBC-32AE-30A1CAC03E3B}"/>
              </a:ext>
            </a:extLst>
          </p:cNvPr>
          <p:cNvSpPr>
            <a:spLocks noGrp="1"/>
          </p:cNvSpPr>
          <p:nvPr>
            <p:ph idx="1"/>
          </p:nvPr>
        </p:nvSpPr>
        <p:spPr/>
        <p:txBody>
          <a:bodyPr/>
          <a:lstStyle/>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Though </a:t>
            </a:r>
            <a:r>
              <a:rPr lang="en-US" sz="2400" dirty="0" err="1">
                <a:latin typeface="Times New Roman" panose="02020603050405020304" pitchFamily="18" charset="0"/>
                <a:cs typeface="Times New Roman" panose="02020603050405020304" pitchFamily="18" charset="0"/>
              </a:rPr>
              <a:t>parent_class</a:t>
            </a:r>
            <a:r>
              <a:rPr lang="en-US" sz="2400" dirty="0">
                <a:latin typeface="Times New Roman" panose="02020603050405020304" pitchFamily="18" charset="0"/>
                <a:cs typeface="Times New Roman" panose="02020603050405020304" pitchFamily="18" charset="0"/>
              </a:rPr>
              <a:t> is pointing to the </a:t>
            </a:r>
            <a:r>
              <a:rPr lang="en-US" sz="2400" dirty="0" err="1">
                <a:latin typeface="Times New Roman" panose="02020603050405020304" pitchFamily="18" charset="0"/>
                <a:cs typeface="Times New Roman" panose="02020603050405020304" pitchFamily="18" charset="0"/>
              </a:rPr>
              <a:t>child_class</a:t>
            </a:r>
            <a:r>
              <a:rPr lang="en-US" sz="2400" dirty="0">
                <a:latin typeface="Times New Roman" panose="02020603050405020304" pitchFamily="18" charset="0"/>
                <a:cs typeface="Times New Roman" panose="02020603050405020304" pitchFamily="18" charset="0"/>
              </a:rPr>
              <a:t>, we will get a compilation error saying its not compatible type for the assignment.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we can over come by make use of $cast method,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solidFill>
                  <a:srgbClr val="FF0000"/>
                </a:solidFill>
                <a:latin typeface="Times New Roman" panose="02020603050405020304" pitchFamily="18" charset="0"/>
                <a:cs typeface="Times New Roman" panose="02020603050405020304" pitchFamily="18" charset="0"/>
              </a:rPr>
              <a:t>$cast</a:t>
            </a:r>
            <a:r>
              <a:rPr lang="en-US" dirty="0">
                <a:latin typeface="Times New Roman" panose="02020603050405020304" pitchFamily="18" charset="0"/>
                <a:cs typeface="Times New Roman" panose="02020603050405020304" pitchFamily="18" charset="0"/>
              </a:rPr>
              <a:t>(</a:t>
            </a:r>
            <a:r>
              <a:rPr lang="en-US" dirty="0" err="1">
                <a:solidFill>
                  <a:schemeClr val="accent4">
                    <a:lumMod val="75000"/>
                  </a:schemeClr>
                </a:solidFill>
                <a:latin typeface="Times New Roman" panose="02020603050405020304" pitchFamily="18" charset="0"/>
                <a:cs typeface="Times New Roman" panose="02020603050405020304" pitchFamily="18" charset="0"/>
              </a:rPr>
              <a:t>child_class</a:t>
            </a:r>
            <a:r>
              <a:rPr lang="en-US" dirty="0" err="1">
                <a:latin typeface="Times New Roman" panose="02020603050405020304" pitchFamily="18" charset="0"/>
                <a:cs typeface="Times New Roman" panose="02020603050405020304" pitchFamily="18" charset="0"/>
              </a:rPr>
              <a:t>,</a:t>
            </a:r>
            <a:r>
              <a:rPr lang="en-US" dirty="0" err="1">
                <a:solidFill>
                  <a:schemeClr val="accent5">
                    <a:lumMod val="75000"/>
                  </a:schemeClr>
                </a:solidFill>
                <a:latin typeface="Times New Roman" panose="02020603050405020304" pitchFamily="18" charset="0"/>
                <a:cs typeface="Times New Roman" panose="02020603050405020304" pitchFamily="18" charset="0"/>
              </a:rPr>
              <a:t>parent_class</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FEE0A4D-239C-D3C3-35CF-5403B06C97CF}"/>
              </a:ext>
            </a:extLst>
          </p:cNvPr>
          <p:cNvSpPr>
            <a:spLocks noGrp="1"/>
          </p:cNvSpPr>
          <p:nvPr>
            <p:ph type="dt" sz="half" idx="10"/>
          </p:nvPr>
        </p:nvSpPr>
        <p:spPr/>
        <p:txBody>
          <a:bodyPr/>
          <a:lstStyle/>
          <a:p>
            <a:fld id="{771CE996-6B1B-4A95-80F9-D29D3914C9A3}" type="datetime1">
              <a:rPr lang="en-IN" smtClean="0"/>
              <a:pPr/>
              <a:t>31-10-2025</a:t>
            </a:fld>
            <a:endParaRPr lang="en-IN"/>
          </a:p>
        </p:txBody>
      </p:sp>
      <p:sp>
        <p:nvSpPr>
          <p:cNvPr id="5" name="Footer Placeholder 4">
            <a:extLst>
              <a:ext uri="{FF2B5EF4-FFF2-40B4-BE49-F238E27FC236}">
                <a16:creationId xmlns:a16="http://schemas.microsoft.com/office/drawing/2014/main" id="{64294E14-FC6E-BA0A-90AC-BF2894C46DB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D657C8B-C741-C5C0-50C8-E01A56E3B9A7}"/>
              </a:ext>
            </a:extLst>
          </p:cNvPr>
          <p:cNvSpPr>
            <a:spLocks noGrp="1"/>
          </p:cNvSpPr>
          <p:nvPr>
            <p:ph type="sldNum" sz="quarter" idx="12"/>
          </p:nvPr>
        </p:nvSpPr>
        <p:spPr/>
        <p:txBody>
          <a:bodyPr/>
          <a:lstStyle/>
          <a:p>
            <a:fld id="{56BB8B7D-B437-4E80-9B4F-EB7501C8BBDD}" type="slidenum">
              <a:rPr lang="en-IN" smtClean="0"/>
              <a:pPr/>
              <a:t>203</a:t>
            </a:fld>
            <a:endParaRPr lang="en-IN"/>
          </a:p>
        </p:txBody>
      </p:sp>
    </p:spTree>
    <p:extLst>
      <p:ext uri="{BB962C8B-B14F-4D97-AF65-F5344CB8AC3E}">
        <p14:creationId xmlns:p14="http://schemas.microsoft.com/office/powerpoint/2010/main" val="126402095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AA85B-6F02-B5DC-573B-86791594ED1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4A9DF598-7CF0-7393-C53E-890B5D93423F}"/>
              </a:ext>
            </a:extLst>
          </p:cNvPr>
          <p:cNvSpPr>
            <a:spLocks noGrp="1"/>
          </p:cNvSpPr>
          <p:nvPr>
            <p:ph idx="1"/>
          </p:nvPr>
        </p:nvSpPr>
        <p:spPr>
          <a:xfrm>
            <a:off x="1052011" y="1127170"/>
            <a:ext cx="5194852" cy="4525963"/>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parent_class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bit [31:0]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function display(); </a:t>
            </a:r>
          </a:p>
          <a:p>
            <a:pPr marL="0" indent="0">
              <a:buNone/>
            </a:pPr>
            <a:r>
              <a:rPr lang="en-US" sz="2000" dirty="0">
                <a:latin typeface="Times New Roman" panose="02020603050405020304" pitchFamily="18" charset="0"/>
                <a:cs typeface="Times New Roman" panose="02020603050405020304" pitchFamily="18" charset="0"/>
              </a:rPr>
              <a:t>    $display("</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 = %0d",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err="1">
                <a:latin typeface="Times New Roman" panose="02020603050405020304" pitchFamily="18" charset="0"/>
                <a:cs typeface="Times New Roman" panose="02020603050405020304" pitchFamily="18" charset="0"/>
              </a:rPr>
              <a:t>endclass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extends </a:t>
            </a:r>
            <a:r>
              <a:rPr lang="en-US" sz="2000" dirty="0" err="1">
                <a:latin typeface="Times New Roman" panose="02020603050405020304" pitchFamily="18" charset="0"/>
                <a:cs typeface="Times New Roman" panose="02020603050405020304" pitchFamily="18" charset="0"/>
              </a:rPr>
              <a:t>parent_class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bit [31:0] data; </a:t>
            </a:r>
          </a:p>
          <a:p>
            <a:pPr marL="0" indent="0">
              <a:buNone/>
            </a:pPr>
            <a:r>
              <a:rPr lang="en-US" sz="2000" dirty="0">
                <a:latin typeface="Times New Roman" panose="02020603050405020304" pitchFamily="18" charset="0"/>
                <a:cs typeface="Times New Roman" panose="02020603050405020304" pitchFamily="18" charset="0"/>
              </a:rPr>
              <a:t>  function display();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super.display</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$display("Data = %0d", data);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endfunction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err="1">
                <a:latin typeface="Times New Roman" panose="02020603050405020304" pitchFamily="18" charset="0"/>
                <a:cs typeface="Times New Roman" panose="02020603050405020304" pitchFamily="18" charset="0"/>
              </a:rPr>
              <a:t>endclass</a:t>
            </a:r>
            <a:r>
              <a:rPr lang="en-US"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D890AD9-A1A6-0120-EC45-906EFD582822}"/>
              </a:ext>
            </a:extLst>
          </p:cNvPr>
          <p:cNvSpPr>
            <a:spLocks noGrp="1"/>
          </p:cNvSpPr>
          <p:nvPr>
            <p:ph type="dt" sz="half" idx="10"/>
          </p:nvPr>
        </p:nvSpPr>
        <p:spPr/>
        <p:txBody>
          <a:bodyPr/>
          <a:lstStyle/>
          <a:p>
            <a:fld id="{0C505A57-C984-40FA-9AD5-DCFC48A9E7E5}" type="datetime1">
              <a:rPr lang="en-IN" smtClean="0"/>
              <a:pPr/>
              <a:t>31-10-2025</a:t>
            </a:fld>
            <a:endParaRPr lang="en-IN"/>
          </a:p>
        </p:txBody>
      </p:sp>
      <p:sp>
        <p:nvSpPr>
          <p:cNvPr id="6" name="Footer Placeholder 5">
            <a:extLst>
              <a:ext uri="{FF2B5EF4-FFF2-40B4-BE49-F238E27FC236}">
                <a16:creationId xmlns:a16="http://schemas.microsoft.com/office/drawing/2014/main" id="{536116DF-98F6-5FDB-ABA9-0BF489423F2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E77FACA-3360-B30D-8265-76273496FEB8}"/>
              </a:ext>
            </a:extLst>
          </p:cNvPr>
          <p:cNvSpPr>
            <a:spLocks noGrp="1"/>
          </p:cNvSpPr>
          <p:nvPr>
            <p:ph type="sldNum" sz="quarter" idx="12"/>
          </p:nvPr>
        </p:nvSpPr>
        <p:spPr/>
        <p:txBody>
          <a:bodyPr/>
          <a:lstStyle/>
          <a:p>
            <a:fld id="{56BB8B7D-B437-4E80-9B4F-EB7501C8BBDD}" type="slidenum">
              <a:rPr lang="en-IN" smtClean="0"/>
              <a:pPr/>
              <a:t>204</a:t>
            </a:fld>
            <a:endParaRPr lang="en-IN"/>
          </a:p>
        </p:txBody>
      </p:sp>
      <p:sp>
        <p:nvSpPr>
          <p:cNvPr id="4" name="TextBox 3">
            <a:extLst>
              <a:ext uri="{FF2B5EF4-FFF2-40B4-BE49-F238E27FC236}">
                <a16:creationId xmlns:a16="http://schemas.microsoft.com/office/drawing/2014/main" id="{34FB52FF-EFE0-A90D-2486-6AC2D900111E}"/>
              </a:ext>
            </a:extLst>
          </p:cNvPr>
          <p:cNvSpPr txBox="1"/>
          <p:nvPr/>
        </p:nvSpPr>
        <p:spPr>
          <a:xfrm>
            <a:off x="6480537" y="1127170"/>
            <a:ext cx="5486400" cy="5324535"/>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module inheritance; </a:t>
            </a:r>
          </a:p>
          <a:p>
            <a:pPr marL="0" indent="0">
              <a:buNone/>
            </a:pPr>
            <a:r>
              <a:rPr lang="en-US" sz="2000" dirty="0">
                <a:latin typeface="Times New Roman" panose="02020603050405020304" pitchFamily="18" charset="0"/>
                <a:cs typeface="Times New Roman" panose="02020603050405020304" pitchFamily="18" charset="0"/>
              </a:rPr>
              <a:t>  initial begin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parent_class</a:t>
            </a:r>
            <a:r>
              <a:rPr lang="en-US" sz="2000" dirty="0">
                <a:latin typeface="Times New Roman" panose="02020603050405020304" pitchFamily="18" charset="0"/>
                <a:cs typeface="Times New Roman" panose="02020603050405020304" pitchFamily="18" charset="0"/>
              </a:rPr>
              <a:t> p;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c = new();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child_class</a:t>
            </a:r>
            <a:r>
              <a:rPr lang="en-US" sz="2000" dirty="0">
                <a:latin typeface="Times New Roman" panose="02020603050405020304" pitchFamily="18" charset="0"/>
                <a:cs typeface="Times New Roman" panose="02020603050405020304" pitchFamily="18" charset="0"/>
              </a:rPr>
              <a:t> c1;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c.addr</a:t>
            </a:r>
            <a:r>
              <a:rPr lang="en-US" sz="2000" dirty="0">
                <a:latin typeface="Times New Roman" panose="02020603050405020304" pitchFamily="18" charset="0"/>
                <a:cs typeface="Times New Roman" panose="02020603050405020304" pitchFamily="18" charset="0"/>
              </a:rPr>
              <a:t> = 10;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c.data</a:t>
            </a:r>
            <a:r>
              <a:rPr lang="en-US" sz="2000" dirty="0">
                <a:latin typeface="Times New Roman" panose="02020603050405020304" pitchFamily="18" charset="0"/>
                <a:cs typeface="Times New Roman" panose="02020603050405020304" pitchFamily="18" charset="0"/>
              </a:rPr>
              <a:t> = 20; </a:t>
            </a:r>
          </a:p>
          <a:p>
            <a:pPr marL="0" indent="0">
              <a:buNone/>
            </a:pPr>
            <a:r>
              <a:rPr lang="en-US" sz="2000" dirty="0">
                <a:latin typeface="Times New Roman" panose="02020603050405020304" pitchFamily="18" charset="0"/>
                <a:cs typeface="Times New Roman" panose="02020603050405020304" pitchFamily="18" charset="0"/>
              </a:rPr>
              <a:t>    p = c;  </a:t>
            </a:r>
          </a:p>
          <a:p>
            <a:pPr marL="0" indent="0">
              <a:buNone/>
            </a:pPr>
            <a:r>
              <a:rPr lang="en-US" sz="2000" dirty="0">
                <a:latin typeface="Times New Roman" panose="02020603050405020304" pitchFamily="18" charset="0"/>
                <a:cs typeface="Times New Roman" panose="02020603050405020304" pitchFamily="18" charset="0"/>
              </a:rPr>
              <a:t>    if ($cast(c1, p)) begin</a:t>
            </a:r>
          </a:p>
          <a:p>
            <a:pPr marL="0" indent="0">
              <a:buNone/>
            </a:pPr>
            <a:r>
              <a:rPr lang="en-US" sz="2000" dirty="0">
                <a:latin typeface="Times New Roman" panose="02020603050405020304" pitchFamily="18" charset="0"/>
                <a:cs typeface="Times New Roman" panose="02020603050405020304" pitchFamily="18" charset="0"/>
              </a:rPr>
              <a:t>      $display("Cast successful!");</a:t>
            </a:r>
          </a:p>
          <a:p>
            <a:pPr marL="0" indent="0">
              <a:buNone/>
            </a:pPr>
            <a:r>
              <a:rPr lang="en-US" sz="2000" dirty="0">
                <a:latin typeface="Times New Roman" panose="02020603050405020304" pitchFamily="18" charset="0"/>
                <a:cs typeface="Times New Roman" panose="02020603050405020304" pitchFamily="18" charset="0"/>
              </a:rPr>
              <a:t>      c1.display();  </a:t>
            </a:r>
          </a:p>
          <a:p>
            <a:pPr marL="0" indent="0">
              <a:buNone/>
            </a:pPr>
            <a:r>
              <a:rPr lang="en-US" sz="2000" dirty="0">
                <a:latin typeface="Times New Roman" panose="02020603050405020304" pitchFamily="18" charset="0"/>
                <a:cs typeface="Times New Roman" panose="02020603050405020304" pitchFamily="18" charset="0"/>
              </a:rPr>
              <a:t>    end else begin</a:t>
            </a:r>
          </a:p>
          <a:p>
            <a:pPr marL="0" indent="0">
              <a:buNone/>
            </a:pPr>
            <a:r>
              <a:rPr lang="en-US" sz="2000" dirty="0">
                <a:latin typeface="Times New Roman" panose="02020603050405020304" pitchFamily="18" charset="0"/>
                <a:cs typeface="Times New Roman" panose="02020603050405020304" pitchFamily="18" charset="0"/>
              </a:rPr>
              <a:t>      $display("Cast failed!");</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a:latin typeface="Times New Roman" panose="02020603050405020304" pitchFamily="18" charset="0"/>
                <a:cs typeface="Times New Roman" panose="02020603050405020304" pitchFamily="18" charset="0"/>
              </a:rPr>
              <a:t>  end </a:t>
            </a:r>
          </a:p>
          <a:p>
            <a:pPr marL="0" indent="0">
              <a:buNone/>
            </a:pPr>
            <a:r>
              <a:rPr lang="en-US" sz="2000" dirty="0" err="1">
                <a:latin typeface="Times New Roman" panose="02020603050405020304" pitchFamily="18" charset="0"/>
                <a:cs typeface="Times New Roman" panose="02020603050405020304" pitchFamily="18" charset="0"/>
              </a:rPr>
              <a:t>endmodule</a:t>
            </a:r>
            <a:endParaRPr lang="en-US"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380982739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51ACD-AD97-7948-EC2E-E98E98FCCCF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D9ED14C8-5EA0-3AB2-0566-09DC02712001}"/>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Scope Resolution Operator ::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class scope operator </a:t>
            </a:r>
            <a:r>
              <a:rPr lang="en-US" sz="2400" dirty="0">
                <a:highlight>
                  <a:srgbClr val="FFFF00"/>
                </a:highlight>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is used to specify an identifier defined within the scope of a class.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Classes and other scopes can have the same identifiers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scope resolution operator uniquely identifies a member of a particular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Class Resolution operator allows access to </a:t>
            </a:r>
            <a:r>
              <a:rPr lang="en-US" sz="2400" dirty="0">
                <a:solidFill>
                  <a:srgbClr val="FF0000"/>
                </a:solidFill>
                <a:latin typeface="Times New Roman" panose="02020603050405020304" pitchFamily="18" charset="0"/>
                <a:cs typeface="Times New Roman" panose="02020603050405020304" pitchFamily="18" charset="0"/>
              </a:rPr>
              <a:t>static members </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class properties and methods</a:t>
            </a:r>
            <a:r>
              <a:rPr lang="en-US" sz="2400" dirty="0">
                <a:latin typeface="Times New Roman" panose="02020603050405020304" pitchFamily="18" charset="0"/>
                <a:cs typeface="Times New Roman" panose="02020603050405020304" pitchFamily="18" charset="0"/>
              </a:rPr>
              <a:t>) from outside the class, as well as access to public or protected elements of super classes from within the derived classes.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1F6E26E-7978-DC9F-5C67-709756714DBF}"/>
              </a:ext>
            </a:extLst>
          </p:cNvPr>
          <p:cNvSpPr>
            <a:spLocks noGrp="1"/>
          </p:cNvSpPr>
          <p:nvPr>
            <p:ph type="dt" sz="half" idx="10"/>
          </p:nvPr>
        </p:nvSpPr>
        <p:spPr/>
        <p:txBody>
          <a:bodyPr/>
          <a:lstStyle/>
          <a:p>
            <a:fld id="{85543A5C-9696-4230-97A0-7F0967D45875}" type="datetime1">
              <a:rPr lang="en-IN" smtClean="0"/>
              <a:pPr/>
              <a:t>31-10-2025</a:t>
            </a:fld>
            <a:endParaRPr lang="en-IN"/>
          </a:p>
        </p:txBody>
      </p:sp>
      <p:sp>
        <p:nvSpPr>
          <p:cNvPr id="5" name="Footer Placeholder 4">
            <a:extLst>
              <a:ext uri="{FF2B5EF4-FFF2-40B4-BE49-F238E27FC236}">
                <a16:creationId xmlns:a16="http://schemas.microsoft.com/office/drawing/2014/main" id="{CEAFE597-6A90-EC99-31DA-AFCAEFA17E4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EE773DA-4BB7-35FF-FFD5-D5DD72771290}"/>
              </a:ext>
            </a:extLst>
          </p:cNvPr>
          <p:cNvSpPr>
            <a:spLocks noGrp="1"/>
          </p:cNvSpPr>
          <p:nvPr>
            <p:ph type="sldNum" sz="quarter" idx="12"/>
          </p:nvPr>
        </p:nvSpPr>
        <p:spPr/>
        <p:txBody>
          <a:bodyPr/>
          <a:lstStyle/>
          <a:p>
            <a:fld id="{56BB8B7D-B437-4E80-9B4F-EB7501C8BBDD}" type="slidenum">
              <a:rPr lang="en-IN" smtClean="0"/>
              <a:pPr/>
              <a:t>205</a:t>
            </a:fld>
            <a:endParaRPr lang="en-IN"/>
          </a:p>
        </p:txBody>
      </p:sp>
    </p:spTree>
    <p:extLst>
      <p:ext uri="{BB962C8B-B14F-4D97-AF65-F5344CB8AC3E}">
        <p14:creationId xmlns:p14="http://schemas.microsoft.com/office/powerpoint/2010/main" val="114742400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C90-1079-08A2-E715-F8C2A042A0F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Class</a:t>
            </a:r>
            <a:endParaRPr lang="en-IN" dirty="0"/>
          </a:p>
        </p:txBody>
      </p:sp>
      <p:sp>
        <p:nvSpPr>
          <p:cNvPr id="3" name="Content Placeholder 2">
            <a:extLst>
              <a:ext uri="{FF2B5EF4-FFF2-40B4-BE49-F238E27FC236}">
                <a16:creationId xmlns:a16="http://schemas.microsoft.com/office/drawing/2014/main" id="{6B5752D7-5784-8BED-8AE5-529AC8314D65}"/>
              </a:ext>
            </a:extLst>
          </p:cNvPr>
          <p:cNvSpPr>
            <a:spLocks noGrp="1"/>
          </p:cNvSpPr>
          <p:nvPr>
            <p:ph idx="1"/>
          </p:nvPr>
        </p:nvSpPr>
        <p:spPr>
          <a:xfrm>
            <a:off x="1504950" y="933864"/>
            <a:ext cx="4737652" cy="4476268"/>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bit [31:0]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static bit [31:0] id; </a:t>
            </a:r>
          </a:p>
          <a:p>
            <a:pPr marL="0" indent="0">
              <a:buNone/>
            </a:pPr>
            <a:r>
              <a:rPr lang="en-IN" sz="2000" dirty="0">
                <a:latin typeface="Times New Roman" panose="02020603050405020304" pitchFamily="18" charset="0"/>
                <a:cs typeface="Times New Roman" panose="02020603050405020304" pitchFamily="18" charset="0"/>
              </a:rPr>
              <a:t>function display(bit [31:0] </a:t>
            </a:r>
            <a:r>
              <a:rPr lang="en-IN" sz="2000" dirty="0" err="1">
                <a:latin typeface="Times New Roman" panose="02020603050405020304" pitchFamily="18" charset="0"/>
                <a:cs typeface="Times New Roman" panose="02020603050405020304" pitchFamily="18" charset="0"/>
              </a:rPr>
              <a:t>a,b</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$display("Values are %0d %0d",a,b); </a:t>
            </a:r>
          </a:p>
          <a:p>
            <a:pPr marL="0" indent="0">
              <a:buNone/>
            </a:pP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2190DC14-F9D6-D390-89BA-0CD989029709}"/>
              </a:ext>
            </a:extLst>
          </p:cNvPr>
          <p:cNvSpPr>
            <a:spLocks noGrp="1"/>
          </p:cNvSpPr>
          <p:nvPr>
            <p:ph type="dt" sz="half" idx="10"/>
          </p:nvPr>
        </p:nvSpPr>
        <p:spPr/>
        <p:txBody>
          <a:bodyPr/>
          <a:lstStyle/>
          <a:p>
            <a:fld id="{3CA4B9E1-5347-411E-BFF2-FB7DB18DDFBE}" type="datetime1">
              <a:rPr lang="en-IN" smtClean="0"/>
              <a:pPr/>
              <a:t>31-10-2025</a:t>
            </a:fld>
            <a:endParaRPr lang="en-IN"/>
          </a:p>
        </p:txBody>
      </p:sp>
      <p:sp>
        <p:nvSpPr>
          <p:cNvPr id="6" name="Footer Placeholder 5">
            <a:extLst>
              <a:ext uri="{FF2B5EF4-FFF2-40B4-BE49-F238E27FC236}">
                <a16:creationId xmlns:a16="http://schemas.microsoft.com/office/drawing/2014/main" id="{8D63A52E-1DEB-4304-6360-05C5993A75A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AB8A7B1-A7C0-5FB8-CFCA-9E896BB48C77}"/>
              </a:ext>
            </a:extLst>
          </p:cNvPr>
          <p:cNvSpPr>
            <a:spLocks noGrp="1"/>
          </p:cNvSpPr>
          <p:nvPr>
            <p:ph type="sldNum" sz="quarter" idx="12"/>
          </p:nvPr>
        </p:nvSpPr>
        <p:spPr/>
        <p:txBody>
          <a:bodyPr/>
          <a:lstStyle/>
          <a:p>
            <a:fld id="{56BB8B7D-B437-4E80-9B4F-EB7501C8BBDD}" type="slidenum">
              <a:rPr lang="en-IN" smtClean="0"/>
              <a:pPr/>
              <a:t>206</a:t>
            </a:fld>
            <a:endParaRPr lang="en-IN"/>
          </a:p>
        </p:txBody>
      </p:sp>
      <p:sp>
        <p:nvSpPr>
          <p:cNvPr id="4" name="TextBox 3">
            <a:extLst>
              <a:ext uri="{FF2B5EF4-FFF2-40B4-BE49-F238E27FC236}">
                <a16:creationId xmlns:a16="http://schemas.microsoft.com/office/drawing/2014/main" id="{8249E04C-54AF-9457-EC87-4296D3D1A223}"/>
              </a:ext>
            </a:extLst>
          </p:cNvPr>
          <p:cNvSpPr txBox="1"/>
          <p:nvPr/>
        </p:nvSpPr>
        <p:spPr>
          <a:xfrm>
            <a:off x="6593711" y="933864"/>
            <a:ext cx="5304183"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sro_class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int id=10; </a:t>
            </a:r>
          </a:p>
          <a:p>
            <a:r>
              <a:rPr lang="en-US" sz="2000" dirty="0">
                <a:latin typeface="Times New Roman" panose="02020603050405020304" pitchFamily="18" charset="0"/>
                <a:cs typeface="Times New Roman" panose="02020603050405020304" pitchFamily="18" charset="0"/>
              </a:rPr>
              <a:t>initial begin </a:t>
            </a:r>
          </a:p>
          <a:p>
            <a:r>
              <a:rPr lang="en-US" sz="2000" dirty="0">
                <a:latin typeface="Times New Roman" panose="02020603050405020304" pitchFamily="18" charset="0"/>
                <a:cs typeface="Times New Roman" panose="02020603050405020304" pitchFamily="18" charset="0"/>
              </a:rPr>
              <a:t>packet p; </a:t>
            </a:r>
          </a:p>
          <a:p>
            <a:r>
              <a:rPr lang="en-US" sz="2000" dirty="0">
                <a:latin typeface="Times New Roman" panose="02020603050405020304" pitchFamily="18" charset="0"/>
                <a:cs typeface="Times New Roman" panose="02020603050405020304" pitchFamily="18" charset="0"/>
              </a:rPr>
              <a:t>p = new(); </a:t>
            </a:r>
          </a:p>
          <a:p>
            <a:r>
              <a:rPr lang="en-US" sz="2000" dirty="0">
                <a:latin typeface="Times New Roman" panose="02020603050405020304" pitchFamily="18" charset="0"/>
                <a:cs typeface="Times New Roman" panose="02020603050405020304" pitchFamily="18" charset="0"/>
              </a:rPr>
              <a:t>packet::id = 20; </a:t>
            </a:r>
          </a:p>
          <a:p>
            <a:r>
              <a:rPr lang="en-US" sz="2000" dirty="0" err="1">
                <a:latin typeface="Times New Roman" panose="02020603050405020304" pitchFamily="18" charset="0"/>
                <a:cs typeface="Times New Roman" panose="02020603050405020304" pitchFamily="18" charset="0"/>
              </a:rPr>
              <a:t>p.display</a:t>
            </a:r>
            <a:r>
              <a:rPr lang="en-US" sz="2000" dirty="0">
                <a:latin typeface="Times New Roman" panose="02020603050405020304" pitchFamily="18" charset="0"/>
                <a:cs typeface="Times New Roman" panose="02020603050405020304" pitchFamily="18" charset="0"/>
              </a:rPr>
              <a:t>(packet::</a:t>
            </a:r>
            <a:r>
              <a:rPr lang="en-US" sz="2000" dirty="0" err="1">
                <a:latin typeface="Times New Roman" panose="02020603050405020304" pitchFamily="18" charset="0"/>
                <a:cs typeface="Times New Roman" panose="02020603050405020304" pitchFamily="18" charset="0"/>
              </a:rPr>
              <a:t>id,id</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end </a:t>
            </a:r>
          </a:p>
          <a:p>
            <a:r>
              <a:rPr lang="en-US" sz="2000" dirty="0" err="1">
                <a:latin typeface="Times New Roman" panose="02020603050405020304" pitchFamily="18" charset="0"/>
                <a:cs typeface="Times New Roman" panose="02020603050405020304" pitchFamily="18" charset="0"/>
              </a:rPr>
              <a:t>endmodule</a:t>
            </a:r>
            <a:r>
              <a:rPr lang="en-US"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19661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0235A-FDDD-C77A-2F01-9A4A7FE1EF83}"/>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SystemVerilog External Methods </a:t>
            </a:r>
          </a:p>
        </p:txBody>
      </p:sp>
      <p:sp>
        <p:nvSpPr>
          <p:cNvPr id="3" name="Content Placeholder 2">
            <a:extLst>
              <a:ext uri="{FF2B5EF4-FFF2-40B4-BE49-F238E27FC236}">
                <a16:creationId xmlns:a16="http://schemas.microsoft.com/office/drawing/2014/main" id="{B673E8CF-088C-95A9-83A5-566544DFC253}"/>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the definition of the method </a:t>
            </a:r>
            <a:r>
              <a:rPr lang="en-US" sz="2400" dirty="0">
                <a:highlight>
                  <a:srgbClr val="FFFF00"/>
                </a:highlight>
                <a:latin typeface="Times New Roman" panose="02020603050405020304" pitchFamily="18" charset="0"/>
                <a:cs typeface="Times New Roman" panose="02020603050405020304" pitchFamily="18" charset="0"/>
              </a:rPr>
              <a:t>written outside the body of the class </a:t>
            </a:r>
            <a:r>
              <a:rPr lang="en-US" sz="2400" dirty="0">
                <a:latin typeface="Times New Roman" panose="02020603050405020304" pitchFamily="18" charset="0"/>
                <a:cs typeface="Times New Roman" panose="02020603050405020304" pitchFamily="18" charset="0"/>
              </a:rPr>
              <a:t>then the method is called an external method. </a:t>
            </a:r>
            <a:r>
              <a:rPr lang="en-US" sz="2400" dirty="0">
                <a:solidFill>
                  <a:srgbClr val="FF0000"/>
                </a:solidFill>
                <a:latin typeface="Times New Roman" panose="02020603050405020304" pitchFamily="18" charset="0"/>
                <a:cs typeface="Times New Roman" panose="02020603050405020304" pitchFamily="18" charset="0"/>
              </a:rPr>
              <a:t>external function</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definition of the function written outside the class body is referred to as an external function external task. The definition of the task written outside the class body is referred to as an external task </a:t>
            </a:r>
          </a:p>
          <a:p>
            <a:pPr>
              <a:buFont typeface="Wingdings" panose="05000000000000000000" pitchFamily="2" charset="2"/>
              <a:buChar char="§"/>
            </a:pPr>
            <a:r>
              <a:rPr lang="en-US" sz="2400" dirty="0">
                <a:solidFill>
                  <a:schemeClr val="accent1">
                    <a:lumMod val="75000"/>
                  </a:schemeClr>
                </a:solidFill>
                <a:latin typeface="Times New Roman" panose="02020603050405020304" pitchFamily="18" charset="0"/>
                <a:cs typeface="Times New Roman" panose="02020603050405020304" pitchFamily="18" charset="0"/>
              </a:rPr>
              <a:t>Syntax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extern virtual function void display();</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extern virtual task display();</a:t>
            </a:r>
          </a:p>
        </p:txBody>
      </p:sp>
      <p:sp>
        <p:nvSpPr>
          <p:cNvPr id="4" name="Date Placeholder 3">
            <a:extLst>
              <a:ext uri="{FF2B5EF4-FFF2-40B4-BE49-F238E27FC236}">
                <a16:creationId xmlns:a16="http://schemas.microsoft.com/office/drawing/2014/main" id="{21A465ED-7B32-45D8-8625-6A9D6432E92B}"/>
              </a:ext>
            </a:extLst>
          </p:cNvPr>
          <p:cNvSpPr>
            <a:spLocks noGrp="1"/>
          </p:cNvSpPr>
          <p:nvPr>
            <p:ph type="dt" sz="half" idx="10"/>
          </p:nvPr>
        </p:nvSpPr>
        <p:spPr/>
        <p:txBody>
          <a:bodyPr/>
          <a:lstStyle/>
          <a:p>
            <a:fld id="{DE0E5C26-1EE3-4BA0-BF82-097DBEF8D8F6}" type="datetime1">
              <a:rPr lang="en-IN" smtClean="0"/>
              <a:pPr/>
              <a:t>31-10-2025</a:t>
            </a:fld>
            <a:endParaRPr lang="en-IN"/>
          </a:p>
        </p:txBody>
      </p:sp>
      <p:sp>
        <p:nvSpPr>
          <p:cNvPr id="5" name="Footer Placeholder 4">
            <a:extLst>
              <a:ext uri="{FF2B5EF4-FFF2-40B4-BE49-F238E27FC236}">
                <a16:creationId xmlns:a16="http://schemas.microsoft.com/office/drawing/2014/main" id="{D925B832-62E1-ACFD-9885-40F62D05156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2694FA6-7DDE-8E3C-E45B-2EFF665FA950}"/>
              </a:ext>
            </a:extLst>
          </p:cNvPr>
          <p:cNvSpPr>
            <a:spLocks noGrp="1"/>
          </p:cNvSpPr>
          <p:nvPr>
            <p:ph type="sldNum" sz="quarter" idx="12"/>
          </p:nvPr>
        </p:nvSpPr>
        <p:spPr/>
        <p:txBody>
          <a:bodyPr/>
          <a:lstStyle/>
          <a:p>
            <a:fld id="{56BB8B7D-B437-4E80-9B4F-EB7501C8BBDD}" type="slidenum">
              <a:rPr lang="en-IN" smtClean="0"/>
              <a:pPr/>
              <a:t>207</a:t>
            </a:fld>
            <a:endParaRPr lang="en-IN"/>
          </a:p>
        </p:txBody>
      </p:sp>
    </p:spTree>
    <p:extLst>
      <p:ext uri="{BB962C8B-B14F-4D97-AF65-F5344CB8AC3E}">
        <p14:creationId xmlns:p14="http://schemas.microsoft.com/office/powerpoint/2010/main" val="151061649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58CD8-B199-BEE0-2A3B-0EFB6CFAC30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System Verilog External Methods </a:t>
            </a:r>
            <a:endParaRPr lang="en-IN" dirty="0"/>
          </a:p>
        </p:txBody>
      </p:sp>
      <p:sp>
        <p:nvSpPr>
          <p:cNvPr id="3" name="Content Placeholder 2">
            <a:extLst>
              <a:ext uri="{FF2B5EF4-FFF2-40B4-BE49-F238E27FC236}">
                <a16:creationId xmlns:a16="http://schemas.microsoft.com/office/drawing/2014/main" id="{D0532DE4-E4F4-F98D-42C1-73B15D8A3576}"/>
              </a:ext>
            </a:extLst>
          </p:cNvPr>
          <p:cNvSpPr>
            <a:spLocks noGrp="1"/>
          </p:cNvSpPr>
          <p:nvPr>
            <p:ph idx="1"/>
          </p:nvPr>
        </p:nvSpPr>
        <p:spPr>
          <a:xfrm>
            <a:off x="609600" y="1439115"/>
            <a:ext cx="5642113"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with extern function </a:t>
            </a:r>
          </a:p>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bit [31:0]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bit [31:0] data;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//task declaration - extern indicates out-of-body declaration </a:t>
            </a:r>
          </a:p>
          <a:p>
            <a:pPr marL="0" indent="0">
              <a:buNone/>
            </a:pPr>
            <a:r>
              <a:rPr lang="en-IN" sz="2000" dirty="0">
                <a:latin typeface="Times New Roman" panose="02020603050405020304" pitchFamily="18" charset="0"/>
                <a:cs typeface="Times New Roman" panose="02020603050405020304" pitchFamily="18" charset="0"/>
              </a:rPr>
              <a:t> // extern virtual task display();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extern  virtual function void display();</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EF5C3DC9-10F0-BC96-934F-DF8A5744F21E}"/>
              </a:ext>
            </a:extLst>
          </p:cNvPr>
          <p:cNvSpPr>
            <a:spLocks noGrp="1"/>
          </p:cNvSpPr>
          <p:nvPr>
            <p:ph type="dt" sz="half" idx="10"/>
          </p:nvPr>
        </p:nvSpPr>
        <p:spPr/>
        <p:txBody>
          <a:bodyPr/>
          <a:lstStyle/>
          <a:p>
            <a:fld id="{5C24C720-D355-4DF8-A37B-1CF9CDE6E2E7}" type="datetime1">
              <a:rPr lang="en-IN" smtClean="0"/>
              <a:pPr/>
              <a:t>31-10-2025</a:t>
            </a:fld>
            <a:endParaRPr lang="en-IN"/>
          </a:p>
        </p:txBody>
      </p:sp>
      <p:sp>
        <p:nvSpPr>
          <p:cNvPr id="6" name="Footer Placeholder 5">
            <a:extLst>
              <a:ext uri="{FF2B5EF4-FFF2-40B4-BE49-F238E27FC236}">
                <a16:creationId xmlns:a16="http://schemas.microsoft.com/office/drawing/2014/main" id="{20DCF955-D2C4-252C-7697-921CFEABDE9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E9F653D-C303-2360-F3B1-D9B664974877}"/>
              </a:ext>
            </a:extLst>
          </p:cNvPr>
          <p:cNvSpPr>
            <a:spLocks noGrp="1"/>
          </p:cNvSpPr>
          <p:nvPr>
            <p:ph type="sldNum" sz="quarter" idx="12"/>
          </p:nvPr>
        </p:nvSpPr>
        <p:spPr/>
        <p:txBody>
          <a:bodyPr/>
          <a:lstStyle/>
          <a:p>
            <a:fld id="{56BB8B7D-B437-4E80-9B4F-EB7501C8BBDD}" type="slidenum">
              <a:rPr lang="en-IN" smtClean="0"/>
              <a:pPr/>
              <a:t>208</a:t>
            </a:fld>
            <a:endParaRPr lang="en-IN"/>
          </a:p>
        </p:txBody>
      </p:sp>
      <p:sp>
        <p:nvSpPr>
          <p:cNvPr id="4" name="TextBox 3">
            <a:extLst>
              <a:ext uri="{FF2B5EF4-FFF2-40B4-BE49-F238E27FC236}">
                <a16:creationId xmlns:a16="http://schemas.microsoft.com/office/drawing/2014/main" id="{9DF3E526-7E5D-7F1C-5B25-C96A426D30A7}"/>
              </a:ext>
            </a:extLst>
          </p:cNvPr>
          <p:cNvSpPr txBox="1"/>
          <p:nvPr/>
        </p:nvSpPr>
        <p:spPr>
          <a:xfrm>
            <a:off x="6414053" y="1214380"/>
            <a:ext cx="5168347" cy="532453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//task packet::display(); </a:t>
            </a:r>
          </a:p>
          <a:p>
            <a:pPr marL="0" indent="0">
              <a:buNone/>
            </a:pPr>
            <a:r>
              <a:rPr lang="en-IN" sz="2000" dirty="0">
                <a:latin typeface="Times New Roman" panose="02020603050405020304" pitchFamily="18" charset="0"/>
                <a:cs typeface="Times New Roman" panose="02020603050405020304" pitchFamily="18" charset="0"/>
              </a:rPr>
              <a:t> // $display("</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 Data = %0d",addr,data); </a:t>
            </a:r>
          </a:p>
          <a:p>
            <a:pPr marL="0" indent="0">
              <a:buNone/>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endtask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//function implementation outside class body </a:t>
            </a:r>
          </a:p>
          <a:p>
            <a:pPr marL="0" indent="0">
              <a:buNone/>
            </a:pPr>
            <a:r>
              <a:rPr lang="en-IN" sz="2000" dirty="0">
                <a:latin typeface="Times New Roman" panose="02020603050405020304" pitchFamily="18" charset="0"/>
                <a:cs typeface="Times New Roman" panose="02020603050405020304" pitchFamily="18" charset="0"/>
              </a:rPr>
              <a:t>function void packet::display();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 Data = %0d",addr,data); </a:t>
            </a:r>
          </a:p>
          <a:p>
            <a:pPr marL="0" indent="0">
              <a:buNone/>
            </a:pP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extern_method</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packet p; </a:t>
            </a:r>
          </a:p>
          <a:p>
            <a:pPr marL="0" indent="0">
              <a:buNone/>
            </a:pPr>
            <a:r>
              <a:rPr lang="en-IN" sz="2000" dirty="0">
                <a:latin typeface="Times New Roman" panose="02020603050405020304" pitchFamily="18" charset="0"/>
                <a:cs typeface="Times New Roman" panose="02020603050405020304" pitchFamily="18" charset="0"/>
              </a:rPr>
              <a:t>p = new(); </a:t>
            </a:r>
          </a:p>
          <a:p>
            <a:pPr marL="0" indent="0">
              <a:buNone/>
            </a:pPr>
            <a:r>
              <a:rPr lang="en-IN" sz="2000" dirty="0" err="1">
                <a:latin typeface="Times New Roman" panose="02020603050405020304" pitchFamily="18" charset="0"/>
                <a:cs typeface="Times New Roman" panose="02020603050405020304" pitchFamily="18" charset="0"/>
              </a:rPr>
              <a:t>p.addr</a:t>
            </a:r>
            <a:r>
              <a:rPr lang="en-IN" sz="2000" dirty="0">
                <a:latin typeface="Times New Roman" panose="02020603050405020304" pitchFamily="18" charset="0"/>
                <a:cs typeface="Times New Roman" panose="02020603050405020304" pitchFamily="18" charset="0"/>
              </a:rPr>
              <a:t> = 10; </a:t>
            </a:r>
          </a:p>
          <a:p>
            <a:pPr marL="0" indent="0">
              <a:buNone/>
            </a:pPr>
            <a:r>
              <a:rPr lang="en-IN" sz="2000" dirty="0" err="1">
                <a:latin typeface="Times New Roman" panose="02020603050405020304" pitchFamily="18" charset="0"/>
                <a:cs typeface="Times New Roman" panose="02020603050405020304" pitchFamily="18" charset="0"/>
              </a:rPr>
              <a:t>p.data</a:t>
            </a:r>
            <a:r>
              <a:rPr lang="en-IN" sz="2000" dirty="0">
                <a:latin typeface="Times New Roman" panose="02020603050405020304" pitchFamily="18" charset="0"/>
                <a:cs typeface="Times New Roman" panose="02020603050405020304" pitchFamily="18" charset="0"/>
              </a:rPr>
              <a:t> = 20; </a:t>
            </a:r>
          </a:p>
          <a:p>
            <a:pPr marL="0" indent="0">
              <a:buNone/>
            </a:pPr>
            <a:r>
              <a:rPr lang="en-IN" sz="2000" dirty="0" err="1">
                <a:latin typeface="Times New Roman" panose="02020603050405020304" pitchFamily="18" charset="0"/>
                <a:cs typeface="Times New Roman" panose="02020603050405020304" pitchFamily="18" charset="0"/>
              </a:rPr>
              <a:t>p.display</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22556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1220-EE79-CF76-6BAD-CDE3BE20E8C3}"/>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Typedef Class</a:t>
            </a:r>
          </a:p>
        </p:txBody>
      </p:sp>
      <p:sp>
        <p:nvSpPr>
          <p:cNvPr id="3" name="Content Placeholder 2">
            <a:extLst>
              <a:ext uri="{FF2B5EF4-FFF2-40B4-BE49-F238E27FC236}">
                <a16:creationId xmlns:a16="http://schemas.microsoft.com/office/drawing/2014/main" id="{7A6E9F17-03C7-49F9-DFF3-7A34BE031552}"/>
              </a:ext>
            </a:extLst>
          </p:cNvPr>
          <p:cNvSpPr>
            <a:spLocks noGrp="1"/>
          </p:cNvSpPr>
          <p:nvPr>
            <p:ph idx="1"/>
          </p:nvPr>
        </p:nvSpPr>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typedef is used to provide a forward declaration of the class. In some cases, the class needs to be </a:t>
            </a:r>
            <a:r>
              <a:rPr lang="en-US" sz="2400" dirty="0">
                <a:highlight>
                  <a:srgbClr val="FFFF00"/>
                </a:highlight>
                <a:latin typeface="Times New Roman" panose="02020603050405020304" pitchFamily="18" charset="0"/>
                <a:cs typeface="Times New Roman" panose="02020603050405020304" pitchFamily="18" charset="0"/>
              </a:rPr>
              <a:t>instantiated before the class declaration</a:t>
            </a:r>
            <a:r>
              <a:rPr lang="en-US" sz="2400" dirty="0">
                <a:latin typeface="Times New Roman" panose="02020603050405020304" pitchFamily="18" charset="0"/>
                <a:cs typeface="Times New Roman" panose="02020603050405020304" pitchFamily="18" charset="0"/>
              </a:rPr>
              <a:t>. In these kinds of situations, the typedef is used to provide a forward declaration of the class. </a:t>
            </a:r>
          </a:p>
          <a:p>
            <a:pPr>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typedef syntax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typedef class </a:t>
            </a:r>
            <a:r>
              <a:rPr lang="en-US" sz="2400" dirty="0" err="1">
                <a:latin typeface="Times New Roman" panose="02020603050405020304" pitchFamily="18" charset="0"/>
                <a:cs typeface="Times New Roman" panose="02020603050405020304" pitchFamily="18" charset="0"/>
              </a:rPr>
              <a:t>class_name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4F18795-60F3-60BD-483E-C71A2C9FE103}"/>
              </a:ext>
            </a:extLst>
          </p:cNvPr>
          <p:cNvSpPr>
            <a:spLocks noGrp="1"/>
          </p:cNvSpPr>
          <p:nvPr>
            <p:ph type="dt" sz="half" idx="10"/>
          </p:nvPr>
        </p:nvSpPr>
        <p:spPr/>
        <p:txBody>
          <a:bodyPr/>
          <a:lstStyle/>
          <a:p>
            <a:fld id="{C1A64959-3166-40B9-B83A-A6B56889A117}" type="datetime1">
              <a:rPr lang="en-IN" smtClean="0"/>
              <a:pPr/>
              <a:t>31-10-2025</a:t>
            </a:fld>
            <a:endParaRPr lang="en-IN"/>
          </a:p>
        </p:txBody>
      </p:sp>
      <p:sp>
        <p:nvSpPr>
          <p:cNvPr id="5" name="Footer Placeholder 4">
            <a:extLst>
              <a:ext uri="{FF2B5EF4-FFF2-40B4-BE49-F238E27FC236}">
                <a16:creationId xmlns:a16="http://schemas.microsoft.com/office/drawing/2014/main" id="{6F4B07DC-B23F-7240-7EB4-B534BC8CCED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E66BB9C-0467-7FE6-0E72-F73E8EDCD819}"/>
              </a:ext>
            </a:extLst>
          </p:cNvPr>
          <p:cNvSpPr>
            <a:spLocks noGrp="1"/>
          </p:cNvSpPr>
          <p:nvPr>
            <p:ph type="sldNum" sz="quarter" idx="12"/>
          </p:nvPr>
        </p:nvSpPr>
        <p:spPr/>
        <p:txBody>
          <a:bodyPr/>
          <a:lstStyle/>
          <a:p>
            <a:fld id="{56BB8B7D-B437-4E80-9B4F-EB7501C8BBDD}" type="slidenum">
              <a:rPr lang="en-IN" smtClean="0"/>
              <a:pPr/>
              <a:t>209</a:t>
            </a:fld>
            <a:endParaRPr lang="en-IN"/>
          </a:p>
        </p:txBody>
      </p:sp>
    </p:spTree>
    <p:extLst>
      <p:ext uri="{BB962C8B-B14F-4D97-AF65-F5344CB8AC3E}">
        <p14:creationId xmlns:p14="http://schemas.microsoft.com/office/powerpoint/2010/main" val="288758985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9B93-36A4-DAA3-85EB-A0B6A3C8882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Typedef Class</a:t>
            </a:r>
            <a:endParaRPr lang="en-IN" dirty="0"/>
          </a:p>
        </p:txBody>
      </p:sp>
      <p:sp>
        <p:nvSpPr>
          <p:cNvPr id="3" name="Content Placeholder 2">
            <a:extLst>
              <a:ext uri="{FF2B5EF4-FFF2-40B4-BE49-F238E27FC236}">
                <a16:creationId xmlns:a16="http://schemas.microsoft.com/office/drawing/2014/main" id="{7C904107-F048-8930-0FEB-D153F2D33AA2}"/>
              </a:ext>
            </a:extLst>
          </p:cNvPr>
          <p:cNvSpPr>
            <a:spLocks noGrp="1"/>
          </p:cNvSpPr>
          <p:nvPr>
            <p:ph idx="1"/>
          </p:nvPr>
        </p:nvSpPr>
        <p:spPr>
          <a:xfrm>
            <a:off x="874644" y="1258099"/>
            <a:ext cx="5828748" cy="4525963"/>
          </a:xfrm>
        </p:spPr>
        <p:txBody>
          <a:bodyPr/>
          <a:lstStyle/>
          <a:p>
            <a:pPr marL="0" indent="0">
              <a:buNone/>
            </a:pPr>
            <a:r>
              <a:rPr lang="en-US" sz="2000" dirty="0">
                <a:latin typeface="Times New Roman" panose="02020603050405020304" pitchFamily="18" charset="0"/>
                <a:cs typeface="Times New Roman" panose="02020603050405020304" pitchFamily="18" charset="0"/>
              </a:rPr>
              <a:t>typedef class c2; </a:t>
            </a:r>
          </a:p>
          <a:p>
            <a:pPr marL="0" indent="0">
              <a:buNone/>
            </a:pPr>
            <a:r>
              <a:rPr lang="en-US" sz="2000" dirty="0">
                <a:latin typeface="Times New Roman" panose="02020603050405020304" pitchFamily="18" charset="0"/>
                <a:cs typeface="Times New Roman" panose="02020603050405020304" pitchFamily="18" charset="0"/>
              </a:rPr>
              <a:t>//class-1 </a:t>
            </a:r>
          </a:p>
          <a:p>
            <a:pPr marL="0" indent="0">
              <a:buNone/>
            </a:pPr>
            <a:r>
              <a:rPr lang="en-US" sz="2000" dirty="0">
                <a:latin typeface="Times New Roman" panose="02020603050405020304" pitchFamily="18" charset="0"/>
                <a:cs typeface="Times New Roman" panose="02020603050405020304" pitchFamily="18" charset="0"/>
              </a:rPr>
              <a:t>class c1; </a:t>
            </a:r>
          </a:p>
          <a:p>
            <a:pPr marL="0" indent="0">
              <a:buNone/>
            </a:pPr>
            <a:r>
              <a:rPr lang="en-US" sz="2000" dirty="0">
                <a:latin typeface="Times New Roman" panose="02020603050405020304" pitchFamily="18" charset="0"/>
                <a:cs typeface="Times New Roman" panose="02020603050405020304" pitchFamily="18" charset="0"/>
              </a:rPr>
              <a:t>  c2 c;    //using class c2 handle before </a:t>
            </a:r>
            <a:r>
              <a:rPr lang="en-US" sz="2000" dirty="0" err="1">
                <a:latin typeface="Times New Roman" panose="02020603050405020304" pitchFamily="18" charset="0"/>
                <a:cs typeface="Times New Roman" panose="02020603050405020304" pitchFamily="18" charset="0"/>
              </a:rPr>
              <a:t>declarin</a:t>
            </a:r>
            <a:r>
              <a:rPr lang="en-US" sz="2000" dirty="0">
                <a:latin typeface="Times New Roman" panose="02020603050405020304" pitchFamily="18" charset="0"/>
                <a:cs typeface="Times New Roman" panose="02020603050405020304" pitchFamily="18" charset="0"/>
              </a:rPr>
              <a:t> it. </a:t>
            </a:r>
          </a:p>
          <a:p>
            <a:pPr marL="0" indent="0">
              <a:buNone/>
            </a:pPr>
            <a:r>
              <a:rPr lang="en-US" sz="2000" dirty="0" err="1">
                <a:latin typeface="Times New Roman" panose="02020603050405020304" pitchFamily="18" charset="0"/>
                <a:cs typeface="Times New Roman" panose="02020603050405020304" pitchFamily="18" charset="0"/>
              </a:rPr>
              <a:t>endclass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//class-2 </a:t>
            </a:r>
          </a:p>
          <a:p>
            <a:pPr marL="0" indent="0">
              <a:buNone/>
            </a:pPr>
            <a:r>
              <a:rPr lang="en-US" sz="2000" dirty="0">
                <a:latin typeface="Times New Roman" panose="02020603050405020304" pitchFamily="18" charset="0"/>
                <a:cs typeface="Times New Roman" panose="02020603050405020304" pitchFamily="18" charset="0"/>
              </a:rPr>
              <a:t>class c2; </a:t>
            </a:r>
          </a:p>
          <a:p>
            <a:pPr marL="0" indent="0">
              <a:buNone/>
            </a:pPr>
            <a:r>
              <a:rPr lang="en-US" sz="2000" dirty="0">
                <a:latin typeface="Times New Roman" panose="02020603050405020304" pitchFamily="18" charset="0"/>
                <a:cs typeface="Times New Roman" panose="02020603050405020304" pitchFamily="18" charset="0"/>
              </a:rPr>
              <a:t>  c1 c; </a:t>
            </a:r>
          </a:p>
          <a:p>
            <a:pPr marL="0" indent="0">
              <a:buNone/>
            </a:pPr>
            <a:r>
              <a:rPr lang="en-US" sz="2000" dirty="0" err="1">
                <a:latin typeface="Times New Roman" panose="02020603050405020304" pitchFamily="18" charset="0"/>
                <a:cs typeface="Times New Roman" panose="02020603050405020304" pitchFamily="18" charset="0"/>
              </a:rPr>
              <a:t>endclass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61625E-9746-F89B-F16E-D57ED8607118}"/>
              </a:ext>
            </a:extLst>
          </p:cNvPr>
          <p:cNvSpPr>
            <a:spLocks noGrp="1"/>
          </p:cNvSpPr>
          <p:nvPr>
            <p:ph type="dt" sz="half" idx="10"/>
          </p:nvPr>
        </p:nvSpPr>
        <p:spPr/>
        <p:txBody>
          <a:bodyPr/>
          <a:lstStyle/>
          <a:p>
            <a:fld id="{3C0ABB19-1F8C-438F-A4E8-56174E4FC270}" type="datetime1">
              <a:rPr lang="en-IN" smtClean="0"/>
              <a:pPr/>
              <a:t>31-10-2025</a:t>
            </a:fld>
            <a:endParaRPr lang="en-IN"/>
          </a:p>
        </p:txBody>
      </p:sp>
      <p:sp>
        <p:nvSpPr>
          <p:cNvPr id="6" name="Footer Placeholder 5">
            <a:extLst>
              <a:ext uri="{FF2B5EF4-FFF2-40B4-BE49-F238E27FC236}">
                <a16:creationId xmlns:a16="http://schemas.microsoft.com/office/drawing/2014/main" id="{5D79FAE6-F17C-AB39-A757-798FC82414E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598529EC-99C3-F262-083C-880F88784327}"/>
              </a:ext>
            </a:extLst>
          </p:cNvPr>
          <p:cNvSpPr>
            <a:spLocks noGrp="1"/>
          </p:cNvSpPr>
          <p:nvPr>
            <p:ph type="sldNum" sz="quarter" idx="12"/>
          </p:nvPr>
        </p:nvSpPr>
        <p:spPr/>
        <p:txBody>
          <a:bodyPr/>
          <a:lstStyle/>
          <a:p>
            <a:fld id="{56BB8B7D-B437-4E80-9B4F-EB7501C8BBDD}" type="slidenum">
              <a:rPr lang="en-IN" smtClean="0"/>
              <a:pPr/>
              <a:t>210</a:t>
            </a:fld>
            <a:endParaRPr lang="en-IN"/>
          </a:p>
        </p:txBody>
      </p:sp>
      <p:sp>
        <p:nvSpPr>
          <p:cNvPr id="4" name="TextBox 3">
            <a:extLst>
              <a:ext uri="{FF2B5EF4-FFF2-40B4-BE49-F238E27FC236}">
                <a16:creationId xmlns:a16="http://schemas.microsoft.com/office/drawing/2014/main" id="{FE11E9D1-CC0E-8D08-AE12-A9F39761D569}"/>
              </a:ext>
            </a:extLst>
          </p:cNvPr>
          <p:cNvSpPr txBox="1"/>
          <p:nvPr/>
        </p:nvSpPr>
        <p:spPr>
          <a:xfrm>
            <a:off x="7483061" y="1182231"/>
            <a:ext cx="4496736" cy="22467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typedef_class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initial begin </a:t>
            </a:r>
          </a:p>
          <a:p>
            <a:r>
              <a:rPr lang="en-US" sz="2000" dirty="0">
                <a:latin typeface="Times New Roman" panose="02020603050405020304" pitchFamily="18" charset="0"/>
                <a:cs typeface="Times New Roman" panose="02020603050405020304" pitchFamily="18" charset="0"/>
              </a:rPr>
              <a:t>    c1 class1; </a:t>
            </a:r>
          </a:p>
          <a:p>
            <a:r>
              <a:rPr lang="en-US" sz="2000" dirty="0">
                <a:latin typeface="Times New Roman" panose="02020603050405020304" pitchFamily="18" charset="0"/>
                <a:cs typeface="Times New Roman" panose="02020603050405020304" pitchFamily="18" charset="0"/>
              </a:rPr>
              <a:t>    c2 class2; </a:t>
            </a:r>
          </a:p>
          <a:p>
            <a:r>
              <a:rPr lang="en-US" sz="2000" dirty="0">
                <a:latin typeface="Times New Roman" panose="02020603050405020304" pitchFamily="18" charset="0"/>
                <a:cs typeface="Times New Roman" panose="02020603050405020304" pitchFamily="18" charset="0"/>
              </a:rPr>
              <a:t>    $display("Inside </a:t>
            </a:r>
            <a:r>
              <a:rPr lang="en-US" sz="2000" dirty="0" err="1">
                <a:latin typeface="Times New Roman" panose="02020603050405020304" pitchFamily="18" charset="0"/>
                <a:cs typeface="Times New Roman" panose="02020603050405020304" pitchFamily="18" charset="0"/>
              </a:rPr>
              <a:t>typedef_class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end </a:t>
            </a:r>
          </a:p>
          <a:p>
            <a:r>
              <a:rPr lang="en-US"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200771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8011-FEBD-7772-2316-32D40C4205A7}"/>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Randomization in SV</a:t>
            </a:r>
          </a:p>
        </p:txBody>
      </p:sp>
      <p:sp>
        <p:nvSpPr>
          <p:cNvPr id="3" name="Content Placeholder 2">
            <a:extLst>
              <a:ext uri="{FF2B5EF4-FFF2-40B4-BE49-F238E27FC236}">
                <a16:creationId xmlns:a16="http://schemas.microsoft.com/office/drawing/2014/main" id="{AE5B6AB8-DF84-9684-6BD5-AAAD7A529E1A}"/>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Randomization is the process of making </a:t>
            </a:r>
            <a:r>
              <a:rPr lang="en-US" sz="2400" dirty="0">
                <a:highlight>
                  <a:srgbClr val="FFFF00"/>
                </a:highlight>
                <a:latin typeface="Times New Roman" panose="02020603050405020304" pitchFamily="18" charset="0"/>
                <a:cs typeface="Times New Roman" panose="02020603050405020304" pitchFamily="18" charset="0"/>
              </a:rPr>
              <a:t>something random</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randomization is the process of </a:t>
            </a:r>
            <a:r>
              <a:rPr lang="en-US" sz="2400" dirty="0">
                <a:solidFill>
                  <a:srgbClr val="FF0000"/>
                </a:solidFill>
                <a:latin typeface="Times New Roman" panose="02020603050405020304" pitchFamily="18" charset="0"/>
                <a:cs typeface="Times New Roman" panose="02020603050405020304" pitchFamily="18" charset="0"/>
              </a:rPr>
              <a:t>generating random values</a:t>
            </a:r>
            <a:r>
              <a:rPr lang="en-US" sz="2400" dirty="0">
                <a:latin typeface="Times New Roman" panose="02020603050405020304" pitchFamily="18" charset="0"/>
                <a:cs typeface="Times New Roman" panose="02020603050405020304" pitchFamily="18" charset="0"/>
              </a:rPr>
              <a:t> to a </a:t>
            </a:r>
            <a:r>
              <a:rPr lang="en-US" sz="2400" dirty="0">
                <a:solidFill>
                  <a:srgbClr val="FF0000"/>
                </a:solidFill>
                <a:latin typeface="Times New Roman" panose="02020603050405020304" pitchFamily="18" charset="0"/>
                <a:cs typeface="Times New Roman" panose="02020603050405020304" pitchFamily="18" charset="0"/>
              </a:rPr>
              <a:t>variable</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Verilog has a $random method for generating the random integer values. This is good for randomizing the variables alone, but it is hard to use in case of class object randomization.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easy randomization of class properties, </a:t>
            </a: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provides </a:t>
            </a:r>
            <a:r>
              <a:rPr lang="en-US" sz="2400" dirty="0">
                <a:highlight>
                  <a:srgbClr val="FFFF00"/>
                </a:highlight>
                <a:latin typeface="Times New Roman" panose="02020603050405020304" pitchFamily="18" charset="0"/>
                <a:cs typeface="Times New Roman" panose="02020603050405020304" pitchFamily="18" charset="0"/>
              </a:rPr>
              <a:t>rand</a:t>
            </a:r>
            <a:r>
              <a:rPr lang="en-US" sz="2400" dirty="0">
                <a:latin typeface="Times New Roman" panose="02020603050405020304" pitchFamily="18" charset="0"/>
                <a:cs typeface="Times New Roman" panose="02020603050405020304" pitchFamily="18" charset="0"/>
              </a:rPr>
              <a:t> keyword and </a:t>
            </a:r>
            <a:r>
              <a:rPr lang="en-US" sz="2400" dirty="0">
                <a:highlight>
                  <a:srgbClr val="FFFF00"/>
                </a:highlight>
                <a:latin typeface="Times New Roman" panose="02020603050405020304" pitchFamily="18" charset="0"/>
                <a:cs typeface="Times New Roman" panose="02020603050405020304" pitchFamily="18" charset="0"/>
              </a:rPr>
              <a:t>randomize() </a:t>
            </a:r>
            <a:r>
              <a:rPr lang="en-US" sz="2400" dirty="0">
                <a:latin typeface="Times New Roman" panose="02020603050405020304" pitchFamily="18" charset="0"/>
                <a:cs typeface="Times New Roman" panose="02020603050405020304" pitchFamily="18" charset="0"/>
              </a:rPr>
              <a:t>method.</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83ACACB-F85E-8608-CD62-5D9AE140F80B}"/>
              </a:ext>
            </a:extLst>
          </p:cNvPr>
          <p:cNvSpPr>
            <a:spLocks noGrp="1"/>
          </p:cNvSpPr>
          <p:nvPr>
            <p:ph type="dt" sz="half" idx="10"/>
          </p:nvPr>
        </p:nvSpPr>
        <p:spPr/>
        <p:txBody>
          <a:bodyPr/>
          <a:lstStyle/>
          <a:p>
            <a:fld id="{13BD3C2A-C10B-4A4B-99D7-650F0546A98F}" type="datetime1">
              <a:rPr lang="en-IN" smtClean="0"/>
              <a:pPr/>
              <a:t>31-10-2025</a:t>
            </a:fld>
            <a:endParaRPr lang="en-IN"/>
          </a:p>
        </p:txBody>
      </p:sp>
      <p:sp>
        <p:nvSpPr>
          <p:cNvPr id="5" name="Footer Placeholder 4">
            <a:extLst>
              <a:ext uri="{FF2B5EF4-FFF2-40B4-BE49-F238E27FC236}">
                <a16:creationId xmlns:a16="http://schemas.microsoft.com/office/drawing/2014/main" id="{FB9B343F-F2A3-2CBD-2DE9-7A4AF694A65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5F20597-7208-2406-F855-97A47374D3D7}"/>
              </a:ext>
            </a:extLst>
          </p:cNvPr>
          <p:cNvSpPr>
            <a:spLocks noGrp="1"/>
          </p:cNvSpPr>
          <p:nvPr>
            <p:ph type="sldNum" sz="quarter" idx="12"/>
          </p:nvPr>
        </p:nvSpPr>
        <p:spPr/>
        <p:txBody>
          <a:bodyPr/>
          <a:lstStyle/>
          <a:p>
            <a:fld id="{56BB8B7D-B437-4E80-9B4F-EB7501C8BBDD}" type="slidenum">
              <a:rPr lang="en-IN" smtClean="0"/>
              <a:pPr/>
              <a:t>211</a:t>
            </a:fld>
            <a:endParaRPr lang="en-IN"/>
          </a:p>
        </p:txBody>
      </p:sp>
    </p:spTree>
    <p:extLst>
      <p:ext uri="{BB962C8B-B14F-4D97-AF65-F5344CB8AC3E}">
        <p14:creationId xmlns:p14="http://schemas.microsoft.com/office/powerpoint/2010/main" val="99105519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A310-6BD6-4FC7-7558-3F2D555650A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1DC55810-C1AC-D0C4-C373-77CFFED90DFA}"/>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random variables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class variables which get random values on randomization are called random variables.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order to make variables as random variables, Class variables need to be declared using the rand and </a:t>
            </a:r>
            <a:r>
              <a:rPr lang="en-US" sz="2400" dirty="0" err="1">
                <a:latin typeface="Times New Roman" panose="02020603050405020304" pitchFamily="18" charset="0"/>
                <a:cs typeface="Times New Roman" panose="02020603050405020304" pitchFamily="18" charset="0"/>
              </a:rPr>
              <a:t>randc</a:t>
            </a:r>
            <a:r>
              <a:rPr lang="en-US" sz="2400" dirty="0">
                <a:latin typeface="Times New Roman" panose="02020603050405020304" pitchFamily="18" charset="0"/>
                <a:cs typeface="Times New Roman" panose="02020603050405020304" pitchFamily="18" charset="0"/>
              </a:rPr>
              <a:t> type-modifier keywords.</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Following types can be declared as rand and </a:t>
            </a:r>
            <a:r>
              <a:rPr lang="en-US" sz="2400" dirty="0" err="1">
                <a:solidFill>
                  <a:schemeClr val="accent4">
                    <a:lumMod val="75000"/>
                  </a:schemeClr>
                </a:solidFill>
                <a:latin typeface="Times New Roman" panose="02020603050405020304" pitchFamily="18" charset="0"/>
                <a:cs typeface="Times New Roman" panose="02020603050405020304" pitchFamily="18" charset="0"/>
              </a:rPr>
              <a:t>randc</a:t>
            </a:r>
            <a:r>
              <a:rPr lang="en-US" sz="2400" dirty="0">
                <a:solidFill>
                  <a:schemeClr val="accent4">
                    <a:lumMod val="75000"/>
                  </a:schemeClr>
                </a:solidFill>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singular variables of any integral type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arrays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arrays size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 handle’s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AD3550-9B86-9088-F014-247AD8DBAF64}"/>
              </a:ext>
            </a:extLst>
          </p:cNvPr>
          <p:cNvSpPr>
            <a:spLocks noGrp="1"/>
          </p:cNvSpPr>
          <p:nvPr>
            <p:ph type="dt" sz="half" idx="10"/>
          </p:nvPr>
        </p:nvSpPr>
        <p:spPr/>
        <p:txBody>
          <a:bodyPr/>
          <a:lstStyle/>
          <a:p>
            <a:fld id="{6C6C491F-F9B4-4A4A-B2F1-4B360F428702}" type="datetime1">
              <a:rPr lang="en-IN" smtClean="0"/>
              <a:pPr/>
              <a:t>31-10-2025</a:t>
            </a:fld>
            <a:endParaRPr lang="en-IN"/>
          </a:p>
        </p:txBody>
      </p:sp>
      <p:sp>
        <p:nvSpPr>
          <p:cNvPr id="5" name="Footer Placeholder 4">
            <a:extLst>
              <a:ext uri="{FF2B5EF4-FFF2-40B4-BE49-F238E27FC236}">
                <a16:creationId xmlns:a16="http://schemas.microsoft.com/office/drawing/2014/main" id="{5963692E-C258-0417-475B-08B6FF0A4FA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C809CEC-4391-FBA4-5768-5BC27D2BFC1A}"/>
              </a:ext>
            </a:extLst>
          </p:cNvPr>
          <p:cNvSpPr>
            <a:spLocks noGrp="1"/>
          </p:cNvSpPr>
          <p:nvPr>
            <p:ph type="sldNum" sz="quarter" idx="12"/>
          </p:nvPr>
        </p:nvSpPr>
        <p:spPr/>
        <p:txBody>
          <a:bodyPr/>
          <a:lstStyle/>
          <a:p>
            <a:fld id="{56BB8B7D-B437-4E80-9B4F-EB7501C8BBDD}" type="slidenum">
              <a:rPr lang="en-IN" smtClean="0"/>
              <a:pPr/>
              <a:t>212</a:t>
            </a:fld>
            <a:endParaRPr lang="en-IN"/>
          </a:p>
        </p:txBody>
      </p:sp>
    </p:spTree>
    <p:extLst>
      <p:ext uri="{BB962C8B-B14F-4D97-AF65-F5344CB8AC3E}">
        <p14:creationId xmlns:p14="http://schemas.microsoft.com/office/powerpoint/2010/main" val="31655107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6B533-11C7-48D8-3751-622517D05AA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7DBE4B07-A458-E44A-8CC3-753A2AE6570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rand keyword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Variables declared with the rand keyword are standard random variables.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Their values are </a:t>
            </a:r>
            <a:r>
              <a:rPr lang="en-US" sz="2400" dirty="0">
                <a:solidFill>
                  <a:srgbClr val="FF0000"/>
                </a:solidFill>
                <a:latin typeface="Times New Roman" panose="02020603050405020304" pitchFamily="18" charset="0"/>
                <a:cs typeface="Times New Roman" panose="02020603050405020304" pitchFamily="18" charset="0"/>
              </a:rPr>
              <a:t>uniformly distributed over their range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rand bit [3:0]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is a 4-bit unsigned integer with a range of 0 to 15. on randomization this variable shall be assigned any value in the range 0 to 15 with equal probability.</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AF785C2-2F17-6C3D-6AD5-22D06C70EF7F}"/>
              </a:ext>
            </a:extLst>
          </p:cNvPr>
          <p:cNvSpPr>
            <a:spLocks noGrp="1"/>
          </p:cNvSpPr>
          <p:nvPr>
            <p:ph type="dt" sz="half" idx="10"/>
          </p:nvPr>
        </p:nvSpPr>
        <p:spPr/>
        <p:txBody>
          <a:bodyPr/>
          <a:lstStyle/>
          <a:p>
            <a:fld id="{C721FD99-46B9-41A6-BE3C-6897F060DE5B}" type="datetime1">
              <a:rPr lang="en-IN" smtClean="0"/>
              <a:pPr/>
              <a:t>31-10-2025</a:t>
            </a:fld>
            <a:endParaRPr lang="en-IN"/>
          </a:p>
        </p:txBody>
      </p:sp>
      <p:sp>
        <p:nvSpPr>
          <p:cNvPr id="5" name="Footer Placeholder 4">
            <a:extLst>
              <a:ext uri="{FF2B5EF4-FFF2-40B4-BE49-F238E27FC236}">
                <a16:creationId xmlns:a16="http://schemas.microsoft.com/office/drawing/2014/main" id="{EDB02D9F-85FC-4D1D-F0EA-AC839168D331}"/>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4E91A6A-1B58-8701-CD3F-3366828434A0}"/>
              </a:ext>
            </a:extLst>
          </p:cNvPr>
          <p:cNvSpPr>
            <a:spLocks noGrp="1"/>
          </p:cNvSpPr>
          <p:nvPr>
            <p:ph type="sldNum" sz="quarter" idx="12"/>
          </p:nvPr>
        </p:nvSpPr>
        <p:spPr/>
        <p:txBody>
          <a:bodyPr/>
          <a:lstStyle/>
          <a:p>
            <a:fld id="{56BB8B7D-B437-4E80-9B4F-EB7501C8BBDD}" type="slidenum">
              <a:rPr lang="en-IN" smtClean="0"/>
              <a:pPr/>
              <a:t>213</a:t>
            </a:fld>
            <a:endParaRPr lang="en-IN"/>
          </a:p>
        </p:txBody>
      </p:sp>
    </p:spTree>
    <p:extLst>
      <p:ext uri="{BB962C8B-B14F-4D97-AF65-F5344CB8AC3E}">
        <p14:creationId xmlns:p14="http://schemas.microsoft.com/office/powerpoint/2010/main" val="125540132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857D8-4676-1A46-CE4D-725C0481E6AC}"/>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C39B7E64-686D-3916-239A-068DDDDD3BC8}"/>
              </a:ext>
            </a:extLst>
          </p:cNvPr>
          <p:cNvSpPr>
            <a:spLocks noGrp="1"/>
          </p:cNvSpPr>
          <p:nvPr>
            <p:ph idx="1"/>
          </p:nvPr>
        </p:nvSpPr>
        <p:spPr/>
        <p:txBody>
          <a:bodyPr>
            <a:normAutofit lnSpcReduction="10000"/>
          </a:bodyPr>
          <a:lstStyle/>
          <a:p>
            <a:pPr>
              <a:buFont typeface="Wingdings" panose="05000000000000000000" pitchFamily="2" charset="2"/>
              <a:buChar char="§"/>
            </a:pPr>
            <a:r>
              <a:rPr lang="en-IN" sz="2400" dirty="0" err="1">
                <a:solidFill>
                  <a:schemeClr val="tx2">
                    <a:lumMod val="60000"/>
                    <a:lumOff val="40000"/>
                  </a:schemeClr>
                </a:solidFill>
                <a:latin typeface="Times New Roman" panose="02020603050405020304" pitchFamily="18" charset="0"/>
                <a:cs typeface="Times New Roman" panose="02020603050405020304" pitchFamily="18" charset="0"/>
              </a:rPr>
              <a:t>randc</a:t>
            </a: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 keyword </a:t>
            </a:r>
          </a:p>
          <a:p>
            <a:pPr lvl="1">
              <a:buFont typeface="Wingdings" panose="05000000000000000000" pitchFamily="2" charset="2"/>
              <a:buChar char="Ø"/>
            </a:pPr>
            <a:r>
              <a:rPr lang="en-IN" sz="2400" dirty="0" err="1">
                <a:latin typeface="Times New Roman" panose="02020603050405020304" pitchFamily="18" charset="0"/>
                <a:cs typeface="Times New Roman" panose="02020603050405020304" pitchFamily="18" charset="0"/>
              </a:rPr>
              <a:t>randc</a:t>
            </a:r>
            <a:r>
              <a:rPr lang="en-IN" sz="2400" dirty="0">
                <a:latin typeface="Times New Roman" panose="02020603050405020304" pitchFamily="18" charset="0"/>
                <a:cs typeface="Times New Roman" panose="02020603050405020304" pitchFamily="18" charset="0"/>
              </a:rPr>
              <a:t> is random-cyclic. For the variables declared with the </a:t>
            </a:r>
            <a:r>
              <a:rPr lang="en-IN" sz="2400" dirty="0" err="1">
                <a:latin typeface="Times New Roman" panose="02020603050405020304" pitchFamily="18" charset="0"/>
                <a:cs typeface="Times New Roman" panose="02020603050405020304" pitchFamily="18" charset="0"/>
              </a:rPr>
              <a:t>randc</a:t>
            </a:r>
            <a:r>
              <a:rPr lang="en-IN" sz="2400" dirty="0">
                <a:latin typeface="Times New Roman" panose="02020603050405020304" pitchFamily="18" charset="0"/>
                <a:cs typeface="Times New Roman" panose="02020603050405020304" pitchFamily="18" charset="0"/>
              </a:rPr>
              <a:t> keyword, on randomization variable </a:t>
            </a:r>
            <a:r>
              <a:rPr lang="en-IN" sz="2400" dirty="0">
                <a:solidFill>
                  <a:srgbClr val="FF0000"/>
                </a:solidFill>
                <a:latin typeface="Times New Roman" panose="02020603050405020304" pitchFamily="18" charset="0"/>
                <a:cs typeface="Times New Roman" panose="02020603050405020304" pitchFamily="18" charset="0"/>
              </a:rPr>
              <a:t>values don’t repeat </a:t>
            </a:r>
            <a:r>
              <a:rPr lang="en-IN" sz="2400" dirty="0">
                <a:latin typeface="Times New Roman" panose="02020603050405020304" pitchFamily="18" charset="0"/>
                <a:cs typeface="Times New Roman" panose="02020603050405020304" pitchFamily="18" charset="0"/>
              </a:rPr>
              <a:t>a random value until every possible value has been assigned. </a:t>
            </a:r>
          </a:p>
          <a:p>
            <a:pPr lvl="1">
              <a:buFont typeface="Wingdings" panose="05000000000000000000" pitchFamily="2" charset="2"/>
              <a:buChar char="Ø"/>
            </a:pPr>
            <a:r>
              <a:rPr lang="en-IN"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v"/>
            </a:pPr>
            <a:r>
              <a:rPr lang="en-IN" dirty="0" err="1">
                <a:latin typeface="Times New Roman" panose="02020603050405020304" pitchFamily="18" charset="0"/>
                <a:cs typeface="Times New Roman" panose="02020603050405020304" pitchFamily="18" charset="0"/>
              </a:rPr>
              <a:t>randc</a:t>
            </a:r>
            <a:r>
              <a:rPr lang="en-IN" dirty="0">
                <a:latin typeface="Times New Roman" panose="02020603050405020304" pitchFamily="18" charset="0"/>
                <a:cs typeface="Times New Roman" panose="02020603050405020304" pitchFamily="18" charset="0"/>
              </a:rPr>
              <a:t> bit </a:t>
            </a:r>
            <a:r>
              <a:rPr lang="en-IN" dirty="0" err="1">
                <a:latin typeface="Times New Roman" panose="02020603050405020304" pitchFamily="18" charset="0"/>
                <a:cs typeface="Times New Roman" panose="02020603050405020304" pitchFamily="18" charset="0"/>
              </a:rPr>
              <a:t>wr_rd</a:t>
            </a:r>
            <a:r>
              <a:rPr lang="en-IN"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randomize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order to randomize the object variables, the user needs to call randomize() method.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object.randomize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6B45080-092E-F38A-A6E3-93E11F2F8F3C}"/>
              </a:ext>
            </a:extLst>
          </p:cNvPr>
          <p:cNvSpPr>
            <a:spLocks noGrp="1"/>
          </p:cNvSpPr>
          <p:nvPr>
            <p:ph type="dt" sz="half" idx="10"/>
          </p:nvPr>
        </p:nvSpPr>
        <p:spPr/>
        <p:txBody>
          <a:bodyPr/>
          <a:lstStyle/>
          <a:p>
            <a:fld id="{43496267-004B-4847-819C-E8428CBFAB86}" type="datetime1">
              <a:rPr lang="en-IN" smtClean="0"/>
              <a:pPr/>
              <a:t>31-10-2025</a:t>
            </a:fld>
            <a:endParaRPr lang="en-IN"/>
          </a:p>
        </p:txBody>
      </p:sp>
      <p:sp>
        <p:nvSpPr>
          <p:cNvPr id="5" name="Footer Placeholder 4">
            <a:extLst>
              <a:ext uri="{FF2B5EF4-FFF2-40B4-BE49-F238E27FC236}">
                <a16:creationId xmlns:a16="http://schemas.microsoft.com/office/drawing/2014/main" id="{A9C61907-11BC-B091-413D-63F5755EDF5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FC50420-1E0F-6521-2D1F-57E2DA3116AB}"/>
              </a:ext>
            </a:extLst>
          </p:cNvPr>
          <p:cNvSpPr>
            <a:spLocks noGrp="1"/>
          </p:cNvSpPr>
          <p:nvPr>
            <p:ph type="sldNum" sz="quarter" idx="12"/>
          </p:nvPr>
        </p:nvSpPr>
        <p:spPr/>
        <p:txBody>
          <a:bodyPr/>
          <a:lstStyle/>
          <a:p>
            <a:fld id="{56BB8B7D-B437-4E80-9B4F-EB7501C8BBDD}" type="slidenum">
              <a:rPr lang="en-IN" smtClean="0"/>
              <a:pPr/>
              <a:t>214</a:t>
            </a:fld>
            <a:endParaRPr lang="en-IN"/>
          </a:p>
        </p:txBody>
      </p:sp>
    </p:spTree>
    <p:extLst>
      <p:ext uri="{BB962C8B-B14F-4D97-AF65-F5344CB8AC3E}">
        <p14:creationId xmlns:p14="http://schemas.microsoft.com/office/powerpoint/2010/main" val="77035101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BCA80-BD09-8FB9-19E5-55C84E63B80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60B06C2B-3FBA-B7AD-742E-1B3181C15404}"/>
              </a:ext>
            </a:extLst>
          </p:cNvPr>
          <p:cNvSpPr>
            <a:spLocks noGrp="1"/>
          </p:cNvSpPr>
          <p:nvPr>
            <p:ph idx="1"/>
          </p:nvPr>
        </p:nvSpPr>
        <p:spPr>
          <a:xfrm>
            <a:off x="1504950" y="810228"/>
            <a:ext cx="10077450" cy="5546129"/>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rand  bit [2:0] addr1; </a:t>
            </a:r>
          </a:p>
          <a:p>
            <a:pPr marL="0" indent="0">
              <a:buNone/>
            </a:pPr>
            <a:r>
              <a:rPr lang="en-IN" sz="2000" dirty="0" err="1">
                <a:latin typeface="Times New Roman" panose="02020603050405020304" pitchFamily="18" charset="0"/>
                <a:cs typeface="Times New Roman" panose="02020603050405020304" pitchFamily="18" charset="0"/>
              </a:rPr>
              <a:t>randc</a:t>
            </a:r>
            <a:r>
              <a:rPr lang="en-IN" sz="2000" dirty="0">
                <a:latin typeface="Times New Roman" panose="02020603050405020304" pitchFamily="18" charset="0"/>
                <a:cs typeface="Times New Roman" panose="02020603050405020304" pitchFamily="18" charset="0"/>
              </a:rPr>
              <a:t> bit [2:0] addr2;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rand_methods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a:latin typeface="Times New Roman" panose="02020603050405020304" pitchFamily="18" charset="0"/>
                <a:cs typeface="Times New Roman" panose="02020603050405020304" pitchFamily="18" charset="0"/>
              </a:rPr>
              <a:t>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repeat(10) begin </a:t>
            </a:r>
          </a:p>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$display("\taddr1 = = %0d \t addr2 = %0d",pkt.addr1,pkt.addr2);</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
        <p:nvSpPr>
          <p:cNvPr id="4" name="Date Placeholder 3">
            <a:extLst>
              <a:ext uri="{FF2B5EF4-FFF2-40B4-BE49-F238E27FC236}">
                <a16:creationId xmlns:a16="http://schemas.microsoft.com/office/drawing/2014/main" id="{68751132-003E-F59C-7A86-38AE623D787E}"/>
              </a:ext>
            </a:extLst>
          </p:cNvPr>
          <p:cNvSpPr>
            <a:spLocks noGrp="1"/>
          </p:cNvSpPr>
          <p:nvPr>
            <p:ph type="dt" sz="half" idx="10"/>
          </p:nvPr>
        </p:nvSpPr>
        <p:spPr/>
        <p:txBody>
          <a:bodyPr/>
          <a:lstStyle/>
          <a:p>
            <a:fld id="{D473A41A-D760-4A63-A327-3A22C6E90F9C}" type="datetime1">
              <a:rPr lang="en-IN" smtClean="0"/>
              <a:pPr/>
              <a:t>31-10-2025</a:t>
            </a:fld>
            <a:endParaRPr lang="en-IN"/>
          </a:p>
        </p:txBody>
      </p:sp>
      <p:sp>
        <p:nvSpPr>
          <p:cNvPr id="5" name="Footer Placeholder 4">
            <a:extLst>
              <a:ext uri="{FF2B5EF4-FFF2-40B4-BE49-F238E27FC236}">
                <a16:creationId xmlns:a16="http://schemas.microsoft.com/office/drawing/2014/main" id="{BCB98FC3-67C1-378B-4729-293B233AC8A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95C3F56-41B3-7670-D0E1-544ACFBB5BC8}"/>
              </a:ext>
            </a:extLst>
          </p:cNvPr>
          <p:cNvSpPr>
            <a:spLocks noGrp="1"/>
          </p:cNvSpPr>
          <p:nvPr>
            <p:ph type="sldNum" sz="quarter" idx="12"/>
          </p:nvPr>
        </p:nvSpPr>
        <p:spPr/>
        <p:txBody>
          <a:bodyPr/>
          <a:lstStyle/>
          <a:p>
            <a:fld id="{56BB8B7D-B437-4E80-9B4F-EB7501C8BBDD}" type="slidenum">
              <a:rPr lang="en-IN" smtClean="0"/>
              <a:pPr/>
              <a:t>215</a:t>
            </a:fld>
            <a:endParaRPr lang="en-IN"/>
          </a:p>
        </p:txBody>
      </p:sp>
    </p:spTree>
    <p:extLst>
      <p:ext uri="{BB962C8B-B14F-4D97-AF65-F5344CB8AC3E}">
        <p14:creationId xmlns:p14="http://schemas.microsoft.com/office/powerpoint/2010/main" val="410022597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80900-1E6B-FDEF-6E85-7AC23E028F3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203FCB50-65F7-EC89-5792-FAC35D1B304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Disable randomization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variable declared without rand or </a:t>
            </a:r>
            <a:r>
              <a:rPr lang="en-US" sz="2400" dirty="0" err="1">
                <a:latin typeface="Times New Roman" panose="02020603050405020304" pitchFamily="18" charset="0"/>
                <a:cs typeface="Times New Roman" panose="02020603050405020304" pitchFamily="18" charset="0"/>
              </a:rPr>
              <a:t>randc</a:t>
            </a:r>
            <a:r>
              <a:rPr lang="en-US" sz="2400" dirty="0">
                <a:latin typeface="Times New Roman" panose="02020603050405020304" pitchFamily="18" charset="0"/>
                <a:cs typeface="Times New Roman" panose="02020603050405020304" pitchFamily="18" charset="0"/>
              </a:rPr>
              <a:t> will not get random values on randomization.</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some reason it is required not to generate a random value for a random variable.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possible to disable the randomization of a variable by using the </a:t>
            </a: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randomization method </a:t>
            </a:r>
            <a:r>
              <a:rPr lang="en-US" sz="2400" dirty="0" err="1">
                <a:highlight>
                  <a:srgbClr val="FFFF00"/>
                </a:highlight>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71F4FEF-B4B7-3C80-3BF7-206DC410552B}"/>
              </a:ext>
            </a:extLst>
          </p:cNvPr>
          <p:cNvSpPr>
            <a:spLocks noGrp="1"/>
          </p:cNvSpPr>
          <p:nvPr>
            <p:ph type="dt" sz="half" idx="10"/>
          </p:nvPr>
        </p:nvSpPr>
        <p:spPr/>
        <p:txBody>
          <a:bodyPr/>
          <a:lstStyle/>
          <a:p>
            <a:fld id="{C1A4EE43-E88A-4B8D-978E-BF08E96AE664}" type="datetime1">
              <a:rPr lang="en-IN" smtClean="0"/>
              <a:pPr/>
              <a:t>31-10-2025</a:t>
            </a:fld>
            <a:endParaRPr lang="en-IN"/>
          </a:p>
        </p:txBody>
      </p:sp>
      <p:sp>
        <p:nvSpPr>
          <p:cNvPr id="5" name="Footer Placeholder 4">
            <a:extLst>
              <a:ext uri="{FF2B5EF4-FFF2-40B4-BE49-F238E27FC236}">
                <a16:creationId xmlns:a16="http://schemas.microsoft.com/office/drawing/2014/main" id="{6B383D76-E14F-4388-FB62-55B6B6836F5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BCC8CF3-2FC1-7825-4858-F2A97625DC6C}"/>
              </a:ext>
            </a:extLst>
          </p:cNvPr>
          <p:cNvSpPr>
            <a:spLocks noGrp="1"/>
          </p:cNvSpPr>
          <p:nvPr>
            <p:ph type="sldNum" sz="quarter" idx="12"/>
          </p:nvPr>
        </p:nvSpPr>
        <p:spPr/>
        <p:txBody>
          <a:bodyPr/>
          <a:lstStyle/>
          <a:p>
            <a:fld id="{56BB8B7D-B437-4E80-9B4F-EB7501C8BBDD}" type="slidenum">
              <a:rPr lang="en-IN" smtClean="0"/>
              <a:pPr/>
              <a:t>216</a:t>
            </a:fld>
            <a:endParaRPr lang="en-IN"/>
          </a:p>
        </p:txBody>
      </p:sp>
    </p:spTree>
    <p:extLst>
      <p:ext uri="{BB962C8B-B14F-4D97-AF65-F5344CB8AC3E}">
        <p14:creationId xmlns:p14="http://schemas.microsoft.com/office/powerpoint/2010/main" val="59455102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C0FCD-EC11-79C0-9643-66D1351F7D0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89BA8183-C6D0-5C04-0672-80CA778D75AB}"/>
              </a:ext>
            </a:extLst>
          </p:cNvPr>
          <p:cNvSpPr>
            <a:spLocks noGrp="1"/>
          </p:cNvSpPr>
          <p:nvPr>
            <p:ph idx="1"/>
          </p:nvPr>
        </p:nvSpPr>
        <p:spPr>
          <a:xfrm>
            <a:off x="609600" y="966226"/>
            <a:ext cx="10972800" cy="4708526"/>
          </a:xfrm>
        </p:spPr>
        <p:txBody>
          <a:bodyPr>
            <a:normAutofit lnSpcReduction="10000"/>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rand_mode</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method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method is used to disable the randomization of a variable declared with the rand/</a:t>
            </a:r>
            <a:r>
              <a:rPr lang="en-US" sz="2400" dirty="0" err="1">
                <a:latin typeface="Times New Roman" panose="02020603050405020304" pitchFamily="18" charset="0"/>
                <a:cs typeface="Times New Roman" panose="02020603050405020304" pitchFamily="18" charset="0"/>
              </a:rPr>
              <a:t>randc</a:t>
            </a:r>
            <a:r>
              <a:rPr lang="en-US" sz="2400" dirty="0">
                <a:latin typeface="Times New Roman" panose="02020603050405020304" pitchFamily="18" charset="0"/>
                <a:cs typeface="Times New Roman" panose="02020603050405020304" pitchFamily="18" charset="0"/>
              </a:rPr>
              <a:t> keyword. </a:t>
            </a:r>
          </a:p>
          <a:p>
            <a:pPr lvl="1">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(1) means randomization </a:t>
            </a:r>
            <a:r>
              <a:rPr lang="en-US" sz="2400" dirty="0">
                <a:solidFill>
                  <a:srgbClr val="FF0000"/>
                </a:solidFill>
                <a:latin typeface="Times New Roman" panose="02020603050405020304" pitchFamily="18" charset="0"/>
                <a:cs typeface="Times New Roman" panose="02020603050405020304" pitchFamily="18" charset="0"/>
              </a:rPr>
              <a:t>enabled </a:t>
            </a:r>
          </a:p>
          <a:p>
            <a:pPr lvl="1">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(0) means randomization </a:t>
            </a:r>
            <a:r>
              <a:rPr lang="en-US" sz="2400" dirty="0">
                <a:solidFill>
                  <a:srgbClr val="FF0000"/>
                </a:solidFill>
                <a:latin typeface="Times New Roman" panose="02020603050405020304" pitchFamily="18" charset="0"/>
                <a:cs typeface="Times New Roman" panose="02020603050405020304" pitchFamily="18" charset="0"/>
              </a:rPr>
              <a:t>disabled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default value of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is 1,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enabled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Once the randomization is disabled, it is required to make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(1) enable back the randomization </a:t>
            </a:r>
          </a:p>
          <a:p>
            <a:pPr lvl="1">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can be called as </a:t>
            </a: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method, the randomization enables/disable status of a variable can be obtained by calling </a:t>
            </a:r>
            <a:r>
              <a:rPr lang="en-US" sz="2400" dirty="0" err="1">
                <a:latin typeface="Times New Roman" panose="02020603050405020304" pitchFamily="18" charset="0"/>
                <a:cs typeface="Times New Roman" panose="02020603050405020304" pitchFamily="18" charset="0"/>
              </a:rPr>
              <a:t>varirble.rand_mode</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method returns 1 if randomization is enabled else returns 0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C03BABC-9EA7-DEFF-32DC-DAF6FC895742}"/>
              </a:ext>
            </a:extLst>
          </p:cNvPr>
          <p:cNvSpPr>
            <a:spLocks noGrp="1"/>
          </p:cNvSpPr>
          <p:nvPr>
            <p:ph type="dt" sz="half" idx="10"/>
          </p:nvPr>
        </p:nvSpPr>
        <p:spPr/>
        <p:txBody>
          <a:bodyPr/>
          <a:lstStyle/>
          <a:p>
            <a:fld id="{DF20DF04-AD06-4DE4-B99D-4D7D0F96AEEE}" type="datetime1">
              <a:rPr lang="en-IN" smtClean="0"/>
              <a:pPr/>
              <a:t>31-10-2025</a:t>
            </a:fld>
            <a:endParaRPr lang="en-IN"/>
          </a:p>
        </p:txBody>
      </p:sp>
      <p:sp>
        <p:nvSpPr>
          <p:cNvPr id="5" name="Footer Placeholder 4">
            <a:extLst>
              <a:ext uri="{FF2B5EF4-FFF2-40B4-BE49-F238E27FC236}">
                <a16:creationId xmlns:a16="http://schemas.microsoft.com/office/drawing/2014/main" id="{9C9A60AA-E18B-1F16-8695-A63537CBC4B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40FBFF3-4CAC-2583-FE66-D22BDEDFFD1E}"/>
              </a:ext>
            </a:extLst>
          </p:cNvPr>
          <p:cNvSpPr>
            <a:spLocks noGrp="1"/>
          </p:cNvSpPr>
          <p:nvPr>
            <p:ph type="sldNum" sz="quarter" idx="12"/>
          </p:nvPr>
        </p:nvSpPr>
        <p:spPr/>
        <p:txBody>
          <a:bodyPr/>
          <a:lstStyle/>
          <a:p>
            <a:fld id="{56BB8B7D-B437-4E80-9B4F-EB7501C8BBDD}" type="slidenum">
              <a:rPr lang="en-IN" smtClean="0"/>
              <a:pPr/>
              <a:t>217</a:t>
            </a:fld>
            <a:endParaRPr lang="en-IN"/>
          </a:p>
        </p:txBody>
      </p:sp>
    </p:spTree>
    <p:extLst>
      <p:ext uri="{BB962C8B-B14F-4D97-AF65-F5344CB8AC3E}">
        <p14:creationId xmlns:p14="http://schemas.microsoft.com/office/powerpoint/2010/main" val="159238966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A204-40A8-2BBD-4578-141F804C2A0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9E95E017-A084-9A16-79BB-A7CFDED55BBF}"/>
              </a:ext>
            </a:extLst>
          </p:cNvPr>
          <p:cNvSpPr>
            <a:spLocks noGrp="1"/>
          </p:cNvSpPr>
          <p:nvPr>
            <p:ph idx="1"/>
          </p:nvPr>
        </p:nvSpPr>
        <p:spPr/>
        <p:txBody>
          <a:bodyPr/>
          <a:lstStyle/>
          <a:p>
            <a:pPr>
              <a:buFont typeface="Wingdings" panose="05000000000000000000" pitchFamily="2" charset="2"/>
              <a:buChar char="§"/>
            </a:pPr>
            <a:r>
              <a:rPr lang="en-IN" sz="2400" dirty="0" err="1">
                <a:solidFill>
                  <a:schemeClr val="accent4">
                    <a:lumMod val="75000"/>
                  </a:schemeClr>
                </a:solidFill>
                <a:latin typeface="Times New Roman" panose="02020603050405020304" pitchFamily="18" charset="0"/>
                <a:cs typeface="Times New Roman" panose="02020603050405020304" pitchFamily="18" charset="0"/>
              </a:rPr>
              <a:t>rand_mode</a:t>
            </a:r>
            <a:r>
              <a:rPr lang="en-IN" sz="2400" dirty="0">
                <a:solidFill>
                  <a:schemeClr val="accent4">
                    <a:lumMod val="75000"/>
                  </a:schemeClr>
                </a:solidFill>
                <a:latin typeface="Times New Roman" panose="02020603050405020304" pitchFamily="18" charset="0"/>
                <a:cs typeface="Times New Roman" panose="02020603050405020304" pitchFamily="18" charset="0"/>
              </a:rPr>
              <a:t> syntax </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&lt;</a:t>
            </a:r>
            <a:r>
              <a:rPr lang="en-IN" sz="2400" dirty="0" err="1">
                <a:latin typeface="Times New Roman" panose="02020603050405020304" pitchFamily="18" charset="0"/>
                <a:cs typeface="Times New Roman" panose="02020603050405020304" pitchFamily="18" charset="0"/>
              </a:rPr>
              <a:t>object_hanlde</a:t>
            </a:r>
            <a:r>
              <a:rPr lang="en-IN" sz="2400" dirty="0">
                <a:latin typeface="Times New Roman" panose="02020603050405020304" pitchFamily="18" charset="0"/>
                <a:cs typeface="Times New Roman" panose="02020603050405020304" pitchFamily="18" charset="0"/>
              </a:rPr>
              <a:t>&gt;.&lt;</a:t>
            </a:r>
            <a:r>
              <a:rPr lang="en-IN" sz="2400" dirty="0" err="1">
                <a:latin typeface="Times New Roman" panose="02020603050405020304" pitchFamily="18" charset="0"/>
                <a:cs typeface="Times New Roman" panose="02020603050405020304" pitchFamily="18" charset="0"/>
              </a:rPr>
              <a:t>variable_name</a:t>
            </a:r>
            <a:r>
              <a:rPr lang="en-IN" sz="2400" dirty="0">
                <a:latin typeface="Times New Roman" panose="02020603050405020304" pitchFamily="18" charset="0"/>
                <a:cs typeface="Times New Roman" panose="02020603050405020304" pitchFamily="18" charset="0"/>
              </a:rPr>
              <a:t>&gt;.</a:t>
            </a:r>
            <a:r>
              <a:rPr lang="en-IN" sz="2400" dirty="0" err="1">
                <a:latin typeface="Times New Roman" panose="02020603050405020304" pitchFamily="18" charset="0"/>
                <a:cs typeface="Times New Roman" panose="02020603050405020304" pitchFamily="18" charset="0"/>
              </a:rPr>
              <a:t>rand_mode</a:t>
            </a:r>
            <a:r>
              <a:rPr lang="en-IN" sz="2400" dirty="0">
                <a:latin typeface="Times New Roman" panose="02020603050405020304" pitchFamily="18" charset="0"/>
                <a:cs typeface="Times New Roman" panose="02020603050405020304" pitchFamily="18" charset="0"/>
              </a:rPr>
              <a:t>(enable); </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//enable = 1, randomization enable </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//enable = 0, randomization disable</a:t>
            </a:r>
          </a:p>
        </p:txBody>
      </p:sp>
      <p:sp>
        <p:nvSpPr>
          <p:cNvPr id="4" name="Date Placeholder 3">
            <a:extLst>
              <a:ext uri="{FF2B5EF4-FFF2-40B4-BE49-F238E27FC236}">
                <a16:creationId xmlns:a16="http://schemas.microsoft.com/office/drawing/2014/main" id="{3427D87C-9133-EC1F-B92E-63818E1EB388}"/>
              </a:ext>
            </a:extLst>
          </p:cNvPr>
          <p:cNvSpPr>
            <a:spLocks noGrp="1"/>
          </p:cNvSpPr>
          <p:nvPr>
            <p:ph type="dt" sz="half" idx="10"/>
          </p:nvPr>
        </p:nvSpPr>
        <p:spPr/>
        <p:txBody>
          <a:bodyPr/>
          <a:lstStyle/>
          <a:p>
            <a:fld id="{648387A2-7A76-4321-812F-71D0B5E69002}" type="datetime1">
              <a:rPr lang="en-IN" smtClean="0"/>
              <a:pPr/>
              <a:t>31-10-2025</a:t>
            </a:fld>
            <a:endParaRPr lang="en-IN"/>
          </a:p>
        </p:txBody>
      </p:sp>
      <p:sp>
        <p:nvSpPr>
          <p:cNvPr id="5" name="Footer Placeholder 4">
            <a:extLst>
              <a:ext uri="{FF2B5EF4-FFF2-40B4-BE49-F238E27FC236}">
                <a16:creationId xmlns:a16="http://schemas.microsoft.com/office/drawing/2014/main" id="{A42A2967-67B8-E0EC-801E-E65013E651B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2AF2700-CF48-A4D8-11CA-9AD661D20091}"/>
              </a:ext>
            </a:extLst>
          </p:cNvPr>
          <p:cNvSpPr>
            <a:spLocks noGrp="1"/>
          </p:cNvSpPr>
          <p:nvPr>
            <p:ph type="sldNum" sz="quarter" idx="12"/>
          </p:nvPr>
        </p:nvSpPr>
        <p:spPr/>
        <p:txBody>
          <a:bodyPr/>
          <a:lstStyle/>
          <a:p>
            <a:fld id="{56BB8B7D-B437-4E80-9B4F-EB7501C8BBDD}" type="slidenum">
              <a:rPr lang="en-IN" smtClean="0"/>
              <a:pPr/>
              <a:t>218</a:t>
            </a:fld>
            <a:endParaRPr lang="en-IN"/>
          </a:p>
        </p:txBody>
      </p:sp>
    </p:spTree>
    <p:extLst>
      <p:ext uri="{BB962C8B-B14F-4D97-AF65-F5344CB8AC3E}">
        <p14:creationId xmlns:p14="http://schemas.microsoft.com/office/powerpoint/2010/main" val="391327183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F793-7568-05B8-D0F3-46D3A838262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in SV</a:t>
            </a:r>
            <a:endParaRPr lang="en-IN" dirty="0"/>
          </a:p>
        </p:txBody>
      </p:sp>
      <p:sp>
        <p:nvSpPr>
          <p:cNvPr id="3" name="Content Placeholder 2">
            <a:extLst>
              <a:ext uri="{FF2B5EF4-FFF2-40B4-BE49-F238E27FC236}">
                <a16:creationId xmlns:a16="http://schemas.microsoft.com/office/drawing/2014/main" id="{17A7D2BC-E558-3DF9-B20D-8F5D4BD9F2F6}"/>
              </a:ext>
            </a:extLst>
          </p:cNvPr>
          <p:cNvSpPr>
            <a:spLocks noGrp="1"/>
          </p:cNvSpPr>
          <p:nvPr>
            <p:ph idx="1"/>
          </p:nvPr>
        </p:nvSpPr>
        <p:spPr>
          <a:xfrm>
            <a:off x="1422400" y="1031839"/>
            <a:ext cx="4920527" cy="4794321"/>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byte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byte data;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rand_methods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//disable </a:t>
            </a:r>
            <a:r>
              <a:rPr lang="en-IN" sz="2000" dirty="0" err="1">
                <a:latin typeface="Times New Roman" panose="02020603050405020304" pitchFamily="18" charset="0"/>
                <a:cs typeface="Times New Roman" panose="02020603050405020304" pitchFamily="18" charset="0"/>
              </a:rPr>
              <a:t>rand_mode</a:t>
            </a:r>
            <a:r>
              <a:rPr lang="en-IN" sz="2000" dirty="0">
                <a:latin typeface="Times New Roman" panose="02020603050405020304" pitchFamily="18" charset="0"/>
                <a:cs typeface="Times New Roman" panose="02020603050405020304" pitchFamily="18" charset="0"/>
              </a:rPr>
              <a:t> of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variable of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pkt.addr.rand_mode</a:t>
            </a:r>
            <a:r>
              <a:rPr lang="en-IN" sz="2000" dirty="0">
                <a:latin typeface="Times New Roman" panose="02020603050405020304" pitchFamily="18" charset="0"/>
                <a:cs typeface="Times New Roman" panose="02020603050405020304" pitchFamily="18" charset="0"/>
              </a:rPr>
              <a:t>(0);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5EB8AF30-4FDD-BDDD-D457-1FF1FD198DE8}"/>
              </a:ext>
            </a:extLst>
          </p:cNvPr>
          <p:cNvSpPr>
            <a:spLocks noGrp="1"/>
          </p:cNvSpPr>
          <p:nvPr>
            <p:ph type="dt" sz="half" idx="10"/>
          </p:nvPr>
        </p:nvSpPr>
        <p:spPr/>
        <p:txBody>
          <a:bodyPr/>
          <a:lstStyle/>
          <a:p>
            <a:fld id="{63F9C481-E141-4C14-8369-9159D57AA5EF}" type="datetime1">
              <a:rPr lang="en-IN" smtClean="0"/>
              <a:pPr/>
              <a:t>31-10-2025</a:t>
            </a:fld>
            <a:endParaRPr lang="en-IN"/>
          </a:p>
        </p:txBody>
      </p:sp>
      <p:sp>
        <p:nvSpPr>
          <p:cNvPr id="6" name="Footer Placeholder 5">
            <a:extLst>
              <a:ext uri="{FF2B5EF4-FFF2-40B4-BE49-F238E27FC236}">
                <a16:creationId xmlns:a16="http://schemas.microsoft.com/office/drawing/2014/main" id="{F83DB3D6-1BF4-0285-9F35-045EC6EC24D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28BDB4B-72F9-10E2-3442-DC9C2BE863FB}"/>
              </a:ext>
            </a:extLst>
          </p:cNvPr>
          <p:cNvSpPr>
            <a:spLocks noGrp="1"/>
          </p:cNvSpPr>
          <p:nvPr>
            <p:ph type="sldNum" sz="quarter" idx="12"/>
          </p:nvPr>
        </p:nvSpPr>
        <p:spPr/>
        <p:txBody>
          <a:bodyPr/>
          <a:lstStyle/>
          <a:p>
            <a:fld id="{56BB8B7D-B437-4E80-9B4F-EB7501C8BBDD}" type="slidenum">
              <a:rPr lang="en-IN" smtClean="0"/>
              <a:pPr/>
              <a:t>219</a:t>
            </a:fld>
            <a:endParaRPr lang="en-IN"/>
          </a:p>
        </p:txBody>
      </p:sp>
      <p:sp>
        <p:nvSpPr>
          <p:cNvPr id="4" name="TextBox 3">
            <a:extLst>
              <a:ext uri="{FF2B5EF4-FFF2-40B4-BE49-F238E27FC236}">
                <a16:creationId xmlns:a16="http://schemas.microsoft.com/office/drawing/2014/main" id="{0F3C4618-C7EF-BB66-8D07-17DFE2624B81}"/>
              </a:ext>
            </a:extLst>
          </p:cNvPr>
          <p:cNvSpPr txBox="1"/>
          <p:nvPr/>
        </p:nvSpPr>
        <p:spPr>
          <a:xfrm>
            <a:off x="6480537" y="1031839"/>
            <a:ext cx="5441387" cy="440120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//disable </a:t>
            </a:r>
            <a:r>
              <a:rPr lang="en-IN" sz="2000" dirty="0" err="1">
                <a:latin typeface="Times New Roman" panose="02020603050405020304" pitchFamily="18" charset="0"/>
                <a:cs typeface="Times New Roman" panose="02020603050405020304" pitchFamily="18" charset="0"/>
              </a:rPr>
              <a:t>rand_more</a:t>
            </a:r>
            <a:r>
              <a:rPr lang="en-IN" sz="2000" dirty="0">
                <a:latin typeface="Times New Roman" panose="02020603050405020304" pitchFamily="18" charset="0"/>
                <a:cs typeface="Times New Roman" panose="02020603050405020304" pitchFamily="18" charset="0"/>
              </a:rPr>
              <a:t> for handler </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pkt.rand_mode</a:t>
            </a:r>
            <a:r>
              <a:rPr lang="en-IN" sz="2000" dirty="0">
                <a:latin typeface="Times New Roman" panose="02020603050405020304" pitchFamily="18" charset="0"/>
                <a:cs typeface="Times New Roman" panose="02020603050405020304" pitchFamily="18" charset="0"/>
              </a:rPr>
              <a:t>(0);</a:t>
            </a:r>
          </a:p>
          <a:p>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//calling randomize method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 \t data = %0d",pkt.addr,pkt.data);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taddr.rand_mode</a:t>
            </a:r>
            <a:r>
              <a:rPr lang="en-IN" sz="2000" dirty="0">
                <a:latin typeface="Times New Roman" panose="02020603050405020304" pitchFamily="18" charset="0"/>
                <a:cs typeface="Times New Roman" panose="02020603050405020304" pitchFamily="18" charset="0"/>
              </a:rPr>
              <a:t>() = %0d \t </a:t>
            </a:r>
            <a:r>
              <a:rPr lang="en-IN" sz="2000" dirty="0" err="1">
                <a:latin typeface="Times New Roman" panose="02020603050405020304" pitchFamily="18" charset="0"/>
                <a:cs typeface="Times New Roman" panose="02020603050405020304" pitchFamily="18" charset="0"/>
              </a:rPr>
              <a:t>data.rand_mode</a:t>
            </a:r>
            <a:r>
              <a:rPr lang="en-IN" sz="2000" dirty="0">
                <a:latin typeface="Times New Roman" panose="02020603050405020304" pitchFamily="18" charset="0"/>
                <a:cs typeface="Times New Roman" panose="02020603050405020304" pitchFamily="18" charset="0"/>
              </a:rPr>
              <a:t>() = %0d",pkt.addr.rand_mode(),</a:t>
            </a:r>
            <a:r>
              <a:rPr lang="en-IN" sz="2000" dirty="0" err="1">
                <a:latin typeface="Times New Roman" panose="02020603050405020304" pitchFamily="18" charset="0"/>
                <a:cs typeface="Times New Roman" panose="02020603050405020304" pitchFamily="18" charset="0"/>
              </a:rPr>
              <a:t>pkt.data.rand_mode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421746656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AF655-8C75-926C-A0A6-647A01679D01}"/>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Randomization Methods</a:t>
            </a:r>
          </a:p>
        </p:txBody>
      </p:sp>
      <p:sp>
        <p:nvSpPr>
          <p:cNvPr id="3" name="Content Placeholder 2">
            <a:extLst>
              <a:ext uri="{FF2B5EF4-FFF2-40B4-BE49-F238E27FC236}">
                <a16:creationId xmlns:a16="http://schemas.microsoft.com/office/drawing/2014/main" id="{8871BC12-3983-5BF9-260F-5BC3B62863ED}"/>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Randomize method associated with below callbacks, </a:t>
            </a:r>
          </a:p>
          <a:p>
            <a:pPr lvl="1">
              <a:buFont typeface="Wingdings" panose="05000000000000000000" pitchFamily="2" charset="2"/>
              <a:buChar char="Ø"/>
            </a:pPr>
            <a:r>
              <a:rPr lang="en-US" sz="2400" dirty="0" err="1">
                <a:solidFill>
                  <a:schemeClr val="accent4">
                    <a:lumMod val="75000"/>
                  </a:schemeClr>
                </a:solidFill>
                <a:latin typeface="Times New Roman" panose="02020603050405020304" pitchFamily="18" charset="0"/>
                <a:cs typeface="Times New Roman" panose="02020603050405020304" pitchFamily="18" charset="0"/>
              </a:rPr>
              <a:t>pre_randomize</a:t>
            </a:r>
            <a:r>
              <a:rPr lang="en-US" sz="2400" dirty="0">
                <a:solidFill>
                  <a:schemeClr val="accent4">
                    <a:lumMod val="75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err="1">
                <a:solidFill>
                  <a:schemeClr val="accent4">
                    <a:lumMod val="75000"/>
                  </a:schemeClr>
                </a:solidFill>
                <a:latin typeface="Times New Roman" panose="02020603050405020304" pitchFamily="18" charset="0"/>
                <a:cs typeface="Times New Roman" panose="02020603050405020304" pitchFamily="18" charset="0"/>
              </a:rPr>
              <a:t>post_randomize</a:t>
            </a:r>
            <a:endParaRPr lang="en-US" sz="2400" dirty="0">
              <a:solidFill>
                <a:schemeClr val="accent4">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pre randomize and post randomize methods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calling randomize(), </a:t>
            </a:r>
            <a:r>
              <a:rPr lang="en-US" sz="2400" dirty="0" err="1">
                <a:latin typeface="Times New Roman" panose="02020603050405020304" pitchFamily="18" charset="0"/>
                <a:cs typeface="Times New Roman" panose="02020603050405020304" pitchFamily="18" charset="0"/>
              </a:rPr>
              <a:t>pre_randomize</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post_randomize</a:t>
            </a:r>
            <a:r>
              <a:rPr lang="en-US" sz="2400" dirty="0">
                <a:latin typeface="Times New Roman" panose="02020603050405020304" pitchFamily="18" charset="0"/>
                <a:cs typeface="Times New Roman" panose="02020603050405020304" pitchFamily="18" charset="0"/>
              </a:rPr>
              <a:t>() functions will get called before and after the randomize call respectively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Users can override the </a:t>
            </a:r>
            <a:r>
              <a:rPr lang="en-US" sz="2400" dirty="0" err="1">
                <a:latin typeface="Times New Roman" panose="02020603050405020304" pitchFamily="18" charset="0"/>
                <a:cs typeface="Times New Roman" panose="02020603050405020304" pitchFamily="18" charset="0"/>
              </a:rPr>
              <a:t>pre_randomize</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post_randomize</a:t>
            </a:r>
            <a:r>
              <a:rPr lang="en-US" sz="2400" dirty="0">
                <a:latin typeface="Times New Roman" panose="02020603050405020304" pitchFamily="18" charset="0"/>
                <a:cs typeface="Times New Roman" panose="02020603050405020304" pitchFamily="18" charset="0"/>
              </a:rPr>
              <a:t>() functions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C6B6AD6-034A-176A-85BA-28EFDD1AAE00}"/>
              </a:ext>
            </a:extLst>
          </p:cNvPr>
          <p:cNvSpPr>
            <a:spLocks noGrp="1"/>
          </p:cNvSpPr>
          <p:nvPr>
            <p:ph type="dt" sz="half" idx="10"/>
          </p:nvPr>
        </p:nvSpPr>
        <p:spPr/>
        <p:txBody>
          <a:bodyPr/>
          <a:lstStyle/>
          <a:p>
            <a:fld id="{89FCDD9D-0A17-48AA-975A-9D8BF7C202B0}" type="datetime1">
              <a:rPr lang="en-IN" smtClean="0"/>
              <a:pPr/>
              <a:t>31-10-2025</a:t>
            </a:fld>
            <a:endParaRPr lang="en-IN"/>
          </a:p>
        </p:txBody>
      </p:sp>
      <p:sp>
        <p:nvSpPr>
          <p:cNvPr id="5" name="Footer Placeholder 4">
            <a:extLst>
              <a:ext uri="{FF2B5EF4-FFF2-40B4-BE49-F238E27FC236}">
                <a16:creationId xmlns:a16="http://schemas.microsoft.com/office/drawing/2014/main" id="{4AAB29F9-11D0-4B1A-E544-CEA7DD92996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35C5154-27E2-9856-110A-1A872F0B660E}"/>
              </a:ext>
            </a:extLst>
          </p:cNvPr>
          <p:cNvSpPr>
            <a:spLocks noGrp="1"/>
          </p:cNvSpPr>
          <p:nvPr>
            <p:ph type="sldNum" sz="quarter" idx="12"/>
          </p:nvPr>
        </p:nvSpPr>
        <p:spPr/>
        <p:txBody>
          <a:bodyPr/>
          <a:lstStyle/>
          <a:p>
            <a:fld id="{56BB8B7D-B437-4E80-9B4F-EB7501C8BBDD}" type="slidenum">
              <a:rPr lang="en-IN" smtClean="0"/>
              <a:pPr/>
              <a:t>220</a:t>
            </a:fld>
            <a:endParaRPr lang="en-IN"/>
          </a:p>
        </p:txBody>
      </p:sp>
    </p:spTree>
    <p:extLst>
      <p:ext uri="{BB962C8B-B14F-4D97-AF65-F5344CB8AC3E}">
        <p14:creationId xmlns:p14="http://schemas.microsoft.com/office/powerpoint/2010/main" val="417720145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449D-A7EC-5612-AF97-EB85A687EA0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Methods</a:t>
            </a:r>
            <a:endParaRPr lang="en-IN" dirty="0"/>
          </a:p>
        </p:txBody>
      </p:sp>
      <p:sp>
        <p:nvSpPr>
          <p:cNvPr id="3" name="Content Placeholder 2">
            <a:extLst>
              <a:ext uri="{FF2B5EF4-FFF2-40B4-BE49-F238E27FC236}">
                <a16:creationId xmlns:a16="http://schemas.microsoft.com/office/drawing/2014/main" id="{2D691CF3-3C8D-7193-C721-EED50688B66B}"/>
              </a:ext>
            </a:extLst>
          </p:cNvPr>
          <p:cNvSpPr>
            <a:spLocks noGrp="1"/>
          </p:cNvSpPr>
          <p:nvPr>
            <p:ph idx="1"/>
          </p:nvPr>
        </p:nvSpPr>
        <p:spPr/>
        <p:txBody>
          <a:bodyPr/>
          <a:lstStyle/>
          <a:p>
            <a:pPr>
              <a:buFont typeface="Wingdings" panose="05000000000000000000" pitchFamily="2" charset="2"/>
              <a:buChar char="§"/>
            </a:pPr>
            <a:r>
              <a:rPr lang="en-US" sz="2400" dirty="0" err="1">
                <a:solidFill>
                  <a:schemeClr val="accent4">
                    <a:lumMod val="75000"/>
                  </a:schemeClr>
                </a:solidFill>
                <a:latin typeface="Times New Roman" panose="02020603050405020304" pitchFamily="18" charset="0"/>
                <a:cs typeface="Times New Roman" panose="02020603050405020304" pitchFamily="18" charset="0"/>
              </a:rPr>
              <a:t>pre_randomize</a:t>
            </a:r>
            <a:r>
              <a:rPr lang="en-US" sz="2400" dirty="0">
                <a:solidFill>
                  <a:schemeClr val="accent4">
                    <a:lumMod val="75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pre_randomize</a:t>
            </a:r>
            <a:r>
              <a:rPr lang="en-US" sz="2400" dirty="0">
                <a:latin typeface="Times New Roman" panose="02020603050405020304" pitchFamily="18" charset="0"/>
                <a:cs typeface="Times New Roman" panose="02020603050405020304" pitchFamily="18" charset="0"/>
              </a:rPr>
              <a:t> function can be used to set pre-conditions before the object randomization.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example, Users can implement randomization control logic in </a:t>
            </a:r>
            <a:r>
              <a:rPr lang="en-US" sz="2400" dirty="0" err="1">
                <a:latin typeface="Times New Roman" panose="02020603050405020304" pitchFamily="18" charset="0"/>
                <a:cs typeface="Times New Roman" panose="02020603050405020304" pitchFamily="18" charset="0"/>
              </a:rPr>
              <a:t>pre_randomize</a:t>
            </a:r>
            <a:r>
              <a:rPr lang="en-US" sz="2400" dirty="0">
                <a:latin typeface="Times New Roman" panose="02020603050405020304" pitchFamily="18" charset="0"/>
                <a:cs typeface="Times New Roman" panose="02020603050405020304" pitchFamily="18" charset="0"/>
              </a:rPr>
              <a:t> function.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randomization enable or disable by using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method. </a:t>
            </a:r>
          </a:p>
          <a:p>
            <a:pPr>
              <a:buFont typeface="Wingdings" panose="05000000000000000000" pitchFamily="2" charset="2"/>
              <a:buChar char="§"/>
            </a:pPr>
            <a:r>
              <a:rPr lang="en-IN" sz="2400" dirty="0" err="1">
                <a:solidFill>
                  <a:schemeClr val="accent4">
                    <a:lumMod val="75000"/>
                  </a:schemeClr>
                </a:solidFill>
                <a:latin typeface="Times New Roman" panose="02020603050405020304" pitchFamily="18" charset="0"/>
                <a:cs typeface="Times New Roman" panose="02020603050405020304" pitchFamily="18" charset="0"/>
              </a:rPr>
              <a:t>post_randomize</a:t>
            </a:r>
            <a:r>
              <a:rPr lang="en-IN" sz="2400" dirty="0">
                <a:solidFill>
                  <a:schemeClr val="accent4">
                    <a:lumMod val="75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post_randomization</a:t>
            </a:r>
            <a:r>
              <a:rPr lang="en-US" sz="2400" dirty="0">
                <a:latin typeface="Times New Roman" panose="02020603050405020304" pitchFamily="18" charset="0"/>
                <a:cs typeface="Times New Roman" panose="02020603050405020304" pitchFamily="18" charset="0"/>
              </a:rPr>
              <a:t> function can be used to check and perform post-conditions after the object randomization.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example, Users can override the randomized values or can print the randomized values of variables.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008B248-84D3-CED9-05A1-117727BD285C}"/>
              </a:ext>
            </a:extLst>
          </p:cNvPr>
          <p:cNvSpPr>
            <a:spLocks noGrp="1"/>
          </p:cNvSpPr>
          <p:nvPr>
            <p:ph type="dt" sz="half" idx="10"/>
          </p:nvPr>
        </p:nvSpPr>
        <p:spPr/>
        <p:txBody>
          <a:bodyPr/>
          <a:lstStyle/>
          <a:p>
            <a:fld id="{9452AE69-F570-4FCC-AF81-11B48F3830AD}" type="datetime1">
              <a:rPr lang="en-IN" smtClean="0"/>
              <a:pPr/>
              <a:t>31-10-2025</a:t>
            </a:fld>
            <a:endParaRPr lang="en-IN"/>
          </a:p>
        </p:txBody>
      </p:sp>
      <p:sp>
        <p:nvSpPr>
          <p:cNvPr id="5" name="Footer Placeholder 4">
            <a:extLst>
              <a:ext uri="{FF2B5EF4-FFF2-40B4-BE49-F238E27FC236}">
                <a16:creationId xmlns:a16="http://schemas.microsoft.com/office/drawing/2014/main" id="{43AD0A99-B4BE-8120-F0F5-464DF45DF7C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3533C908-8F82-5908-A575-B48019C072F7}"/>
              </a:ext>
            </a:extLst>
          </p:cNvPr>
          <p:cNvSpPr>
            <a:spLocks noGrp="1"/>
          </p:cNvSpPr>
          <p:nvPr>
            <p:ph type="sldNum" sz="quarter" idx="12"/>
          </p:nvPr>
        </p:nvSpPr>
        <p:spPr/>
        <p:txBody>
          <a:bodyPr/>
          <a:lstStyle/>
          <a:p>
            <a:fld id="{56BB8B7D-B437-4E80-9B4F-EB7501C8BBDD}" type="slidenum">
              <a:rPr lang="en-IN" smtClean="0"/>
              <a:pPr/>
              <a:t>221</a:t>
            </a:fld>
            <a:endParaRPr lang="en-IN"/>
          </a:p>
        </p:txBody>
      </p:sp>
    </p:spTree>
    <p:extLst>
      <p:ext uri="{BB962C8B-B14F-4D97-AF65-F5344CB8AC3E}">
        <p14:creationId xmlns:p14="http://schemas.microsoft.com/office/powerpoint/2010/main" val="316522829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5CBAB-8070-B7C7-0BE6-4EB33FF2C6D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Randomization Methods</a:t>
            </a:r>
            <a:endParaRPr lang="en-IN" dirty="0"/>
          </a:p>
        </p:txBody>
      </p:sp>
      <p:sp>
        <p:nvSpPr>
          <p:cNvPr id="3" name="Content Placeholder 2">
            <a:extLst>
              <a:ext uri="{FF2B5EF4-FFF2-40B4-BE49-F238E27FC236}">
                <a16:creationId xmlns:a16="http://schemas.microsoft.com/office/drawing/2014/main" id="{96AB7611-95D6-1559-25F5-6EE7401EB051}"/>
              </a:ext>
            </a:extLst>
          </p:cNvPr>
          <p:cNvSpPr>
            <a:spLocks noGrp="1"/>
          </p:cNvSpPr>
          <p:nvPr>
            <p:ph idx="1"/>
          </p:nvPr>
        </p:nvSpPr>
        <p:spPr>
          <a:xfrm>
            <a:off x="1219752" y="1310815"/>
            <a:ext cx="4469296"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[7:0]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randc</a:t>
            </a:r>
            <a:r>
              <a:rPr lang="en-IN" sz="2000" dirty="0">
                <a:latin typeface="Times New Roman" panose="02020603050405020304" pitchFamily="18" charset="0"/>
                <a:cs typeface="Times New Roman" panose="02020603050405020304" pitchFamily="18" charset="0"/>
              </a:rPr>
              <a:t> bit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bit       </a:t>
            </a:r>
            <a:r>
              <a:rPr lang="en-IN" sz="2000" dirty="0" err="1">
                <a:latin typeface="Times New Roman" panose="02020603050405020304" pitchFamily="18" charset="0"/>
                <a:cs typeface="Times New Roman" panose="02020603050405020304" pitchFamily="18" charset="0"/>
              </a:rPr>
              <a:t>tmp_wr_rd</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void </a:t>
            </a:r>
            <a:r>
              <a:rPr lang="en-IN" sz="2000" dirty="0" err="1">
                <a:latin typeface="Times New Roman" panose="02020603050405020304" pitchFamily="18" charset="0"/>
                <a:cs typeface="Times New Roman" panose="02020603050405020304" pitchFamily="18" charset="0"/>
              </a:rPr>
              <a:t>pre_randomize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if(</a:t>
            </a:r>
            <a:r>
              <a:rPr lang="en-IN" sz="2000" dirty="0" err="1">
                <a:latin typeface="Times New Roman" panose="02020603050405020304" pitchFamily="18" charset="0"/>
                <a:cs typeface="Times New Roman" panose="02020603050405020304" pitchFamily="18" charset="0"/>
              </a:rPr>
              <a:t>tmp_wr_rd</a:t>
            </a:r>
            <a:r>
              <a:rPr lang="en-IN" sz="2000" dirty="0">
                <a:latin typeface="Times New Roman" panose="02020603050405020304" pitchFamily="18" charset="0"/>
                <a:cs typeface="Times New Roman" panose="02020603050405020304" pitchFamily="18" charset="0"/>
              </a:rPr>
              <a:t>==1)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addr.rand_mode</a:t>
            </a:r>
            <a:r>
              <a:rPr lang="en-IN" sz="2000" dirty="0">
                <a:latin typeface="Times New Roman" panose="02020603050405020304" pitchFamily="18" charset="0"/>
                <a:cs typeface="Times New Roman" panose="02020603050405020304" pitchFamily="18" charset="0"/>
              </a:rPr>
              <a:t>(0); </a:t>
            </a:r>
          </a:p>
          <a:p>
            <a:pPr marL="0" indent="0">
              <a:buNone/>
            </a:pPr>
            <a:r>
              <a:rPr lang="en-IN" sz="2000" dirty="0">
                <a:latin typeface="Times New Roman" panose="02020603050405020304" pitchFamily="18" charset="0"/>
                <a:cs typeface="Times New Roman" panose="02020603050405020304" pitchFamily="18" charset="0"/>
              </a:rPr>
              <a:t>    else </a:t>
            </a:r>
            <a:r>
              <a:rPr lang="en-IN" sz="2000" dirty="0" err="1">
                <a:latin typeface="Times New Roman" panose="02020603050405020304" pitchFamily="18" charset="0"/>
                <a:cs typeface="Times New Roman" panose="02020603050405020304" pitchFamily="18" charset="0"/>
              </a:rPr>
              <a:t>addr.rand_mode</a:t>
            </a:r>
            <a:r>
              <a:rPr lang="en-IN" sz="2000" dirty="0">
                <a:latin typeface="Times New Roman" panose="02020603050405020304" pitchFamily="18" charset="0"/>
                <a:cs typeface="Times New Roman" panose="02020603050405020304" pitchFamily="18" charset="0"/>
              </a:rPr>
              <a:t>(1);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6269F751-C442-1623-5880-F38C22A28A9C}"/>
              </a:ext>
            </a:extLst>
          </p:cNvPr>
          <p:cNvSpPr>
            <a:spLocks noGrp="1"/>
          </p:cNvSpPr>
          <p:nvPr>
            <p:ph type="dt" sz="half" idx="10"/>
          </p:nvPr>
        </p:nvSpPr>
        <p:spPr/>
        <p:txBody>
          <a:bodyPr/>
          <a:lstStyle/>
          <a:p>
            <a:fld id="{61198563-C225-4906-AAA2-B97EECB77CA1}" type="datetime1">
              <a:rPr lang="en-IN" smtClean="0"/>
              <a:pPr/>
              <a:t>31-10-2025</a:t>
            </a:fld>
            <a:endParaRPr lang="en-IN"/>
          </a:p>
        </p:txBody>
      </p:sp>
      <p:sp>
        <p:nvSpPr>
          <p:cNvPr id="6" name="Footer Placeholder 5">
            <a:extLst>
              <a:ext uri="{FF2B5EF4-FFF2-40B4-BE49-F238E27FC236}">
                <a16:creationId xmlns:a16="http://schemas.microsoft.com/office/drawing/2014/main" id="{1030B0BB-5FA2-5EB2-5143-0E39668B417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49A5B99-C506-C489-A9EC-75FFC33E4025}"/>
              </a:ext>
            </a:extLst>
          </p:cNvPr>
          <p:cNvSpPr>
            <a:spLocks noGrp="1"/>
          </p:cNvSpPr>
          <p:nvPr>
            <p:ph type="sldNum" sz="quarter" idx="12"/>
          </p:nvPr>
        </p:nvSpPr>
        <p:spPr/>
        <p:txBody>
          <a:bodyPr/>
          <a:lstStyle/>
          <a:p>
            <a:fld id="{56BB8B7D-B437-4E80-9B4F-EB7501C8BBDD}" type="slidenum">
              <a:rPr lang="en-IN" smtClean="0"/>
              <a:pPr/>
              <a:t>222</a:t>
            </a:fld>
            <a:endParaRPr lang="en-IN"/>
          </a:p>
        </p:txBody>
      </p:sp>
      <p:sp>
        <p:nvSpPr>
          <p:cNvPr id="4" name="TextBox 3">
            <a:extLst>
              <a:ext uri="{FF2B5EF4-FFF2-40B4-BE49-F238E27FC236}">
                <a16:creationId xmlns:a16="http://schemas.microsoft.com/office/drawing/2014/main" id="{8F800797-2303-E7F0-01D5-17C9D097E2C3}"/>
              </a:ext>
            </a:extLst>
          </p:cNvPr>
          <p:cNvSpPr txBox="1"/>
          <p:nvPr/>
        </p:nvSpPr>
        <p:spPr>
          <a:xfrm>
            <a:off x="5950226" y="1512346"/>
            <a:ext cx="6241774" cy="440120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function void </a:t>
            </a:r>
            <a:r>
              <a:rPr lang="en-IN" sz="2000" dirty="0" err="1">
                <a:latin typeface="Times New Roman" panose="02020603050405020304" pitchFamily="18" charset="0"/>
                <a:cs typeface="Times New Roman" panose="02020603050405020304" pitchFamily="18" charset="0"/>
              </a:rPr>
              <a:t>post_randomize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tmp_wr_rd</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$display("POST_RANDOMIZATION::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%0h,wr_rd = %0h",addr,wr_rd);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rand_methods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repeat(4)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p>
          <a:p>
            <a:endParaRPr lang="en-IN" sz="2000" dirty="0"/>
          </a:p>
        </p:txBody>
      </p:sp>
    </p:spTree>
    <p:extLst>
      <p:ext uri="{BB962C8B-B14F-4D97-AF65-F5344CB8AC3E}">
        <p14:creationId xmlns:p14="http://schemas.microsoft.com/office/powerpoint/2010/main" val="248994516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6AD08-42FA-BC13-652D-47CD7530FA85}"/>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Constrained randomization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8BAEDB-FCDE-0096-9D69-23B4B552B2B7}"/>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Constrained randomization As the name says random variable will get random value on randomization.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some situations, it is required to </a:t>
            </a:r>
            <a:r>
              <a:rPr lang="en-US" sz="2400" dirty="0">
                <a:highlight>
                  <a:srgbClr val="FFFF00"/>
                </a:highlight>
                <a:latin typeface="Times New Roman" panose="02020603050405020304" pitchFamily="18" charset="0"/>
                <a:cs typeface="Times New Roman" panose="02020603050405020304" pitchFamily="18" charset="0"/>
              </a:rPr>
              <a:t>control the values getting assigned </a:t>
            </a:r>
            <a:r>
              <a:rPr lang="en-US" sz="2400" dirty="0">
                <a:latin typeface="Times New Roman" panose="02020603050405020304" pitchFamily="18" charset="0"/>
                <a:cs typeface="Times New Roman" panose="02020603050405020304" pitchFamily="18" charset="0"/>
              </a:rPr>
              <a:t>on randomization, this can be achieved by writing constraints.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By writing constraints to a random variable, the user can get specific value on randomization. constraints to a random variable shall be written in constraint blocks.</a:t>
            </a:r>
          </a:p>
        </p:txBody>
      </p:sp>
      <p:sp>
        <p:nvSpPr>
          <p:cNvPr id="4" name="Date Placeholder 3">
            <a:extLst>
              <a:ext uri="{FF2B5EF4-FFF2-40B4-BE49-F238E27FC236}">
                <a16:creationId xmlns:a16="http://schemas.microsoft.com/office/drawing/2014/main" id="{4BF0D1A0-F601-0514-240D-FD94BD19778F}"/>
              </a:ext>
            </a:extLst>
          </p:cNvPr>
          <p:cNvSpPr>
            <a:spLocks noGrp="1"/>
          </p:cNvSpPr>
          <p:nvPr>
            <p:ph type="dt" sz="half" idx="10"/>
          </p:nvPr>
        </p:nvSpPr>
        <p:spPr/>
        <p:txBody>
          <a:bodyPr/>
          <a:lstStyle/>
          <a:p>
            <a:fld id="{96374624-944E-4BA1-95E7-7D2BC0613B44}" type="datetime1">
              <a:rPr lang="en-IN" smtClean="0"/>
              <a:pPr/>
              <a:t>31-10-2025</a:t>
            </a:fld>
            <a:endParaRPr lang="en-IN"/>
          </a:p>
        </p:txBody>
      </p:sp>
      <p:sp>
        <p:nvSpPr>
          <p:cNvPr id="5" name="Footer Placeholder 4">
            <a:extLst>
              <a:ext uri="{FF2B5EF4-FFF2-40B4-BE49-F238E27FC236}">
                <a16:creationId xmlns:a16="http://schemas.microsoft.com/office/drawing/2014/main" id="{21B60FF1-31BF-F0ED-DE1E-238C444134E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363A0EC-FB51-98C9-32F6-DFC657C1E507}"/>
              </a:ext>
            </a:extLst>
          </p:cNvPr>
          <p:cNvSpPr>
            <a:spLocks noGrp="1"/>
          </p:cNvSpPr>
          <p:nvPr>
            <p:ph type="sldNum" sz="quarter" idx="12"/>
          </p:nvPr>
        </p:nvSpPr>
        <p:spPr/>
        <p:txBody>
          <a:bodyPr/>
          <a:lstStyle/>
          <a:p>
            <a:fld id="{56BB8B7D-B437-4E80-9B4F-EB7501C8BBDD}" type="slidenum">
              <a:rPr lang="en-IN" smtClean="0"/>
              <a:pPr/>
              <a:t>223</a:t>
            </a:fld>
            <a:endParaRPr lang="en-IN"/>
          </a:p>
        </p:txBody>
      </p:sp>
    </p:spTree>
    <p:extLst>
      <p:ext uri="{BB962C8B-B14F-4D97-AF65-F5344CB8AC3E}">
        <p14:creationId xmlns:p14="http://schemas.microsoft.com/office/powerpoint/2010/main" val="348335585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8176-101C-F05A-D4AE-72CD31B72B16}"/>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7F64A61B-2C12-11F8-95F0-5164205ED95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Constraint blocks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are class members like tasks, functions, and variables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will have a unique name within a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consist of conditions or expressions to limit or control the values for a random variable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are enclosed within curly braces { }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can be defined inside the class or outside the class like extern methods, constraint block defined outside the class is called as extern constraint block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033A87E-2CB0-7D66-8C25-BCB68FEF8791}"/>
              </a:ext>
            </a:extLst>
          </p:cNvPr>
          <p:cNvSpPr>
            <a:spLocks noGrp="1"/>
          </p:cNvSpPr>
          <p:nvPr>
            <p:ph type="dt" sz="half" idx="10"/>
          </p:nvPr>
        </p:nvSpPr>
        <p:spPr/>
        <p:txBody>
          <a:bodyPr/>
          <a:lstStyle/>
          <a:p>
            <a:fld id="{5B688356-5F01-4365-B3EB-7FDC57C65BBC}" type="datetime1">
              <a:rPr lang="en-IN" smtClean="0"/>
              <a:pPr/>
              <a:t>31-10-2025</a:t>
            </a:fld>
            <a:endParaRPr lang="en-IN"/>
          </a:p>
        </p:txBody>
      </p:sp>
      <p:sp>
        <p:nvSpPr>
          <p:cNvPr id="5" name="Footer Placeholder 4">
            <a:extLst>
              <a:ext uri="{FF2B5EF4-FFF2-40B4-BE49-F238E27FC236}">
                <a16:creationId xmlns:a16="http://schemas.microsoft.com/office/drawing/2014/main" id="{F140201F-5E78-27D2-05F7-3EF2B220A74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00C6B91-43C7-038B-AAAD-28783449E540}"/>
              </a:ext>
            </a:extLst>
          </p:cNvPr>
          <p:cNvSpPr>
            <a:spLocks noGrp="1"/>
          </p:cNvSpPr>
          <p:nvPr>
            <p:ph type="sldNum" sz="quarter" idx="12"/>
          </p:nvPr>
        </p:nvSpPr>
        <p:spPr/>
        <p:txBody>
          <a:bodyPr/>
          <a:lstStyle/>
          <a:p>
            <a:fld id="{56BB8B7D-B437-4E80-9B4F-EB7501C8BBDD}" type="slidenum">
              <a:rPr lang="en-IN" smtClean="0"/>
              <a:pPr/>
              <a:t>224</a:t>
            </a:fld>
            <a:endParaRPr lang="en-IN"/>
          </a:p>
        </p:txBody>
      </p:sp>
    </p:spTree>
    <p:extLst>
      <p:ext uri="{BB962C8B-B14F-4D97-AF65-F5344CB8AC3E}">
        <p14:creationId xmlns:p14="http://schemas.microsoft.com/office/powerpoint/2010/main" val="422799077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9E4D-B0A8-D2B4-9620-C23F1D3EE15B}"/>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E7D2B4B-2623-3EA1-969C-B7091F40CE3B}"/>
              </a:ext>
            </a:extLst>
          </p:cNvPr>
          <p:cNvSpPr>
            <a:spLocks noGrp="1"/>
          </p:cNvSpPr>
          <p:nvPr>
            <p:ph idx="1"/>
          </p:nvPr>
        </p:nvSpPr>
        <p:spPr/>
        <p:txBody>
          <a:bodyPr/>
          <a:lstStyle/>
          <a:p>
            <a:pPr>
              <a:buFont typeface="Wingdings" panose="05000000000000000000" pitchFamily="2" charset="2"/>
              <a:buChar char="§"/>
            </a:pPr>
            <a:r>
              <a:rPr lang="fr-FR" sz="2400" dirty="0" err="1">
                <a:solidFill>
                  <a:schemeClr val="tx2">
                    <a:lumMod val="60000"/>
                    <a:lumOff val="40000"/>
                  </a:schemeClr>
                </a:solidFill>
                <a:latin typeface="Times New Roman" panose="02020603050405020304" pitchFamily="18" charset="0"/>
                <a:cs typeface="Times New Roman" panose="02020603050405020304" pitchFamily="18" charset="0"/>
              </a:rPr>
              <a:t>Constraint</a:t>
            </a:r>
            <a:r>
              <a:rPr lang="fr-FR" sz="2400" dirty="0">
                <a:solidFill>
                  <a:schemeClr val="tx2">
                    <a:lumMod val="60000"/>
                    <a:lumOff val="40000"/>
                  </a:schemeClr>
                </a:solidFill>
                <a:latin typeface="Times New Roman" panose="02020603050405020304" pitchFamily="18" charset="0"/>
                <a:cs typeface="Times New Roman" panose="02020603050405020304" pitchFamily="18" charset="0"/>
              </a:rPr>
              <a:t> block </a:t>
            </a:r>
            <a:r>
              <a:rPr lang="fr-FR" sz="2400" dirty="0" err="1">
                <a:solidFill>
                  <a:schemeClr val="tx2">
                    <a:lumMod val="60000"/>
                    <a:lumOff val="40000"/>
                  </a:schemeClr>
                </a:solidFill>
                <a:latin typeface="Times New Roman" panose="02020603050405020304" pitchFamily="18" charset="0"/>
                <a:cs typeface="Times New Roman" panose="02020603050405020304" pitchFamily="18" charset="0"/>
              </a:rPr>
              <a:t>syntax</a:t>
            </a:r>
            <a:r>
              <a:rPr lang="fr-FR"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fr-FR" sz="2400" dirty="0" err="1">
                <a:latin typeface="Times New Roman" panose="02020603050405020304" pitchFamily="18" charset="0"/>
                <a:cs typeface="Times New Roman" panose="02020603050405020304" pitchFamily="18" charset="0"/>
              </a:rPr>
              <a:t>constraint</a:t>
            </a:r>
            <a:r>
              <a:rPr lang="fr-FR" sz="2400" dirty="0">
                <a:latin typeface="Times New Roman" panose="02020603050405020304" pitchFamily="18" charset="0"/>
                <a:cs typeface="Times New Roman" panose="02020603050405020304" pitchFamily="18" charset="0"/>
              </a:rPr>
              <a:t> &lt;</a:t>
            </a:r>
            <a:r>
              <a:rPr lang="fr-FR" sz="2400" dirty="0" err="1">
                <a:latin typeface="Times New Roman" panose="02020603050405020304" pitchFamily="18" charset="0"/>
                <a:cs typeface="Times New Roman" panose="02020603050405020304" pitchFamily="18" charset="0"/>
              </a:rPr>
              <a:t>constraint_block_name</a:t>
            </a:r>
            <a:r>
              <a:rPr lang="fr-FR" sz="2400" dirty="0">
                <a:latin typeface="Times New Roman" panose="02020603050405020304" pitchFamily="18" charset="0"/>
                <a:cs typeface="Times New Roman" panose="02020603050405020304" pitchFamily="18" charset="0"/>
              </a:rPr>
              <a:t>&gt; { &lt;condition/expression&gt;; </a:t>
            </a:r>
          </a:p>
          <a:p>
            <a:pPr marL="457200" lvl="1" indent="0">
              <a:buNone/>
            </a:pPr>
            <a:r>
              <a:rPr lang="fr-FR" sz="2400" dirty="0">
                <a:latin typeface="Times New Roman" panose="02020603050405020304" pitchFamily="18" charset="0"/>
                <a:cs typeface="Times New Roman" panose="02020603050405020304" pitchFamily="18" charset="0"/>
              </a:rPr>
              <a:t>	... &lt;condition/expression&gt;; } </a:t>
            </a: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Constraint block inside the class</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a:t>
            </a:r>
            <a:r>
              <a:rPr lang="en-US" sz="2400" dirty="0" err="1">
                <a:latin typeface="Times New Roman" panose="02020603050405020304" pitchFamily="18" charset="0"/>
                <a:cs typeface="Times New Roman" panose="02020603050405020304" pitchFamily="18" charset="0"/>
              </a:rPr>
              <a:t>addr_range</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&gt; 5; }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Constraint block outside the class</a:t>
            </a:r>
          </a:p>
          <a:p>
            <a:pPr lvl="1">
              <a:buFont typeface="Wingdings" panose="05000000000000000000" pitchFamily="2" charset="2"/>
              <a:buChar char="Ø"/>
            </a:pPr>
            <a:r>
              <a:rPr lang="fr-FR" sz="2400" dirty="0" err="1">
                <a:latin typeface="Times New Roman" panose="02020603050405020304" pitchFamily="18" charset="0"/>
                <a:cs typeface="Times New Roman" panose="02020603050405020304" pitchFamily="18" charset="0"/>
              </a:rPr>
              <a:t>constraint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addr_range</a:t>
            </a:r>
            <a:r>
              <a:rPr lang="fr-FR"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packet::</a:t>
            </a:r>
            <a:r>
              <a:rPr lang="en-US" sz="2400" dirty="0" err="1">
                <a:latin typeface="Times New Roman" panose="02020603050405020304" pitchFamily="18" charset="0"/>
                <a:cs typeface="Times New Roman" panose="02020603050405020304" pitchFamily="18" charset="0"/>
              </a:rPr>
              <a:t>addr_range</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&gt; 5; }</a:t>
            </a:r>
            <a:endParaRPr lang="fr-FR"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0F31D09-3FB5-33C9-FFB2-D934EB57C8A8}"/>
              </a:ext>
            </a:extLst>
          </p:cNvPr>
          <p:cNvSpPr>
            <a:spLocks noGrp="1"/>
          </p:cNvSpPr>
          <p:nvPr>
            <p:ph type="dt" sz="half" idx="10"/>
          </p:nvPr>
        </p:nvSpPr>
        <p:spPr/>
        <p:txBody>
          <a:bodyPr/>
          <a:lstStyle/>
          <a:p>
            <a:fld id="{FAB1BC46-6507-4C50-9DA4-0915D19B0BB9}" type="datetime1">
              <a:rPr lang="en-IN" smtClean="0"/>
              <a:pPr/>
              <a:t>31-10-2025</a:t>
            </a:fld>
            <a:endParaRPr lang="en-IN"/>
          </a:p>
        </p:txBody>
      </p:sp>
      <p:sp>
        <p:nvSpPr>
          <p:cNvPr id="5" name="Footer Placeholder 4">
            <a:extLst>
              <a:ext uri="{FF2B5EF4-FFF2-40B4-BE49-F238E27FC236}">
                <a16:creationId xmlns:a16="http://schemas.microsoft.com/office/drawing/2014/main" id="{D48B02BD-38D6-95CD-AC9D-EE277C9C34A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D5548EF-EB53-8390-9F33-6E783EE3D4E5}"/>
              </a:ext>
            </a:extLst>
          </p:cNvPr>
          <p:cNvSpPr>
            <a:spLocks noGrp="1"/>
          </p:cNvSpPr>
          <p:nvPr>
            <p:ph type="sldNum" sz="quarter" idx="12"/>
          </p:nvPr>
        </p:nvSpPr>
        <p:spPr/>
        <p:txBody>
          <a:bodyPr/>
          <a:lstStyle/>
          <a:p>
            <a:fld id="{56BB8B7D-B437-4E80-9B4F-EB7501C8BBDD}" type="slidenum">
              <a:rPr lang="en-IN" smtClean="0"/>
              <a:pPr/>
              <a:t>225</a:t>
            </a:fld>
            <a:endParaRPr lang="en-IN"/>
          </a:p>
        </p:txBody>
      </p:sp>
    </p:spTree>
    <p:extLst>
      <p:ext uri="{BB962C8B-B14F-4D97-AF65-F5344CB8AC3E}">
        <p14:creationId xmlns:p14="http://schemas.microsoft.com/office/powerpoint/2010/main" val="334396121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29572-D640-8C1B-9F96-2A6A04925B9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6BBC641C-389F-3D09-2839-6A23C63031B5}"/>
              </a:ext>
            </a:extLst>
          </p:cNvPr>
          <p:cNvSpPr>
            <a:spLocks noGrp="1"/>
          </p:cNvSpPr>
          <p:nvPr>
            <p:ph idx="1"/>
          </p:nvPr>
        </p:nvSpPr>
        <p:spPr>
          <a:xfrm>
            <a:off x="1575021" y="1339377"/>
            <a:ext cx="4511040" cy="4624102"/>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class packet; </a:t>
            </a:r>
          </a:p>
          <a:p>
            <a:pPr marL="0" indent="0">
              <a:buNone/>
            </a:pPr>
            <a:r>
              <a:rPr lang="en-IN" sz="2400" dirty="0">
                <a:latin typeface="Times New Roman" panose="02020603050405020304" pitchFamily="18" charset="0"/>
                <a:cs typeface="Times New Roman" panose="02020603050405020304" pitchFamily="18" charset="0"/>
              </a:rPr>
              <a:t>rand  bit [3:0]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constraint </a:t>
            </a:r>
            <a:r>
              <a:rPr lang="en-IN" sz="2400" dirty="0" err="1">
                <a:latin typeface="Times New Roman" panose="02020603050405020304" pitchFamily="18" charset="0"/>
                <a:cs typeface="Times New Roman" panose="02020603050405020304" pitchFamily="18" charset="0"/>
              </a:rPr>
              <a:t>addr_range</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&gt; 5; } </a:t>
            </a:r>
          </a:p>
          <a:p>
            <a:pPr marL="0" indent="0">
              <a:buNone/>
            </a:pPr>
            <a:r>
              <a:rPr lang="en-IN" sz="2400" dirty="0" err="1">
                <a:latin typeface="Times New Roman" panose="02020603050405020304" pitchFamily="18" charset="0"/>
                <a:cs typeface="Times New Roman" panose="02020603050405020304" pitchFamily="18" charset="0"/>
              </a:rPr>
              <a:t>endclass</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module </a:t>
            </a:r>
            <a:r>
              <a:rPr lang="en-IN" sz="2400" dirty="0" err="1">
                <a:latin typeface="Times New Roman" panose="02020603050405020304" pitchFamily="18" charset="0"/>
                <a:cs typeface="Times New Roman" panose="02020603050405020304" pitchFamily="18" charset="0"/>
              </a:rPr>
              <a:t>constr_blocks</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initial begin </a:t>
            </a:r>
          </a:p>
          <a:p>
            <a:pPr marL="0" indent="0">
              <a:buNone/>
            </a:pPr>
            <a:r>
              <a:rPr lang="en-IN" sz="2400" dirty="0">
                <a:latin typeface="Times New Roman" panose="02020603050405020304" pitchFamily="18" charset="0"/>
                <a:cs typeface="Times New Roman" panose="02020603050405020304" pitchFamily="18" charset="0"/>
              </a:rPr>
              <a:t>packet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 new(); </a:t>
            </a:r>
          </a:p>
          <a:p>
            <a:pPr marL="0" indent="0">
              <a:buNone/>
            </a:pPr>
            <a:r>
              <a:rPr lang="en-IN" sz="2400" dirty="0">
                <a:latin typeface="Times New Roman" panose="02020603050405020304" pitchFamily="18" charset="0"/>
                <a:cs typeface="Times New Roman" panose="02020603050405020304" pitchFamily="18" charset="0"/>
              </a:rPr>
              <a:t>repeat(10) begin </a:t>
            </a:r>
          </a:p>
        </p:txBody>
      </p:sp>
      <p:sp>
        <p:nvSpPr>
          <p:cNvPr id="5" name="Date Placeholder 4">
            <a:extLst>
              <a:ext uri="{FF2B5EF4-FFF2-40B4-BE49-F238E27FC236}">
                <a16:creationId xmlns:a16="http://schemas.microsoft.com/office/drawing/2014/main" id="{CE853162-7720-2FB6-66D1-FF3C442FF24D}"/>
              </a:ext>
            </a:extLst>
          </p:cNvPr>
          <p:cNvSpPr>
            <a:spLocks noGrp="1"/>
          </p:cNvSpPr>
          <p:nvPr>
            <p:ph type="dt" sz="half" idx="10"/>
          </p:nvPr>
        </p:nvSpPr>
        <p:spPr/>
        <p:txBody>
          <a:bodyPr/>
          <a:lstStyle/>
          <a:p>
            <a:fld id="{83C0165F-79FC-499B-B162-A4FA3E777838}" type="datetime1">
              <a:rPr lang="en-IN" smtClean="0"/>
              <a:pPr/>
              <a:t>31-10-2025</a:t>
            </a:fld>
            <a:endParaRPr lang="en-IN"/>
          </a:p>
        </p:txBody>
      </p:sp>
      <p:sp>
        <p:nvSpPr>
          <p:cNvPr id="6" name="Footer Placeholder 5">
            <a:extLst>
              <a:ext uri="{FF2B5EF4-FFF2-40B4-BE49-F238E27FC236}">
                <a16:creationId xmlns:a16="http://schemas.microsoft.com/office/drawing/2014/main" id="{23098D0C-905B-2BB2-0683-7D7F9216CAD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E974DF4E-3B49-F5D0-6992-4293A8C61559}"/>
              </a:ext>
            </a:extLst>
          </p:cNvPr>
          <p:cNvSpPr>
            <a:spLocks noGrp="1"/>
          </p:cNvSpPr>
          <p:nvPr>
            <p:ph type="sldNum" sz="quarter" idx="12"/>
          </p:nvPr>
        </p:nvSpPr>
        <p:spPr/>
        <p:txBody>
          <a:bodyPr/>
          <a:lstStyle/>
          <a:p>
            <a:fld id="{56BB8B7D-B437-4E80-9B4F-EB7501C8BBDD}" type="slidenum">
              <a:rPr lang="en-IN" smtClean="0"/>
              <a:pPr/>
              <a:t>226</a:t>
            </a:fld>
            <a:endParaRPr lang="en-IN"/>
          </a:p>
        </p:txBody>
      </p:sp>
      <p:sp>
        <p:nvSpPr>
          <p:cNvPr id="4" name="TextBox 3">
            <a:extLst>
              <a:ext uri="{FF2B5EF4-FFF2-40B4-BE49-F238E27FC236}">
                <a16:creationId xmlns:a16="http://schemas.microsoft.com/office/drawing/2014/main" id="{ACED7293-7357-736C-4406-91A89AE58896}"/>
              </a:ext>
            </a:extLst>
          </p:cNvPr>
          <p:cNvSpPr txBox="1"/>
          <p:nvPr/>
        </p:nvSpPr>
        <p:spPr>
          <a:xfrm>
            <a:off x="6335688" y="1339376"/>
            <a:ext cx="5364480" cy="2308324"/>
          </a:xfrm>
          <a:prstGeom prst="rect">
            <a:avLst/>
          </a:prstGeom>
          <a:noFill/>
        </p:spPr>
        <p:txBody>
          <a:bodyPr wrap="square" rtlCol="0">
            <a:spAutoFit/>
          </a:bodyPr>
          <a:lstStyle/>
          <a:p>
            <a:pPr marL="0" indent="0">
              <a:buNone/>
            </a:pPr>
            <a:r>
              <a:rPr lang="en-IN" sz="2400" dirty="0" err="1">
                <a:latin typeface="Times New Roman" panose="02020603050405020304" pitchFamily="18" charset="0"/>
                <a:cs typeface="Times New Roman" panose="02020603050405020304" pitchFamily="18" charset="0"/>
              </a:rPr>
              <a:t>pkt.randomize</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      $display("\</a:t>
            </a:r>
            <a:r>
              <a:rPr lang="en-IN" sz="2400" dirty="0" err="1">
                <a:latin typeface="Times New Roman" panose="02020603050405020304" pitchFamily="18" charset="0"/>
                <a:cs typeface="Times New Roman" panose="02020603050405020304" pitchFamily="18" charset="0"/>
              </a:rPr>
              <a:t>taddr</a:t>
            </a:r>
            <a:r>
              <a:rPr lang="en-IN" sz="2400" dirty="0">
                <a:latin typeface="Times New Roman" panose="02020603050405020304" pitchFamily="18" charset="0"/>
                <a:cs typeface="Times New Roman" panose="02020603050405020304" pitchFamily="18" charset="0"/>
              </a:rPr>
              <a:t> = %0d",pkt.addr); </a:t>
            </a:r>
          </a:p>
          <a:p>
            <a:pPr marL="0" indent="0">
              <a:buNone/>
            </a:pPr>
            <a:r>
              <a:rPr lang="en-IN" sz="2400" dirty="0">
                <a:latin typeface="Times New Roman" panose="02020603050405020304" pitchFamily="18" charset="0"/>
                <a:cs typeface="Times New Roman" panose="02020603050405020304" pitchFamily="18" charset="0"/>
              </a:rPr>
              <a:t>    end </a:t>
            </a:r>
          </a:p>
          <a:p>
            <a:pPr marL="0" indent="0">
              <a:buNone/>
            </a:pPr>
            <a:r>
              <a:rPr lang="en-IN" sz="2400" dirty="0">
                <a:latin typeface="Times New Roman" panose="02020603050405020304" pitchFamily="18" charset="0"/>
                <a:cs typeface="Times New Roman" panose="02020603050405020304" pitchFamily="18" charset="0"/>
              </a:rPr>
              <a:t>  end </a:t>
            </a:r>
          </a:p>
          <a:p>
            <a:pPr marL="0" indent="0">
              <a:buNone/>
            </a:pPr>
            <a:r>
              <a:rPr lang="en-IN" sz="2400" dirty="0" err="1">
                <a:latin typeface="Times New Roman" panose="02020603050405020304" pitchFamily="18" charset="0"/>
                <a:cs typeface="Times New Roman" panose="02020603050405020304" pitchFamily="18" charset="0"/>
              </a:rPr>
              <a:t>endmodule</a:t>
            </a:r>
            <a:r>
              <a:rPr lang="en-IN" sz="2400" dirty="0">
                <a:latin typeface="Times New Roman" panose="02020603050405020304" pitchFamily="18" charset="0"/>
                <a:cs typeface="Times New Roman" panose="02020603050405020304" pitchFamily="18" charset="0"/>
              </a:rPr>
              <a:t> </a:t>
            </a:r>
          </a:p>
          <a:p>
            <a:endParaRPr lang="en-IN" sz="2400" dirty="0"/>
          </a:p>
        </p:txBody>
      </p:sp>
    </p:spTree>
    <p:extLst>
      <p:ext uri="{BB962C8B-B14F-4D97-AF65-F5344CB8AC3E}">
        <p14:creationId xmlns:p14="http://schemas.microsoft.com/office/powerpoint/2010/main" val="26496104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14236-96A7-8673-85FF-BABD11654DDC}"/>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50BA62A0-108C-8498-D2BC-4F080415F76A}"/>
              </a:ext>
            </a:extLst>
          </p:cNvPr>
          <p:cNvSpPr>
            <a:spLocks noGrp="1"/>
          </p:cNvSpPr>
          <p:nvPr>
            <p:ph idx="1"/>
          </p:nvPr>
        </p:nvSpPr>
        <p:spPr>
          <a:xfrm>
            <a:off x="1020141" y="1417638"/>
            <a:ext cx="5482259" cy="452596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class packet; </a:t>
            </a:r>
          </a:p>
          <a:p>
            <a:pPr marL="0" indent="0">
              <a:buNone/>
            </a:pPr>
            <a:r>
              <a:rPr lang="en-IN" sz="2400" dirty="0">
                <a:latin typeface="Times New Roman" panose="02020603050405020304" pitchFamily="18" charset="0"/>
                <a:cs typeface="Times New Roman" panose="02020603050405020304" pitchFamily="18" charset="0"/>
              </a:rPr>
              <a:t>  rand  bit [3:0]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  constraint </a:t>
            </a:r>
            <a:r>
              <a:rPr lang="en-IN" sz="2400" dirty="0" err="1">
                <a:latin typeface="Times New Roman" panose="02020603050405020304" pitchFamily="18" charset="0"/>
                <a:cs typeface="Times New Roman" panose="02020603050405020304" pitchFamily="18" charset="0"/>
              </a:rPr>
              <a:t>addr_range</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endclass</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constraint packet::</a:t>
            </a:r>
            <a:r>
              <a:rPr lang="en-IN" sz="2400" dirty="0" err="1">
                <a:latin typeface="Times New Roman" panose="02020603050405020304" pitchFamily="18" charset="0"/>
                <a:cs typeface="Times New Roman" panose="02020603050405020304" pitchFamily="18" charset="0"/>
              </a:rPr>
              <a:t>addr_range</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&gt; 5; }  </a:t>
            </a:r>
          </a:p>
          <a:p>
            <a:pPr marL="0" indent="0">
              <a:buNone/>
            </a:pPr>
            <a:r>
              <a:rPr lang="en-IN" sz="2400" dirty="0">
                <a:latin typeface="Times New Roman" panose="02020603050405020304" pitchFamily="18" charset="0"/>
                <a:cs typeface="Times New Roman" panose="02020603050405020304" pitchFamily="18" charset="0"/>
              </a:rPr>
              <a:t>module </a:t>
            </a:r>
            <a:r>
              <a:rPr lang="en-IN" sz="2400" dirty="0" err="1">
                <a:latin typeface="Times New Roman" panose="02020603050405020304" pitchFamily="18" charset="0"/>
                <a:cs typeface="Times New Roman" panose="02020603050405020304" pitchFamily="18" charset="0"/>
              </a:rPr>
              <a:t>extern_constr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  initial begin </a:t>
            </a:r>
          </a:p>
          <a:p>
            <a:pPr marL="0" indent="0">
              <a:buNone/>
            </a:pPr>
            <a:r>
              <a:rPr lang="en-IN" sz="2400" dirty="0">
                <a:latin typeface="Times New Roman" panose="02020603050405020304" pitchFamily="18" charset="0"/>
                <a:cs typeface="Times New Roman" panose="02020603050405020304" pitchFamily="18" charset="0"/>
              </a:rPr>
              <a:t>    packet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 new(); </a:t>
            </a:r>
          </a:p>
          <a:p>
            <a:pPr marL="0" indent="0">
              <a:buNone/>
            </a:pPr>
            <a:r>
              <a:rPr lang="en-IN" sz="2400" dirty="0">
                <a:latin typeface="Times New Roman" panose="02020603050405020304" pitchFamily="18" charset="0"/>
                <a:cs typeface="Times New Roman" panose="02020603050405020304" pitchFamily="18" charset="0"/>
              </a:rPr>
              <a:t>    repeat(10) begin </a:t>
            </a:r>
          </a:p>
        </p:txBody>
      </p:sp>
      <p:sp>
        <p:nvSpPr>
          <p:cNvPr id="5" name="Date Placeholder 4">
            <a:extLst>
              <a:ext uri="{FF2B5EF4-FFF2-40B4-BE49-F238E27FC236}">
                <a16:creationId xmlns:a16="http://schemas.microsoft.com/office/drawing/2014/main" id="{FE1A5CE7-6997-407C-D7BD-C1AD1718A2FD}"/>
              </a:ext>
            </a:extLst>
          </p:cNvPr>
          <p:cNvSpPr>
            <a:spLocks noGrp="1"/>
          </p:cNvSpPr>
          <p:nvPr>
            <p:ph type="dt" sz="half" idx="10"/>
          </p:nvPr>
        </p:nvSpPr>
        <p:spPr/>
        <p:txBody>
          <a:bodyPr/>
          <a:lstStyle/>
          <a:p>
            <a:fld id="{5FFD19CB-E452-4D27-9BD4-B27D12079C6F}" type="datetime1">
              <a:rPr lang="en-IN" smtClean="0"/>
              <a:pPr/>
              <a:t>31-10-2025</a:t>
            </a:fld>
            <a:endParaRPr lang="en-IN"/>
          </a:p>
        </p:txBody>
      </p:sp>
      <p:sp>
        <p:nvSpPr>
          <p:cNvPr id="6" name="Footer Placeholder 5">
            <a:extLst>
              <a:ext uri="{FF2B5EF4-FFF2-40B4-BE49-F238E27FC236}">
                <a16:creationId xmlns:a16="http://schemas.microsoft.com/office/drawing/2014/main" id="{60922AC9-BB89-E223-A1BB-248E7E71E90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1E92C14-DB22-908C-1C27-24387037CD18}"/>
              </a:ext>
            </a:extLst>
          </p:cNvPr>
          <p:cNvSpPr>
            <a:spLocks noGrp="1"/>
          </p:cNvSpPr>
          <p:nvPr>
            <p:ph type="sldNum" sz="quarter" idx="12"/>
          </p:nvPr>
        </p:nvSpPr>
        <p:spPr/>
        <p:txBody>
          <a:bodyPr/>
          <a:lstStyle/>
          <a:p>
            <a:fld id="{56BB8B7D-B437-4E80-9B4F-EB7501C8BBDD}" type="slidenum">
              <a:rPr lang="en-IN" smtClean="0"/>
              <a:pPr/>
              <a:t>227</a:t>
            </a:fld>
            <a:endParaRPr lang="en-IN"/>
          </a:p>
        </p:txBody>
      </p:sp>
      <p:sp>
        <p:nvSpPr>
          <p:cNvPr id="4" name="TextBox 3">
            <a:extLst>
              <a:ext uri="{FF2B5EF4-FFF2-40B4-BE49-F238E27FC236}">
                <a16:creationId xmlns:a16="http://schemas.microsoft.com/office/drawing/2014/main" id="{5C67CBE4-90C4-784A-CDBC-E4A989AB439A}"/>
              </a:ext>
            </a:extLst>
          </p:cNvPr>
          <p:cNvSpPr txBox="1"/>
          <p:nvPr/>
        </p:nvSpPr>
        <p:spPr>
          <a:xfrm>
            <a:off x="7112000" y="1417638"/>
            <a:ext cx="5080000" cy="193899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pkt.randomize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$display("\</a:t>
            </a:r>
            <a:r>
              <a:rPr lang="en-IN" sz="2400" dirty="0" err="1">
                <a:latin typeface="Times New Roman" panose="02020603050405020304" pitchFamily="18" charset="0"/>
                <a:cs typeface="Times New Roman" panose="02020603050405020304" pitchFamily="18" charset="0"/>
              </a:rPr>
              <a:t>taddr</a:t>
            </a:r>
            <a:r>
              <a:rPr lang="en-IN" sz="2400" dirty="0">
                <a:latin typeface="Times New Roman" panose="02020603050405020304" pitchFamily="18" charset="0"/>
                <a:cs typeface="Times New Roman" panose="02020603050405020304" pitchFamily="18" charset="0"/>
              </a:rPr>
              <a:t> = %0d",pkt.addr); </a:t>
            </a:r>
          </a:p>
          <a:p>
            <a:r>
              <a:rPr lang="en-IN" sz="2400" dirty="0">
                <a:latin typeface="Times New Roman" panose="02020603050405020304" pitchFamily="18" charset="0"/>
                <a:cs typeface="Times New Roman" panose="02020603050405020304" pitchFamily="18" charset="0"/>
              </a:rPr>
              <a:t>    end </a:t>
            </a:r>
          </a:p>
          <a:p>
            <a:r>
              <a:rPr lang="en-IN" sz="2400" dirty="0">
                <a:latin typeface="Times New Roman" panose="02020603050405020304" pitchFamily="18" charset="0"/>
                <a:cs typeface="Times New Roman" panose="02020603050405020304" pitchFamily="18" charset="0"/>
              </a:rPr>
              <a:t>  end </a:t>
            </a:r>
          </a:p>
          <a:p>
            <a:r>
              <a:rPr lang="en-IN" sz="2400" dirty="0" err="1">
                <a:latin typeface="Times New Roman" panose="02020603050405020304" pitchFamily="18" charset="0"/>
                <a:cs typeface="Times New Roman" panose="02020603050405020304" pitchFamily="18" charset="0"/>
              </a:rPr>
              <a:t>endmodule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15230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A3849-32FF-E5F1-C393-C668E4C66398}"/>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31F1091F-42CC-03BD-CBAE-465683B8297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Constraint Inheritance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Like class members, constraints also will get inherited from parent class to child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blocks can be overridden by writing constraint block with the same name as in parent class. </a:t>
            </a:r>
          </a:p>
        </p:txBody>
      </p:sp>
      <p:sp>
        <p:nvSpPr>
          <p:cNvPr id="4" name="Date Placeholder 3">
            <a:extLst>
              <a:ext uri="{FF2B5EF4-FFF2-40B4-BE49-F238E27FC236}">
                <a16:creationId xmlns:a16="http://schemas.microsoft.com/office/drawing/2014/main" id="{2C664EFD-300B-3A4D-2BAB-94FC55B10A9A}"/>
              </a:ext>
            </a:extLst>
          </p:cNvPr>
          <p:cNvSpPr>
            <a:spLocks noGrp="1"/>
          </p:cNvSpPr>
          <p:nvPr>
            <p:ph type="dt" sz="half" idx="10"/>
          </p:nvPr>
        </p:nvSpPr>
        <p:spPr/>
        <p:txBody>
          <a:bodyPr/>
          <a:lstStyle/>
          <a:p>
            <a:fld id="{77581798-0F8C-4EBC-A830-29D3B231EC59}" type="datetime1">
              <a:rPr lang="en-IN" smtClean="0"/>
              <a:pPr/>
              <a:t>31-10-2025</a:t>
            </a:fld>
            <a:endParaRPr lang="en-IN"/>
          </a:p>
        </p:txBody>
      </p:sp>
      <p:sp>
        <p:nvSpPr>
          <p:cNvPr id="5" name="Footer Placeholder 4">
            <a:extLst>
              <a:ext uri="{FF2B5EF4-FFF2-40B4-BE49-F238E27FC236}">
                <a16:creationId xmlns:a16="http://schemas.microsoft.com/office/drawing/2014/main" id="{AF6D9D80-A49C-3392-A81C-0777A07F1BF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E5F1743-D198-CAEA-F09F-E7E7F9783210}"/>
              </a:ext>
            </a:extLst>
          </p:cNvPr>
          <p:cNvSpPr>
            <a:spLocks noGrp="1"/>
          </p:cNvSpPr>
          <p:nvPr>
            <p:ph type="sldNum" sz="quarter" idx="12"/>
          </p:nvPr>
        </p:nvSpPr>
        <p:spPr/>
        <p:txBody>
          <a:bodyPr/>
          <a:lstStyle/>
          <a:p>
            <a:fld id="{56BB8B7D-B437-4E80-9B4F-EB7501C8BBDD}" type="slidenum">
              <a:rPr lang="en-IN" smtClean="0"/>
              <a:pPr/>
              <a:t>228</a:t>
            </a:fld>
            <a:endParaRPr lang="en-IN"/>
          </a:p>
        </p:txBody>
      </p:sp>
    </p:spTree>
    <p:extLst>
      <p:ext uri="{BB962C8B-B14F-4D97-AF65-F5344CB8AC3E}">
        <p14:creationId xmlns:p14="http://schemas.microsoft.com/office/powerpoint/2010/main" val="2362259377"/>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1518E-3E76-ABAA-B48C-E4CC5A942BF8}"/>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A1CDD81B-97BB-AA7A-045B-3343419154F3}"/>
              </a:ext>
            </a:extLst>
          </p:cNvPr>
          <p:cNvSpPr>
            <a:spLocks noGrp="1"/>
          </p:cNvSpPr>
          <p:nvPr>
            <p:ph idx="1"/>
          </p:nvPr>
        </p:nvSpPr>
        <p:spPr>
          <a:xfrm>
            <a:off x="1111817" y="1325045"/>
            <a:ext cx="4511040" cy="4525963"/>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class packet1;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&gt; 5;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class packet2 extends packet;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&lt; 5;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const_inhe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packet1 pkt1; </a:t>
            </a:r>
          </a:p>
          <a:p>
            <a:pPr marL="0" indent="0">
              <a:buNone/>
            </a:pPr>
            <a:r>
              <a:rPr lang="en-IN" sz="2000" dirty="0">
                <a:latin typeface="Times New Roman" panose="02020603050405020304" pitchFamily="18" charset="0"/>
                <a:cs typeface="Times New Roman" panose="02020603050405020304" pitchFamily="18" charset="0"/>
              </a:rPr>
              <a:t>    packet2 pkt2;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066F6C6-19A0-2D94-E96F-9C5D5ED60C38}"/>
              </a:ext>
            </a:extLst>
          </p:cNvPr>
          <p:cNvSpPr>
            <a:spLocks noGrp="1"/>
          </p:cNvSpPr>
          <p:nvPr>
            <p:ph type="dt" sz="half" idx="10"/>
          </p:nvPr>
        </p:nvSpPr>
        <p:spPr/>
        <p:txBody>
          <a:bodyPr/>
          <a:lstStyle/>
          <a:p>
            <a:fld id="{B938C059-7F97-4BC0-A131-DFF97892CD95}" type="datetime1">
              <a:rPr lang="en-IN" smtClean="0"/>
              <a:pPr/>
              <a:t>31-10-2025</a:t>
            </a:fld>
            <a:endParaRPr lang="en-IN"/>
          </a:p>
        </p:txBody>
      </p:sp>
      <p:sp>
        <p:nvSpPr>
          <p:cNvPr id="6" name="Footer Placeholder 5">
            <a:extLst>
              <a:ext uri="{FF2B5EF4-FFF2-40B4-BE49-F238E27FC236}">
                <a16:creationId xmlns:a16="http://schemas.microsoft.com/office/drawing/2014/main" id="{8BE8C023-694F-D981-ABEF-D8EF5E40FEC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BEA48F6-8847-1E47-A640-323436C2D2CD}"/>
              </a:ext>
            </a:extLst>
          </p:cNvPr>
          <p:cNvSpPr>
            <a:spLocks noGrp="1"/>
          </p:cNvSpPr>
          <p:nvPr>
            <p:ph type="sldNum" sz="quarter" idx="12"/>
          </p:nvPr>
        </p:nvSpPr>
        <p:spPr/>
        <p:txBody>
          <a:bodyPr/>
          <a:lstStyle/>
          <a:p>
            <a:fld id="{56BB8B7D-B437-4E80-9B4F-EB7501C8BBDD}" type="slidenum">
              <a:rPr lang="en-IN" smtClean="0"/>
              <a:pPr/>
              <a:t>229</a:t>
            </a:fld>
            <a:endParaRPr lang="en-IN"/>
          </a:p>
        </p:txBody>
      </p:sp>
      <p:sp>
        <p:nvSpPr>
          <p:cNvPr id="4" name="TextBox 3">
            <a:extLst>
              <a:ext uri="{FF2B5EF4-FFF2-40B4-BE49-F238E27FC236}">
                <a16:creationId xmlns:a16="http://schemas.microsoft.com/office/drawing/2014/main" id="{BD5096D3-9105-5B82-E9C4-FFA556E2C55F}"/>
              </a:ext>
            </a:extLst>
          </p:cNvPr>
          <p:cNvSpPr txBox="1"/>
          <p:nvPr/>
        </p:nvSpPr>
        <p:spPr>
          <a:xfrm>
            <a:off x="5827644" y="1325045"/>
            <a:ext cx="6004560" cy="4708981"/>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pkt1 = new(); </a:t>
            </a:r>
          </a:p>
          <a:p>
            <a:pPr marL="0" indent="0">
              <a:buNone/>
            </a:pPr>
            <a:r>
              <a:rPr lang="en-IN" sz="2000" dirty="0">
                <a:latin typeface="Times New Roman" panose="02020603050405020304" pitchFamily="18" charset="0"/>
                <a:cs typeface="Times New Roman" panose="02020603050405020304" pitchFamily="18" charset="0"/>
              </a:rPr>
              <a:t>    pkt2 = new();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repeat(5) begin </a:t>
            </a:r>
          </a:p>
          <a:p>
            <a:pPr marL="0" indent="0">
              <a:buNone/>
            </a:pPr>
            <a:r>
              <a:rPr lang="en-IN" sz="2000" dirty="0">
                <a:latin typeface="Times New Roman" panose="02020603050405020304" pitchFamily="18" charset="0"/>
                <a:cs typeface="Times New Roman" panose="02020603050405020304" pitchFamily="18" charset="0"/>
              </a:rPr>
              <a:t>      pkt1.randomize(); </a:t>
            </a:r>
          </a:p>
          <a:p>
            <a:pPr marL="0" indent="0">
              <a:buNone/>
            </a:pPr>
            <a:r>
              <a:rPr lang="en-IN" sz="2000" dirty="0">
                <a:latin typeface="Times New Roman" panose="02020603050405020304" pitchFamily="18" charset="0"/>
                <a:cs typeface="Times New Roman" panose="02020603050405020304" pitchFamily="18" charset="0"/>
              </a:rPr>
              <a:t>      $display("\tpkt1::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%0d",pkt1.addr);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repeat(5) begin </a:t>
            </a:r>
          </a:p>
          <a:p>
            <a:pPr marL="0" indent="0">
              <a:buNone/>
            </a:pPr>
            <a:r>
              <a:rPr lang="en-IN" sz="2000" dirty="0">
                <a:latin typeface="Times New Roman" panose="02020603050405020304" pitchFamily="18" charset="0"/>
                <a:cs typeface="Times New Roman" panose="02020603050405020304" pitchFamily="18" charset="0"/>
              </a:rPr>
              <a:t>      pkt2.randomize(); </a:t>
            </a:r>
          </a:p>
          <a:p>
            <a:pPr marL="0" indent="0">
              <a:buNone/>
            </a:pPr>
            <a:r>
              <a:rPr lang="en-IN" sz="2000" dirty="0">
                <a:latin typeface="Times New Roman" panose="02020603050405020304" pitchFamily="18" charset="0"/>
                <a:cs typeface="Times New Roman" panose="02020603050405020304" pitchFamily="18" charset="0"/>
              </a:rPr>
              <a:t>      $display("\tpkt2::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%0d",pkt2.addr);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245929431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95DF-874F-DD01-C6F0-6B3CFF70B599}"/>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7A8FC11F-58C0-8A5F-1705-3A2C0890BA7C}"/>
              </a:ext>
            </a:extLst>
          </p:cNvPr>
          <p:cNvSpPr>
            <a:spLocks noGrp="1"/>
          </p:cNvSpPr>
          <p:nvPr>
            <p:ph idx="1"/>
          </p:nvPr>
        </p:nvSpPr>
        <p:spPr>
          <a:xfrm>
            <a:off x="609600" y="1048072"/>
            <a:ext cx="10972800" cy="5308281"/>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Constraint inside </a:t>
            </a: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SystemVerilog</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During randomization, it might require to randomize the variable </a:t>
            </a:r>
            <a:r>
              <a:rPr lang="en-US" sz="2400" dirty="0">
                <a:solidFill>
                  <a:srgbClr val="FF0000"/>
                </a:solidFill>
                <a:latin typeface="Times New Roman" panose="02020603050405020304" pitchFamily="18" charset="0"/>
                <a:cs typeface="Times New Roman" panose="02020603050405020304" pitchFamily="18" charset="0"/>
              </a:rPr>
              <a:t>within a range of values or with inset of values or other than a range of values</a:t>
            </a:r>
            <a:r>
              <a:rPr lang="en-US" sz="2400" dirty="0">
                <a:latin typeface="Times New Roman" panose="02020603050405020304" pitchFamily="18" charset="0"/>
                <a:cs typeface="Times New Roman" panose="02020603050405020304" pitchFamily="18" charset="0"/>
              </a:rPr>
              <a:t>. this can be achieved by using constraint inside operator.</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a:t>
            </a: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inside operator, random variables will get values specified within the inside block.</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constraint </a:t>
            </a:r>
            <a:r>
              <a:rPr lang="en-US" dirty="0" err="1">
                <a:latin typeface="Times New Roman" panose="02020603050405020304" pitchFamily="18" charset="0"/>
                <a:cs typeface="Times New Roman" panose="02020603050405020304" pitchFamily="18" charset="0"/>
              </a:rPr>
              <a:t>addr_range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inside { ... }; }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constraint </a:t>
            </a:r>
            <a:r>
              <a:rPr lang="en-US" dirty="0" err="1">
                <a:latin typeface="Times New Roman" panose="02020603050405020304" pitchFamily="18" charset="0"/>
                <a:cs typeface="Times New Roman" panose="02020603050405020304" pitchFamily="18" charset="0"/>
              </a:rPr>
              <a:t>addr_range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inside { [5:10]};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constraint </a:t>
            </a:r>
            <a:r>
              <a:rPr lang="en-US" dirty="0" err="1">
                <a:latin typeface="Times New Roman" panose="02020603050405020304" pitchFamily="18" charset="0"/>
                <a:cs typeface="Times New Roman" panose="02020603050405020304" pitchFamily="18" charset="0"/>
              </a:rPr>
              <a:t>addr_range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inside { 1,3,5,7,9};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constraint </a:t>
            </a:r>
            <a:r>
              <a:rPr lang="en-US" dirty="0" err="1">
                <a:latin typeface="Times New Roman" panose="02020603050405020304" pitchFamily="18" charset="0"/>
                <a:cs typeface="Times New Roman" panose="02020603050405020304" pitchFamily="18" charset="0"/>
              </a:rPr>
              <a:t>addr_range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inside {1,3,[5:10],12,[13:15]};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constraint </a:t>
            </a:r>
            <a:r>
              <a:rPr lang="en-US" dirty="0" err="1">
                <a:latin typeface="Times New Roman" panose="02020603050405020304" pitchFamily="18" charset="0"/>
                <a:cs typeface="Times New Roman" panose="02020603050405020304" pitchFamily="18" charset="0"/>
              </a:rPr>
              <a:t>addr_range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addr</a:t>
            </a:r>
            <a:r>
              <a:rPr lang="en-US" dirty="0">
                <a:latin typeface="Times New Roman" panose="02020603050405020304" pitchFamily="18" charset="0"/>
                <a:cs typeface="Times New Roman" panose="02020603050405020304" pitchFamily="18" charset="0"/>
              </a:rPr>
              <a:t> inside {[5:10]});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521A20C-6C82-0AA3-E91A-09F169E073FE}"/>
              </a:ext>
            </a:extLst>
          </p:cNvPr>
          <p:cNvSpPr>
            <a:spLocks noGrp="1"/>
          </p:cNvSpPr>
          <p:nvPr>
            <p:ph type="dt" sz="half" idx="10"/>
          </p:nvPr>
        </p:nvSpPr>
        <p:spPr/>
        <p:txBody>
          <a:bodyPr/>
          <a:lstStyle/>
          <a:p>
            <a:fld id="{9099F816-BBC5-4ECB-BA6C-A57328479AAA}" type="datetime1">
              <a:rPr lang="en-IN" smtClean="0"/>
              <a:pPr/>
              <a:t>31-10-2025</a:t>
            </a:fld>
            <a:endParaRPr lang="en-IN"/>
          </a:p>
        </p:txBody>
      </p:sp>
      <p:sp>
        <p:nvSpPr>
          <p:cNvPr id="5" name="Footer Placeholder 4">
            <a:extLst>
              <a:ext uri="{FF2B5EF4-FFF2-40B4-BE49-F238E27FC236}">
                <a16:creationId xmlns:a16="http://schemas.microsoft.com/office/drawing/2014/main" id="{F81A3946-C7F9-FC64-5FF7-2F8D7F731C5A}"/>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3B75C98-DBFD-1461-256F-EA1800633085}"/>
              </a:ext>
            </a:extLst>
          </p:cNvPr>
          <p:cNvSpPr>
            <a:spLocks noGrp="1"/>
          </p:cNvSpPr>
          <p:nvPr>
            <p:ph type="sldNum" sz="quarter" idx="12"/>
          </p:nvPr>
        </p:nvSpPr>
        <p:spPr/>
        <p:txBody>
          <a:bodyPr/>
          <a:lstStyle/>
          <a:p>
            <a:fld id="{56BB8B7D-B437-4E80-9B4F-EB7501C8BBDD}" type="slidenum">
              <a:rPr lang="en-IN" smtClean="0"/>
              <a:pPr/>
              <a:t>230</a:t>
            </a:fld>
            <a:endParaRPr lang="en-IN"/>
          </a:p>
        </p:txBody>
      </p:sp>
    </p:spTree>
    <p:extLst>
      <p:ext uri="{BB962C8B-B14F-4D97-AF65-F5344CB8AC3E}">
        <p14:creationId xmlns:p14="http://schemas.microsoft.com/office/powerpoint/2010/main" val="200530589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1800-77A6-2A65-3349-01608A8A723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DD65DCE3-8823-529A-87E4-E15A9D9A919A}"/>
              </a:ext>
            </a:extLst>
          </p:cNvPr>
          <p:cNvSpPr>
            <a:spLocks noGrp="1"/>
          </p:cNvSpPr>
          <p:nvPr>
            <p:ph idx="1"/>
          </p:nvPr>
        </p:nvSpPr>
        <p:spPr>
          <a:xfrm>
            <a:off x="1246207" y="1029500"/>
            <a:ext cx="5212080" cy="4983161"/>
          </a:xfrm>
        </p:spPr>
        <p:txBody>
          <a:bodyPr>
            <a:normAutofit fontScale="92500" lnSpcReduction="10000"/>
          </a:bodyPr>
          <a:lstStyle/>
          <a:p>
            <a:pPr marL="0" indent="0">
              <a:buNone/>
            </a:pPr>
            <a:r>
              <a:rPr lang="en-IN" sz="2400" dirty="0">
                <a:latin typeface="Times New Roman" panose="02020603050405020304" pitchFamily="18" charset="0"/>
                <a:cs typeface="Times New Roman" panose="02020603050405020304" pitchFamily="18" charset="0"/>
              </a:rPr>
              <a:t>// Code your design here</a:t>
            </a:r>
          </a:p>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start_addr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end_addr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constraint addr_1_range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inside {[0:1]};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constr_inside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repeat(10) begin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C9DB8192-7336-6533-65EB-A8297993C65C}"/>
              </a:ext>
            </a:extLst>
          </p:cNvPr>
          <p:cNvSpPr>
            <a:spLocks noGrp="1"/>
          </p:cNvSpPr>
          <p:nvPr>
            <p:ph type="dt" sz="half" idx="10"/>
          </p:nvPr>
        </p:nvSpPr>
        <p:spPr/>
        <p:txBody>
          <a:bodyPr/>
          <a:lstStyle/>
          <a:p>
            <a:fld id="{C4C676A0-1A95-4AD7-8AC3-92B3371987C9}" type="datetime1">
              <a:rPr lang="en-IN" smtClean="0"/>
              <a:pPr/>
              <a:t>31-10-2025</a:t>
            </a:fld>
            <a:endParaRPr lang="en-IN"/>
          </a:p>
        </p:txBody>
      </p:sp>
      <p:sp>
        <p:nvSpPr>
          <p:cNvPr id="6" name="Footer Placeholder 5">
            <a:extLst>
              <a:ext uri="{FF2B5EF4-FFF2-40B4-BE49-F238E27FC236}">
                <a16:creationId xmlns:a16="http://schemas.microsoft.com/office/drawing/2014/main" id="{E180B82A-721C-3C55-2712-A8D05DC4521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EB92E07-973A-231E-E21F-6CBE2E338F2C}"/>
              </a:ext>
            </a:extLst>
          </p:cNvPr>
          <p:cNvSpPr>
            <a:spLocks noGrp="1"/>
          </p:cNvSpPr>
          <p:nvPr>
            <p:ph type="sldNum" sz="quarter" idx="12"/>
          </p:nvPr>
        </p:nvSpPr>
        <p:spPr/>
        <p:txBody>
          <a:bodyPr/>
          <a:lstStyle/>
          <a:p>
            <a:fld id="{56BB8B7D-B437-4E80-9B4F-EB7501C8BBDD}" type="slidenum">
              <a:rPr lang="en-IN" smtClean="0"/>
              <a:pPr/>
              <a:t>231</a:t>
            </a:fld>
            <a:endParaRPr lang="en-IN"/>
          </a:p>
        </p:txBody>
      </p:sp>
      <p:sp>
        <p:nvSpPr>
          <p:cNvPr id="4" name="TextBox 3">
            <a:extLst>
              <a:ext uri="{FF2B5EF4-FFF2-40B4-BE49-F238E27FC236}">
                <a16:creationId xmlns:a16="http://schemas.microsoft.com/office/drawing/2014/main" id="{E58E7991-2971-8B28-D8A2-3F7E14EB291F}"/>
              </a:ext>
            </a:extLst>
          </p:cNvPr>
          <p:cNvSpPr txBox="1"/>
          <p:nvPr/>
        </p:nvSpPr>
        <p:spPr>
          <a:xfrm>
            <a:off x="6458287" y="1029500"/>
            <a:ext cx="5242560" cy="2862322"/>
          </a:xfrm>
          <a:prstGeom prst="rect">
            <a:avLst/>
          </a:prstGeom>
          <a:noFill/>
        </p:spPr>
        <p:txBody>
          <a:bodyPr wrap="square" rtlCol="0">
            <a:spAutoFit/>
          </a:bodyPr>
          <a:lstStyle/>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tstart_addr</a:t>
            </a:r>
            <a:r>
              <a:rPr lang="en-IN" sz="2000" dirty="0">
                <a:latin typeface="Times New Roman" panose="02020603050405020304" pitchFamily="18" charset="0"/>
                <a:cs typeface="Times New Roman" panose="02020603050405020304" pitchFamily="18" charset="0"/>
              </a:rPr>
              <a:t> = %0d,end_addr = %0d",pkt.start_addr,pkt.end_addr);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%0d",pkt.addr);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09606882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5F18-1634-0853-FD70-F8909249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585D6-E811-5CA7-4D27-3A2E07D52C3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D265EECD-DC06-4D53-B271-AA44CE198FC9}"/>
              </a:ext>
            </a:extLst>
          </p:cNvPr>
          <p:cNvSpPr>
            <a:spLocks noGrp="1"/>
          </p:cNvSpPr>
          <p:nvPr>
            <p:ph idx="1"/>
          </p:nvPr>
        </p:nvSpPr>
        <p:spPr>
          <a:xfrm>
            <a:off x="1373529" y="1258098"/>
            <a:ext cx="5212080" cy="4983161"/>
          </a:xfrm>
        </p:spPr>
        <p:txBody>
          <a:bodyPr>
            <a:normAutofit fontScale="92500" lnSpcReduction="10000"/>
          </a:bodyPr>
          <a:lstStyle/>
          <a:p>
            <a:pPr marL="0" indent="0">
              <a:buNone/>
            </a:pPr>
            <a:r>
              <a:rPr lang="en-IN" sz="2400" dirty="0">
                <a:latin typeface="Times New Roman" panose="02020603050405020304" pitchFamily="18" charset="0"/>
                <a:cs typeface="Times New Roman" panose="02020603050405020304" pitchFamily="18" charset="0"/>
              </a:rPr>
              <a:t>// Code your design here</a:t>
            </a:r>
          </a:p>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start_addr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end_addr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constraint addr_1_range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inside {[0:1]});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constr_inside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repeat(10) begin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A72CC3FA-725F-C8BC-F636-3F216895C957}"/>
              </a:ext>
            </a:extLst>
          </p:cNvPr>
          <p:cNvSpPr>
            <a:spLocks noGrp="1"/>
          </p:cNvSpPr>
          <p:nvPr>
            <p:ph type="dt" sz="half" idx="10"/>
          </p:nvPr>
        </p:nvSpPr>
        <p:spPr/>
        <p:txBody>
          <a:bodyPr/>
          <a:lstStyle/>
          <a:p>
            <a:fld id="{964A6119-E1A3-4BDE-95A2-CE701F03DF3B}" type="datetime1">
              <a:rPr lang="en-IN" smtClean="0"/>
              <a:pPr/>
              <a:t>31-10-2025</a:t>
            </a:fld>
            <a:endParaRPr lang="en-IN"/>
          </a:p>
        </p:txBody>
      </p:sp>
      <p:sp>
        <p:nvSpPr>
          <p:cNvPr id="6" name="Footer Placeholder 5">
            <a:extLst>
              <a:ext uri="{FF2B5EF4-FFF2-40B4-BE49-F238E27FC236}">
                <a16:creationId xmlns:a16="http://schemas.microsoft.com/office/drawing/2014/main" id="{35CA21D4-0B32-5821-519C-B2FC6B4773D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C6A7178-5290-F283-1A0A-2CE7A4CF2F2F}"/>
              </a:ext>
            </a:extLst>
          </p:cNvPr>
          <p:cNvSpPr>
            <a:spLocks noGrp="1"/>
          </p:cNvSpPr>
          <p:nvPr>
            <p:ph type="sldNum" sz="quarter" idx="12"/>
          </p:nvPr>
        </p:nvSpPr>
        <p:spPr/>
        <p:txBody>
          <a:bodyPr/>
          <a:lstStyle/>
          <a:p>
            <a:fld id="{56BB8B7D-B437-4E80-9B4F-EB7501C8BBDD}" type="slidenum">
              <a:rPr lang="en-IN" smtClean="0"/>
              <a:pPr/>
              <a:t>232</a:t>
            </a:fld>
            <a:endParaRPr lang="en-IN"/>
          </a:p>
        </p:txBody>
      </p:sp>
      <p:sp>
        <p:nvSpPr>
          <p:cNvPr id="4" name="TextBox 3">
            <a:extLst>
              <a:ext uri="{FF2B5EF4-FFF2-40B4-BE49-F238E27FC236}">
                <a16:creationId xmlns:a16="http://schemas.microsoft.com/office/drawing/2014/main" id="{FF9DFB22-AEBB-B5FC-E139-16B3A05A1FFF}"/>
              </a:ext>
            </a:extLst>
          </p:cNvPr>
          <p:cNvSpPr txBox="1"/>
          <p:nvPr/>
        </p:nvSpPr>
        <p:spPr>
          <a:xfrm>
            <a:off x="6585609" y="1258098"/>
            <a:ext cx="5242560" cy="2862322"/>
          </a:xfrm>
          <a:prstGeom prst="rect">
            <a:avLst/>
          </a:prstGeom>
          <a:noFill/>
        </p:spPr>
        <p:txBody>
          <a:bodyPr wrap="square" rtlCol="0">
            <a:spAutoFit/>
          </a:bodyPr>
          <a:lstStyle/>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tstart_addr</a:t>
            </a:r>
            <a:r>
              <a:rPr lang="en-IN" sz="2000" dirty="0">
                <a:latin typeface="Times New Roman" panose="02020603050405020304" pitchFamily="18" charset="0"/>
                <a:cs typeface="Times New Roman" panose="02020603050405020304" pitchFamily="18" charset="0"/>
              </a:rPr>
              <a:t> = %0d,end_addr = %0d",pkt.start_addr,pkt.end_addr);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%0d",pkt.addr);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22715458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8560F-66AF-920F-BA98-2A87926BD0F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50062E7C-B960-DAD8-2D4A-2F0A26D7CC13}"/>
              </a:ext>
            </a:extLst>
          </p:cNvPr>
          <p:cNvSpPr>
            <a:spLocks noGrp="1"/>
          </p:cNvSpPr>
          <p:nvPr>
            <p:ph idx="1"/>
          </p:nvPr>
        </p:nvSpPr>
        <p:spPr>
          <a:xfrm>
            <a:off x="609600" y="1155174"/>
            <a:ext cx="10972800" cy="5308281"/>
          </a:xfrm>
        </p:spPr>
        <p:txBody>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dist</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provides control on randomization, from which the user can control the values on randomization.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would be good if it’s possible to control the occurrence or repetition of the same value on randomization.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a:t>
            </a:r>
            <a:r>
              <a:rPr lang="en-US" sz="2400" dirty="0" err="1">
                <a:latin typeface="Times New Roman" panose="02020603050405020304" pitchFamily="18" charset="0"/>
                <a:cs typeface="Times New Roman" panose="02020603050405020304" pitchFamily="18" charset="0"/>
              </a:rPr>
              <a:t>dist</a:t>
            </a:r>
            <a:r>
              <a:rPr lang="en-US" sz="2400" dirty="0">
                <a:latin typeface="Times New Roman" panose="02020603050405020304" pitchFamily="18" charset="0"/>
                <a:cs typeface="Times New Roman" panose="02020603050405020304" pitchFamily="18" charset="0"/>
              </a:rPr>
              <a:t> operator, some values can be allocated more often to a random variable. this is called a weighted distribution. </a:t>
            </a:r>
            <a:r>
              <a:rPr lang="en-US" sz="2400" dirty="0" err="1">
                <a:latin typeface="Times New Roman" panose="02020603050405020304" pitchFamily="18" charset="0"/>
                <a:cs typeface="Times New Roman" panose="02020603050405020304" pitchFamily="18" charset="0"/>
              </a:rPr>
              <a:t>dist</a:t>
            </a:r>
            <a:r>
              <a:rPr lang="en-US" sz="2400" dirty="0">
                <a:latin typeface="Times New Roman" panose="02020603050405020304" pitchFamily="18" charset="0"/>
                <a:cs typeface="Times New Roman" panose="02020603050405020304" pitchFamily="18" charset="0"/>
              </a:rPr>
              <a:t> is an operator, it takes a list of values and weights, separated by := or :/ operator.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Weighted distribution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 the name says, in weighted distribution weight will be specified to the values inside the constraint block.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Value with the more weight will get allocated more often to a random variable.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F6DAE2-9BAE-FE90-4428-891FE44376D1}"/>
              </a:ext>
            </a:extLst>
          </p:cNvPr>
          <p:cNvSpPr>
            <a:spLocks noGrp="1"/>
          </p:cNvSpPr>
          <p:nvPr>
            <p:ph type="dt" sz="half" idx="10"/>
          </p:nvPr>
        </p:nvSpPr>
        <p:spPr/>
        <p:txBody>
          <a:bodyPr/>
          <a:lstStyle/>
          <a:p>
            <a:fld id="{86B307FD-57D2-4499-BF99-50DA83C2A402}" type="datetime1">
              <a:rPr lang="en-IN" smtClean="0"/>
              <a:pPr/>
              <a:t>31-10-2025</a:t>
            </a:fld>
            <a:endParaRPr lang="en-IN"/>
          </a:p>
        </p:txBody>
      </p:sp>
      <p:sp>
        <p:nvSpPr>
          <p:cNvPr id="5" name="Footer Placeholder 4">
            <a:extLst>
              <a:ext uri="{FF2B5EF4-FFF2-40B4-BE49-F238E27FC236}">
                <a16:creationId xmlns:a16="http://schemas.microsoft.com/office/drawing/2014/main" id="{6582E460-718D-5A7F-ED43-B8188B3A0DC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DD68B79-D6A7-EE45-D754-28B1EED525EC}"/>
              </a:ext>
            </a:extLst>
          </p:cNvPr>
          <p:cNvSpPr>
            <a:spLocks noGrp="1"/>
          </p:cNvSpPr>
          <p:nvPr>
            <p:ph type="sldNum" sz="quarter" idx="12"/>
          </p:nvPr>
        </p:nvSpPr>
        <p:spPr/>
        <p:txBody>
          <a:bodyPr/>
          <a:lstStyle/>
          <a:p>
            <a:fld id="{56BB8B7D-B437-4E80-9B4F-EB7501C8BBDD}" type="slidenum">
              <a:rPr lang="en-IN" smtClean="0"/>
              <a:pPr/>
              <a:t>233</a:t>
            </a:fld>
            <a:endParaRPr lang="en-IN"/>
          </a:p>
        </p:txBody>
      </p:sp>
    </p:spTree>
    <p:extLst>
      <p:ext uri="{BB962C8B-B14F-4D97-AF65-F5344CB8AC3E}">
        <p14:creationId xmlns:p14="http://schemas.microsoft.com/office/powerpoint/2010/main" val="402755126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513B-20E4-BFA5-A778-24589D6C334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D267B280-9DA0-9963-D6B4-70E3C173A091}"/>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t>
            </a:r>
            <a:r>
              <a:rPr lang="en-US" sz="2400" dirty="0">
                <a:highlight>
                  <a:srgbClr val="FFFF00"/>
                </a:highlight>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operator assigns the specified weight to the item, or if the item is a range, specified weight to every value in the range.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dist</a:t>
            </a:r>
            <a:r>
              <a:rPr lang="en-US" sz="2400" dirty="0">
                <a:latin typeface="Times New Roman" panose="02020603050405020304" pitchFamily="18" charset="0"/>
                <a:cs typeface="Times New Roman" panose="02020603050405020304" pitchFamily="18" charset="0"/>
              </a:rPr>
              <a:t> { 2 := 5, [10:12] := 8 };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2 , weight 5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10, weight 8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11, weight 8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12, weight 8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405109D-3544-5DA1-9AB3-22F749032C66}"/>
              </a:ext>
            </a:extLst>
          </p:cNvPr>
          <p:cNvSpPr>
            <a:spLocks noGrp="1"/>
          </p:cNvSpPr>
          <p:nvPr>
            <p:ph type="dt" sz="half" idx="10"/>
          </p:nvPr>
        </p:nvSpPr>
        <p:spPr/>
        <p:txBody>
          <a:bodyPr/>
          <a:lstStyle/>
          <a:p>
            <a:fld id="{F2384EAB-E9AE-44DD-B4FC-0FF94BE41FF0}" type="datetime1">
              <a:rPr lang="en-IN" smtClean="0"/>
              <a:pPr/>
              <a:t>31-10-2025</a:t>
            </a:fld>
            <a:endParaRPr lang="en-IN"/>
          </a:p>
        </p:txBody>
      </p:sp>
      <p:sp>
        <p:nvSpPr>
          <p:cNvPr id="5" name="Footer Placeholder 4">
            <a:extLst>
              <a:ext uri="{FF2B5EF4-FFF2-40B4-BE49-F238E27FC236}">
                <a16:creationId xmlns:a16="http://schemas.microsoft.com/office/drawing/2014/main" id="{281E6930-918A-1FD1-8897-5085BA97482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59CC243-2EFA-9919-A526-BECF42C88E6C}"/>
              </a:ext>
            </a:extLst>
          </p:cNvPr>
          <p:cNvSpPr>
            <a:spLocks noGrp="1"/>
          </p:cNvSpPr>
          <p:nvPr>
            <p:ph type="sldNum" sz="quarter" idx="12"/>
          </p:nvPr>
        </p:nvSpPr>
        <p:spPr/>
        <p:txBody>
          <a:bodyPr/>
          <a:lstStyle/>
          <a:p>
            <a:fld id="{56BB8B7D-B437-4E80-9B4F-EB7501C8BBDD}" type="slidenum">
              <a:rPr lang="en-IN" smtClean="0"/>
              <a:pPr/>
              <a:t>234</a:t>
            </a:fld>
            <a:endParaRPr lang="en-IN"/>
          </a:p>
        </p:txBody>
      </p:sp>
    </p:spTree>
    <p:extLst>
      <p:ext uri="{BB962C8B-B14F-4D97-AF65-F5344CB8AC3E}">
        <p14:creationId xmlns:p14="http://schemas.microsoft.com/office/powerpoint/2010/main" val="225215099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1CA39-926B-5D0A-24CC-E4437A8B00A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B1D8FAD0-0831-D4BF-FD03-6D5175AC391D}"/>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The </a:t>
            </a:r>
            <a:r>
              <a:rPr lang="en-US" sz="2400" dirty="0">
                <a:highlight>
                  <a:srgbClr val="FFFF00"/>
                </a:highlight>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operator assigns the specified weight to the item, or if the item is a range, specified weight/n to every value in the range. where n is the number of values in the range.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dist</a:t>
            </a:r>
            <a:r>
              <a:rPr lang="en-US" sz="2400" dirty="0">
                <a:latin typeface="Times New Roman" panose="02020603050405020304" pitchFamily="18" charset="0"/>
                <a:cs typeface="Times New Roman" panose="02020603050405020304" pitchFamily="18" charset="0"/>
              </a:rPr>
              <a:t> { 2 :/ 5, [10:12] :/ 8 };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2 , weight 5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10, weight 8/3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11, weight 8/3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 12, weight 8/3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46693FC-2C31-BF94-A349-98ECF69C74F3}"/>
              </a:ext>
            </a:extLst>
          </p:cNvPr>
          <p:cNvSpPr>
            <a:spLocks noGrp="1"/>
          </p:cNvSpPr>
          <p:nvPr>
            <p:ph type="dt" sz="half" idx="10"/>
          </p:nvPr>
        </p:nvSpPr>
        <p:spPr/>
        <p:txBody>
          <a:bodyPr/>
          <a:lstStyle/>
          <a:p>
            <a:fld id="{B5C76832-195C-4C21-A9C0-7EB30EDCE094}" type="datetime1">
              <a:rPr lang="en-IN" smtClean="0"/>
              <a:pPr/>
              <a:t>31-10-2025</a:t>
            </a:fld>
            <a:endParaRPr lang="en-IN"/>
          </a:p>
        </p:txBody>
      </p:sp>
      <p:sp>
        <p:nvSpPr>
          <p:cNvPr id="5" name="Footer Placeholder 4">
            <a:extLst>
              <a:ext uri="{FF2B5EF4-FFF2-40B4-BE49-F238E27FC236}">
                <a16:creationId xmlns:a16="http://schemas.microsoft.com/office/drawing/2014/main" id="{FC8E6A0E-40C3-E7D9-A1C9-CF65FC9B440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78ED9AF-D5FB-BA64-2A6F-49B122AD03FD}"/>
              </a:ext>
            </a:extLst>
          </p:cNvPr>
          <p:cNvSpPr>
            <a:spLocks noGrp="1"/>
          </p:cNvSpPr>
          <p:nvPr>
            <p:ph type="sldNum" sz="quarter" idx="12"/>
          </p:nvPr>
        </p:nvSpPr>
        <p:spPr/>
        <p:txBody>
          <a:bodyPr/>
          <a:lstStyle/>
          <a:p>
            <a:fld id="{56BB8B7D-B437-4E80-9B4F-EB7501C8BBDD}" type="slidenum">
              <a:rPr lang="en-IN" smtClean="0"/>
              <a:pPr/>
              <a:t>235</a:t>
            </a:fld>
            <a:endParaRPr lang="en-IN"/>
          </a:p>
        </p:txBody>
      </p:sp>
    </p:spTree>
    <p:extLst>
      <p:ext uri="{BB962C8B-B14F-4D97-AF65-F5344CB8AC3E}">
        <p14:creationId xmlns:p14="http://schemas.microsoft.com/office/powerpoint/2010/main" val="3567705875"/>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116BD-AAAB-D8D0-52C1-780D54BB3A3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23D99BD9-2E07-D33F-F944-4A227284ABE9}"/>
              </a:ext>
            </a:extLst>
          </p:cNvPr>
          <p:cNvSpPr>
            <a:spLocks noGrp="1"/>
          </p:cNvSpPr>
          <p:nvPr>
            <p:ph idx="1"/>
          </p:nvPr>
        </p:nvSpPr>
        <p:spPr>
          <a:xfrm>
            <a:off x="1415125" y="989805"/>
            <a:ext cx="5257800" cy="4878389"/>
          </a:xfrm>
        </p:spPr>
        <p:txBody>
          <a:bodyPr>
            <a:normAutofit fontScale="92500" lnSpcReduction="10000"/>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[3:0] addr_1; </a:t>
            </a:r>
          </a:p>
          <a:p>
            <a:pPr marL="0" indent="0">
              <a:buNone/>
            </a:pPr>
            <a:r>
              <a:rPr lang="en-IN" sz="2000" dirty="0">
                <a:latin typeface="Times New Roman" panose="02020603050405020304" pitchFamily="18" charset="0"/>
                <a:cs typeface="Times New Roman" panose="02020603050405020304" pitchFamily="18" charset="0"/>
              </a:rPr>
              <a:t>  rand bit [3:0] addr_2; </a:t>
            </a:r>
          </a:p>
          <a:p>
            <a:pPr marL="0" indent="0">
              <a:buNone/>
            </a:pPr>
            <a:r>
              <a:rPr lang="en-IN" sz="2000" dirty="0">
                <a:latin typeface="Times New Roman" panose="02020603050405020304" pitchFamily="18" charset="0"/>
                <a:cs typeface="Times New Roman" panose="02020603050405020304" pitchFamily="18" charset="0"/>
              </a:rPr>
              <a:t>  constraint addr_1_range {   addr_1 </a:t>
            </a:r>
            <a:r>
              <a:rPr lang="en-IN" sz="2000" dirty="0" err="1">
                <a:latin typeface="Times New Roman" panose="02020603050405020304" pitchFamily="18" charset="0"/>
                <a:cs typeface="Times New Roman" panose="02020603050405020304" pitchFamily="18" charset="0"/>
              </a:rPr>
              <a:t>dist</a:t>
            </a:r>
            <a:r>
              <a:rPr lang="en-IN" sz="2000" dirty="0">
                <a:latin typeface="Times New Roman" panose="02020603050405020304" pitchFamily="18" charset="0"/>
                <a:cs typeface="Times New Roman" panose="02020603050405020304" pitchFamily="18" charset="0"/>
              </a:rPr>
              <a:t> { 2 := 5, [10:12] := 8 }; } </a:t>
            </a:r>
          </a:p>
          <a:p>
            <a:pPr marL="0" indent="0">
              <a:buNone/>
            </a:pPr>
            <a:r>
              <a:rPr lang="en-IN" sz="2000" dirty="0">
                <a:latin typeface="Times New Roman" panose="02020603050405020304" pitchFamily="18" charset="0"/>
                <a:cs typeface="Times New Roman" panose="02020603050405020304" pitchFamily="18" charset="0"/>
              </a:rPr>
              <a:t>  constraint addr_2_range {   addr_2 </a:t>
            </a:r>
            <a:r>
              <a:rPr lang="en-IN" sz="2000" dirty="0" err="1">
                <a:latin typeface="Times New Roman" panose="02020603050405020304" pitchFamily="18" charset="0"/>
                <a:cs typeface="Times New Roman" panose="02020603050405020304" pitchFamily="18" charset="0"/>
              </a:rPr>
              <a:t>dist</a:t>
            </a:r>
            <a:r>
              <a:rPr lang="en-IN" sz="2000" dirty="0">
                <a:latin typeface="Times New Roman" panose="02020603050405020304" pitchFamily="18" charset="0"/>
                <a:cs typeface="Times New Roman" panose="02020603050405020304" pitchFamily="18" charset="0"/>
              </a:rPr>
              <a:t> { 2 :/ 5, [10:12] :/ 8 };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constr_dist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repeat(50)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FDA9DD49-5DB4-408D-9A05-83B664E7E655}"/>
              </a:ext>
            </a:extLst>
          </p:cNvPr>
          <p:cNvSpPr>
            <a:spLocks noGrp="1"/>
          </p:cNvSpPr>
          <p:nvPr>
            <p:ph type="dt" sz="half" idx="10"/>
          </p:nvPr>
        </p:nvSpPr>
        <p:spPr/>
        <p:txBody>
          <a:bodyPr/>
          <a:lstStyle/>
          <a:p>
            <a:fld id="{2ED00516-9F68-4D9A-BE8B-2D92DCDF7335}" type="datetime1">
              <a:rPr lang="en-IN" smtClean="0"/>
              <a:pPr/>
              <a:t>31-10-2025</a:t>
            </a:fld>
            <a:endParaRPr lang="en-IN"/>
          </a:p>
        </p:txBody>
      </p:sp>
      <p:sp>
        <p:nvSpPr>
          <p:cNvPr id="6" name="Footer Placeholder 5">
            <a:extLst>
              <a:ext uri="{FF2B5EF4-FFF2-40B4-BE49-F238E27FC236}">
                <a16:creationId xmlns:a16="http://schemas.microsoft.com/office/drawing/2014/main" id="{4868DE84-830A-6545-5C5D-69E92B58E6A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46D3F59-12C0-83E0-39CA-66F47BD43426}"/>
              </a:ext>
            </a:extLst>
          </p:cNvPr>
          <p:cNvSpPr>
            <a:spLocks noGrp="1"/>
          </p:cNvSpPr>
          <p:nvPr>
            <p:ph type="sldNum" sz="quarter" idx="12"/>
          </p:nvPr>
        </p:nvSpPr>
        <p:spPr/>
        <p:txBody>
          <a:bodyPr/>
          <a:lstStyle/>
          <a:p>
            <a:fld id="{56BB8B7D-B437-4E80-9B4F-EB7501C8BBDD}" type="slidenum">
              <a:rPr lang="en-IN" smtClean="0"/>
              <a:pPr/>
              <a:t>236</a:t>
            </a:fld>
            <a:endParaRPr lang="en-IN"/>
          </a:p>
        </p:txBody>
      </p:sp>
      <p:sp>
        <p:nvSpPr>
          <p:cNvPr id="4" name="TextBox 3">
            <a:extLst>
              <a:ext uri="{FF2B5EF4-FFF2-40B4-BE49-F238E27FC236}">
                <a16:creationId xmlns:a16="http://schemas.microsoft.com/office/drawing/2014/main" id="{A328A3AB-8589-AC38-C5A8-2CA4D9E261EE}"/>
              </a:ext>
            </a:extLst>
          </p:cNvPr>
          <p:cNvSpPr txBox="1"/>
          <p:nvPr/>
        </p:nvSpPr>
        <p:spPr>
          <a:xfrm>
            <a:off x="6772396" y="989805"/>
            <a:ext cx="4972050"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$display("\taddr_1 = %0d",pkt.addr_1);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repeat(50)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$display("\taddr_2 = %0d",pkt.addr_2);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143103461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2FDB2-1F53-3B82-EE29-39AAE0E1526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E6D82F62-8830-EEC5-DF30-DAC2694E8ADC}"/>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Implication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implication operator can be used to declaring conditional relations between two variables. implication operator is denoted by the symbol </a:t>
            </a:r>
            <a:r>
              <a:rPr lang="en-US" sz="2400" dirty="0">
                <a:highlight>
                  <a:srgbClr val="FFFF00"/>
                </a:highligh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implication operator is placed between the expression and constraint. </a:t>
            </a:r>
          </a:p>
          <a:p>
            <a:pPr lvl="2">
              <a:buFont typeface="Wingdings" panose="05000000000000000000" pitchFamily="2" charset="2"/>
              <a:buChar char="v"/>
            </a:pPr>
            <a:r>
              <a:rPr lang="en-US" dirty="0">
                <a:highlight>
                  <a:srgbClr val="FFFF00"/>
                </a:highlight>
                <a:latin typeface="Times New Roman" panose="02020603050405020304" pitchFamily="18" charset="0"/>
                <a:cs typeface="Times New Roman" panose="02020603050405020304" pitchFamily="18" charset="0"/>
              </a:rPr>
              <a:t>expression -&gt;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expression on the LHS of implication operator (-&gt;) is true, then the only constraint on the RHS will be considered.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31447D9-FBED-B216-99D8-6A8E8F3E6C0A}"/>
              </a:ext>
            </a:extLst>
          </p:cNvPr>
          <p:cNvSpPr>
            <a:spLocks noGrp="1"/>
          </p:cNvSpPr>
          <p:nvPr>
            <p:ph type="dt" sz="half" idx="10"/>
          </p:nvPr>
        </p:nvSpPr>
        <p:spPr/>
        <p:txBody>
          <a:bodyPr/>
          <a:lstStyle/>
          <a:p>
            <a:fld id="{06FEDFCF-0FFF-4BB9-92C3-644B45507DD1}" type="datetime1">
              <a:rPr lang="en-IN" smtClean="0"/>
              <a:pPr/>
              <a:t>31-10-2025</a:t>
            </a:fld>
            <a:endParaRPr lang="en-IN"/>
          </a:p>
        </p:txBody>
      </p:sp>
      <p:sp>
        <p:nvSpPr>
          <p:cNvPr id="5" name="Footer Placeholder 4">
            <a:extLst>
              <a:ext uri="{FF2B5EF4-FFF2-40B4-BE49-F238E27FC236}">
                <a16:creationId xmlns:a16="http://schemas.microsoft.com/office/drawing/2014/main" id="{4E90DD73-8ED4-5A72-3A14-E1C31AA5430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3C3F34D-CC06-3B83-AA43-CCC56EC1486E}"/>
              </a:ext>
            </a:extLst>
          </p:cNvPr>
          <p:cNvSpPr>
            <a:spLocks noGrp="1"/>
          </p:cNvSpPr>
          <p:nvPr>
            <p:ph type="sldNum" sz="quarter" idx="12"/>
          </p:nvPr>
        </p:nvSpPr>
        <p:spPr/>
        <p:txBody>
          <a:bodyPr/>
          <a:lstStyle/>
          <a:p>
            <a:fld id="{56BB8B7D-B437-4E80-9B4F-EB7501C8BBDD}" type="slidenum">
              <a:rPr lang="en-IN" smtClean="0"/>
              <a:pPr/>
              <a:t>237</a:t>
            </a:fld>
            <a:endParaRPr lang="en-IN"/>
          </a:p>
        </p:txBody>
      </p:sp>
    </p:spTree>
    <p:extLst>
      <p:ext uri="{BB962C8B-B14F-4D97-AF65-F5344CB8AC3E}">
        <p14:creationId xmlns:p14="http://schemas.microsoft.com/office/powerpoint/2010/main" val="305087633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91C11-01C9-1364-E280-8D13C519418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25016C1D-3F89-34F6-0C48-CF5273657BB5}"/>
              </a:ext>
            </a:extLst>
          </p:cNvPr>
          <p:cNvSpPr>
            <a:spLocks noGrp="1"/>
          </p:cNvSpPr>
          <p:nvPr>
            <p:ph idx="1"/>
          </p:nvPr>
        </p:nvSpPr>
        <p:spPr>
          <a:xfrm>
            <a:off x="1419828" y="1417638"/>
            <a:ext cx="4943475"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string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address_range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 "small") -&gt;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&lt;8);}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constr_implication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a:latin typeface="Times New Roman" panose="02020603050405020304" pitchFamily="18" charset="0"/>
                <a:cs typeface="Times New Roman" panose="02020603050405020304" pitchFamily="18" charset="0"/>
              </a:rPr>
              <a:t>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pkt.addr_range</a:t>
            </a:r>
            <a:r>
              <a:rPr lang="en-IN" sz="2000" dirty="0">
                <a:latin typeface="Times New Roman" panose="02020603050405020304" pitchFamily="18" charset="0"/>
                <a:cs typeface="Times New Roman" panose="02020603050405020304" pitchFamily="18" charset="0"/>
              </a:rPr>
              <a:t> = "small"; </a:t>
            </a:r>
          </a:p>
          <a:p>
            <a:pPr marL="0" indent="0">
              <a:buNone/>
            </a:pPr>
            <a:r>
              <a:rPr lang="en-IN" sz="2000" dirty="0">
                <a:latin typeface="Times New Roman" panose="02020603050405020304" pitchFamily="18" charset="0"/>
                <a:cs typeface="Times New Roman" panose="02020603050405020304" pitchFamily="18" charset="0"/>
              </a:rPr>
              <a:t>    $display("------------------------------------"); </a:t>
            </a:r>
          </a:p>
        </p:txBody>
      </p:sp>
      <p:sp>
        <p:nvSpPr>
          <p:cNvPr id="5" name="Date Placeholder 4">
            <a:extLst>
              <a:ext uri="{FF2B5EF4-FFF2-40B4-BE49-F238E27FC236}">
                <a16:creationId xmlns:a16="http://schemas.microsoft.com/office/drawing/2014/main" id="{7283C5F9-FAC5-107D-B0BB-ADC9834BFBE6}"/>
              </a:ext>
            </a:extLst>
          </p:cNvPr>
          <p:cNvSpPr>
            <a:spLocks noGrp="1"/>
          </p:cNvSpPr>
          <p:nvPr>
            <p:ph type="dt" sz="half" idx="10"/>
          </p:nvPr>
        </p:nvSpPr>
        <p:spPr/>
        <p:txBody>
          <a:bodyPr/>
          <a:lstStyle/>
          <a:p>
            <a:fld id="{874263A4-50AA-44CB-BF15-7D4BC6F14394}" type="datetime1">
              <a:rPr lang="en-IN" smtClean="0"/>
              <a:pPr/>
              <a:t>31-10-2025</a:t>
            </a:fld>
            <a:endParaRPr lang="en-IN"/>
          </a:p>
        </p:txBody>
      </p:sp>
      <p:sp>
        <p:nvSpPr>
          <p:cNvPr id="6" name="Footer Placeholder 5">
            <a:extLst>
              <a:ext uri="{FF2B5EF4-FFF2-40B4-BE49-F238E27FC236}">
                <a16:creationId xmlns:a16="http://schemas.microsoft.com/office/drawing/2014/main" id="{1250FE3C-82F3-7F0D-3A35-BD6E7D12FCD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4690C447-FBF6-8A3F-B064-DE11BD692496}"/>
              </a:ext>
            </a:extLst>
          </p:cNvPr>
          <p:cNvSpPr>
            <a:spLocks noGrp="1"/>
          </p:cNvSpPr>
          <p:nvPr>
            <p:ph type="sldNum" sz="quarter" idx="12"/>
          </p:nvPr>
        </p:nvSpPr>
        <p:spPr/>
        <p:txBody>
          <a:bodyPr/>
          <a:lstStyle/>
          <a:p>
            <a:fld id="{56BB8B7D-B437-4E80-9B4F-EB7501C8BBDD}" type="slidenum">
              <a:rPr lang="en-IN" smtClean="0"/>
              <a:pPr/>
              <a:t>238</a:t>
            </a:fld>
            <a:endParaRPr lang="en-IN"/>
          </a:p>
        </p:txBody>
      </p:sp>
      <p:sp>
        <p:nvSpPr>
          <p:cNvPr id="4" name="TextBox 3">
            <a:extLst>
              <a:ext uri="{FF2B5EF4-FFF2-40B4-BE49-F238E27FC236}">
                <a16:creationId xmlns:a16="http://schemas.microsoft.com/office/drawing/2014/main" id="{EFB6F25E-0036-8A20-7FD7-ED464B6262D7}"/>
              </a:ext>
            </a:extLst>
          </p:cNvPr>
          <p:cNvSpPr txBox="1"/>
          <p:nvPr/>
        </p:nvSpPr>
        <p:spPr>
          <a:xfrm>
            <a:off x="6096000" y="1417638"/>
            <a:ext cx="5638800"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repeat(4)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taddr_range</a:t>
            </a:r>
            <a:r>
              <a:rPr lang="en-IN" sz="2000" dirty="0">
                <a:latin typeface="Times New Roman" panose="02020603050405020304" pitchFamily="18" charset="0"/>
                <a:cs typeface="Times New Roman" panose="02020603050405020304" pitchFamily="18" charset="0"/>
              </a:rPr>
              <a:t> = %s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%0d",pkt.addr_range,pkt.addr);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a:latin typeface="Times New Roman" panose="02020603050405020304" pitchFamily="18" charset="0"/>
                <a:cs typeface="Times New Roman" panose="02020603050405020304" pitchFamily="18" charset="0"/>
              </a:rPr>
              <a:t>    $display("------------------------------------");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3677373916"/>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5EF78-790D-EC1A-F7DC-6F1C1B429337}"/>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313C875F-89A2-16DC-B755-647F1B4B0B86}"/>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if else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else block allows conditional executions of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expression is true, all the constraints in the first constraint/constraint block must be satisfied, otherwise all the constraints in the optional else constraint/constraint-block must be satisfied.</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D7ED449-A596-3DFF-555A-7D6F3F89AAFB}"/>
              </a:ext>
            </a:extLst>
          </p:cNvPr>
          <p:cNvSpPr>
            <a:spLocks noGrp="1"/>
          </p:cNvSpPr>
          <p:nvPr>
            <p:ph type="dt" sz="half" idx="10"/>
          </p:nvPr>
        </p:nvSpPr>
        <p:spPr/>
        <p:txBody>
          <a:bodyPr/>
          <a:lstStyle/>
          <a:p>
            <a:fld id="{C010A4BD-FB89-4228-812F-9BD466566CB1}" type="datetime1">
              <a:rPr lang="en-IN" smtClean="0"/>
              <a:pPr/>
              <a:t>31-10-2025</a:t>
            </a:fld>
            <a:endParaRPr lang="en-IN"/>
          </a:p>
        </p:txBody>
      </p:sp>
      <p:sp>
        <p:nvSpPr>
          <p:cNvPr id="5" name="Footer Placeholder 4">
            <a:extLst>
              <a:ext uri="{FF2B5EF4-FFF2-40B4-BE49-F238E27FC236}">
                <a16:creationId xmlns:a16="http://schemas.microsoft.com/office/drawing/2014/main" id="{3D351789-381B-C686-2D0D-B2A9D7420C6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EF2DD97-91D8-5C84-08F4-6CAD3ABB5880}"/>
              </a:ext>
            </a:extLst>
          </p:cNvPr>
          <p:cNvSpPr>
            <a:spLocks noGrp="1"/>
          </p:cNvSpPr>
          <p:nvPr>
            <p:ph type="sldNum" sz="quarter" idx="12"/>
          </p:nvPr>
        </p:nvSpPr>
        <p:spPr/>
        <p:txBody>
          <a:bodyPr/>
          <a:lstStyle/>
          <a:p>
            <a:fld id="{56BB8B7D-B437-4E80-9B4F-EB7501C8BBDD}" type="slidenum">
              <a:rPr lang="en-IN" smtClean="0"/>
              <a:pPr/>
              <a:t>239</a:t>
            </a:fld>
            <a:endParaRPr lang="en-IN"/>
          </a:p>
        </p:txBody>
      </p:sp>
    </p:spTree>
    <p:extLst>
      <p:ext uri="{BB962C8B-B14F-4D97-AF65-F5344CB8AC3E}">
        <p14:creationId xmlns:p14="http://schemas.microsoft.com/office/powerpoint/2010/main" val="100659950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6CB0-AF73-BE4D-3FDD-4B5882B3433A}"/>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2FCEF33F-78DE-8984-DE3A-A310C64E3AB9}"/>
              </a:ext>
            </a:extLst>
          </p:cNvPr>
          <p:cNvSpPr>
            <a:spLocks noGrp="1"/>
          </p:cNvSpPr>
          <p:nvPr>
            <p:ph idx="1"/>
          </p:nvPr>
        </p:nvSpPr>
        <p:spPr>
          <a:xfrm>
            <a:off x="1095375" y="1079340"/>
            <a:ext cx="5705475" cy="4525963"/>
          </a:xfrm>
        </p:spPr>
        <p:txBody>
          <a:bodyPr>
            <a:normAutofit fontScale="92500" lnSpcReduction="20000"/>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string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address_range</a:t>
            </a:r>
            <a:r>
              <a:rPr lang="en-IN" sz="2000" dirty="0">
                <a:latin typeface="Times New Roman" panose="02020603050405020304" pitchFamily="18" charset="0"/>
                <a:cs typeface="Times New Roman" panose="02020603050405020304" pitchFamily="18" charset="0"/>
              </a:rPr>
              <a:t> { if(</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 "small")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&lt; 8; </a:t>
            </a:r>
          </a:p>
          <a:p>
            <a:pPr marL="0" indent="0">
              <a:buNone/>
            </a:pPr>
            <a:r>
              <a:rPr lang="en-IN" sz="2000" dirty="0">
                <a:latin typeface="Times New Roman" panose="02020603050405020304" pitchFamily="18" charset="0"/>
                <a:cs typeface="Times New Roman" panose="02020603050405020304" pitchFamily="18" charset="0"/>
              </a:rPr>
              <a:t>                             else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&gt; 8; </a:t>
            </a:r>
          </a:p>
          <a:p>
            <a:pPr marL="0" indent="0">
              <a:buNone/>
            </a:pPr>
            <a:r>
              <a:rPr lang="en-IN" sz="2000" dirty="0">
                <a:latin typeface="Times New Roman" panose="02020603050405020304" pitchFamily="18" charset="0"/>
                <a:cs typeface="Times New Roman" panose="02020603050405020304" pitchFamily="18" charset="0"/>
              </a:rPr>
              <a:t>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constr_if_else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CCEB8A00-434C-B621-4AF1-875824539D86}"/>
              </a:ext>
            </a:extLst>
          </p:cNvPr>
          <p:cNvSpPr>
            <a:spLocks noGrp="1"/>
          </p:cNvSpPr>
          <p:nvPr>
            <p:ph type="dt" sz="half" idx="10"/>
          </p:nvPr>
        </p:nvSpPr>
        <p:spPr/>
        <p:txBody>
          <a:bodyPr/>
          <a:lstStyle/>
          <a:p>
            <a:fld id="{FCF680A9-EF5C-495B-9910-C5A5981EEF24}" type="datetime1">
              <a:rPr lang="en-IN" smtClean="0"/>
              <a:pPr/>
              <a:t>31-10-2025</a:t>
            </a:fld>
            <a:endParaRPr lang="en-IN"/>
          </a:p>
        </p:txBody>
      </p:sp>
      <p:sp>
        <p:nvSpPr>
          <p:cNvPr id="6" name="Footer Placeholder 5">
            <a:extLst>
              <a:ext uri="{FF2B5EF4-FFF2-40B4-BE49-F238E27FC236}">
                <a16:creationId xmlns:a16="http://schemas.microsoft.com/office/drawing/2014/main" id="{E60B1A0C-5D62-92D9-AD89-B712CCAC74F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F3402058-C895-89E9-756C-ACF62D55A72F}"/>
              </a:ext>
            </a:extLst>
          </p:cNvPr>
          <p:cNvSpPr>
            <a:spLocks noGrp="1"/>
          </p:cNvSpPr>
          <p:nvPr>
            <p:ph type="sldNum" sz="quarter" idx="12"/>
          </p:nvPr>
        </p:nvSpPr>
        <p:spPr/>
        <p:txBody>
          <a:bodyPr/>
          <a:lstStyle/>
          <a:p>
            <a:fld id="{56BB8B7D-B437-4E80-9B4F-EB7501C8BBDD}" type="slidenum">
              <a:rPr lang="en-IN" smtClean="0"/>
              <a:pPr/>
              <a:t>240</a:t>
            </a:fld>
            <a:endParaRPr lang="en-IN"/>
          </a:p>
        </p:txBody>
      </p:sp>
      <p:sp>
        <p:nvSpPr>
          <p:cNvPr id="4" name="TextBox 3">
            <a:extLst>
              <a:ext uri="{FF2B5EF4-FFF2-40B4-BE49-F238E27FC236}">
                <a16:creationId xmlns:a16="http://schemas.microsoft.com/office/drawing/2014/main" id="{515169DB-5003-2C3B-2699-372E273103CC}"/>
              </a:ext>
            </a:extLst>
          </p:cNvPr>
          <p:cNvSpPr txBox="1"/>
          <p:nvPr/>
        </p:nvSpPr>
        <p:spPr>
          <a:xfrm>
            <a:off x="6800850" y="1069679"/>
            <a:ext cx="4781550" cy="4708981"/>
          </a:xfrm>
          <a:prstGeom prst="rect">
            <a:avLst/>
          </a:prstGeom>
          <a:noFill/>
        </p:spPr>
        <p:txBody>
          <a:bodyPr wrap="square" rtlCol="0">
            <a:spAutoFit/>
          </a:bodyPr>
          <a:lstStyle/>
          <a:p>
            <a:pPr marL="0" indent="0">
              <a:buNone/>
            </a:pPr>
            <a:r>
              <a:rPr lang="en-IN" sz="2000" dirty="0" err="1">
                <a:latin typeface="Times New Roman" panose="02020603050405020304" pitchFamily="18" charset="0"/>
                <a:cs typeface="Times New Roman" panose="02020603050405020304" pitchFamily="18" charset="0"/>
              </a:rPr>
              <a:t>pkt.addr_range</a:t>
            </a:r>
            <a:r>
              <a:rPr lang="en-IN" sz="2000" dirty="0">
                <a:latin typeface="Times New Roman" panose="02020603050405020304" pitchFamily="18" charset="0"/>
                <a:cs typeface="Times New Roman" panose="02020603050405020304" pitchFamily="18" charset="0"/>
              </a:rPr>
              <a:t> = "small"; </a:t>
            </a:r>
          </a:p>
          <a:p>
            <a:pPr marL="0" indent="0">
              <a:buNone/>
            </a:pPr>
            <a:r>
              <a:rPr lang="en-IN" sz="2000" dirty="0">
                <a:latin typeface="Times New Roman" panose="02020603050405020304" pitchFamily="18" charset="0"/>
                <a:cs typeface="Times New Roman" panose="02020603050405020304" pitchFamily="18" charset="0"/>
              </a:rPr>
              <a:t>repeat(3) begin </a:t>
            </a:r>
          </a:p>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taddr_range</a:t>
            </a:r>
            <a:r>
              <a:rPr lang="en-IN" sz="2000" dirty="0">
                <a:latin typeface="Times New Roman" panose="02020603050405020304" pitchFamily="18" charset="0"/>
                <a:cs typeface="Times New Roman" panose="02020603050405020304" pitchFamily="18" charset="0"/>
              </a:rPr>
              <a:t> = %s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%d ",</a:t>
            </a:r>
            <a:r>
              <a:rPr lang="en-IN" sz="2000" dirty="0" err="1">
                <a:latin typeface="Times New Roman" panose="02020603050405020304" pitchFamily="18" charset="0"/>
                <a:cs typeface="Times New Roman" panose="02020603050405020304" pitchFamily="18" charset="0"/>
              </a:rPr>
              <a:t>pkt.addr_range,pkt.addr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pkt.addr_range</a:t>
            </a:r>
            <a:r>
              <a:rPr lang="en-IN" sz="2000" dirty="0">
                <a:latin typeface="Times New Roman" panose="02020603050405020304" pitchFamily="18" charset="0"/>
                <a:cs typeface="Times New Roman" panose="02020603050405020304" pitchFamily="18" charset="0"/>
              </a:rPr>
              <a:t> = "high"; </a:t>
            </a:r>
          </a:p>
          <a:p>
            <a:pPr marL="0" indent="0">
              <a:buNone/>
            </a:pPr>
            <a:r>
              <a:rPr lang="en-IN" sz="2000" dirty="0">
                <a:latin typeface="Times New Roman" panose="02020603050405020304" pitchFamily="18" charset="0"/>
                <a:cs typeface="Times New Roman" panose="02020603050405020304" pitchFamily="18" charset="0"/>
              </a:rPr>
              <a:t>repeat(3) begin </a:t>
            </a:r>
          </a:p>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taddr_range</a:t>
            </a:r>
            <a:r>
              <a:rPr lang="en-IN" sz="2000" dirty="0">
                <a:latin typeface="Times New Roman" panose="02020603050405020304" pitchFamily="18" charset="0"/>
                <a:cs typeface="Times New Roman" panose="02020603050405020304" pitchFamily="18" charset="0"/>
              </a:rPr>
              <a:t> = %s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%d",</a:t>
            </a:r>
            <a:r>
              <a:rPr lang="en-IN" sz="2000" dirty="0" err="1">
                <a:latin typeface="Times New Roman" panose="02020603050405020304" pitchFamily="18" charset="0"/>
                <a:cs typeface="Times New Roman" panose="02020603050405020304" pitchFamily="18" charset="0"/>
              </a:rPr>
              <a:t>pkt.addr_range,pkt.addr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198524628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2E42-163F-7393-8FA8-030A88A4AEF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B5D6D0E3-D676-943A-F8AC-EDF5B20EAC5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foreach constraint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supports using the foreach loop inside a constraint block. using the foreach loop within the constraint block will make easy to constrain an array.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foreach loop iterates over the elements of an array, so constraints with the foreach loop are called </a:t>
            </a:r>
            <a:r>
              <a:rPr lang="en-US" sz="2400" dirty="0">
                <a:highlight>
                  <a:srgbClr val="FFFF00"/>
                </a:highlight>
                <a:latin typeface="Times New Roman" panose="02020603050405020304" pitchFamily="18" charset="0"/>
                <a:cs typeface="Times New Roman" panose="02020603050405020304" pitchFamily="18" charset="0"/>
              </a:rPr>
              <a:t>Iterative constraints</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foreach constraint will be applicable to an array with one or more than one element. so it’s required to specify or constrain the size of the dynamic array.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constraint </a:t>
            </a:r>
            <a:r>
              <a:rPr lang="en-IN" dirty="0" err="1">
                <a:latin typeface="Times New Roman" panose="02020603050405020304" pitchFamily="18" charset="0"/>
                <a:cs typeface="Times New Roman" panose="02020603050405020304" pitchFamily="18" charset="0"/>
              </a:rPr>
              <a:t>constraint_name</a:t>
            </a:r>
            <a:r>
              <a:rPr lang="en-IN" dirty="0">
                <a:latin typeface="Times New Roman" panose="02020603050405020304" pitchFamily="18" charset="0"/>
                <a:cs typeface="Times New Roman" panose="02020603050405020304" pitchFamily="18" charset="0"/>
              </a:rPr>
              <a:t> { foreach ( variable[iterator] )  variable[iterator] &lt;..conditions..&gt;  }</a:t>
            </a:r>
          </a:p>
        </p:txBody>
      </p:sp>
      <p:sp>
        <p:nvSpPr>
          <p:cNvPr id="4" name="Date Placeholder 3">
            <a:extLst>
              <a:ext uri="{FF2B5EF4-FFF2-40B4-BE49-F238E27FC236}">
                <a16:creationId xmlns:a16="http://schemas.microsoft.com/office/drawing/2014/main" id="{9B04CA1E-B622-6586-63EC-27A68554BD64}"/>
              </a:ext>
            </a:extLst>
          </p:cNvPr>
          <p:cNvSpPr>
            <a:spLocks noGrp="1"/>
          </p:cNvSpPr>
          <p:nvPr>
            <p:ph type="dt" sz="half" idx="10"/>
          </p:nvPr>
        </p:nvSpPr>
        <p:spPr/>
        <p:txBody>
          <a:bodyPr/>
          <a:lstStyle/>
          <a:p>
            <a:fld id="{A972765E-DF6C-4AE7-839B-FC772E783CAD}" type="datetime1">
              <a:rPr lang="en-IN" smtClean="0"/>
              <a:pPr/>
              <a:t>31-10-2025</a:t>
            </a:fld>
            <a:endParaRPr lang="en-IN"/>
          </a:p>
        </p:txBody>
      </p:sp>
      <p:sp>
        <p:nvSpPr>
          <p:cNvPr id="5" name="Footer Placeholder 4">
            <a:extLst>
              <a:ext uri="{FF2B5EF4-FFF2-40B4-BE49-F238E27FC236}">
                <a16:creationId xmlns:a16="http://schemas.microsoft.com/office/drawing/2014/main" id="{C4C9AE01-9D8C-1508-451E-E22C7A1D1C0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9E2069E-BD25-EDFE-C4B5-919EDC8340BC}"/>
              </a:ext>
            </a:extLst>
          </p:cNvPr>
          <p:cNvSpPr>
            <a:spLocks noGrp="1"/>
          </p:cNvSpPr>
          <p:nvPr>
            <p:ph type="sldNum" sz="quarter" idx="12"/>
          </p:nvPr>
        </p:nvSpPr>
        <p:spPr/>
        <p:txBody>
          <a:bodyPr/>
          <a:lstStyle/>
          <a:p>
            <a:fld id="{56BB8B7D-B437-4E80-9B4F-EB7501C8BBDD}" type="slidenum">
              <a:rPr lang="en-IN" smtClean="0"/>
              <a:pPr/>
              <a:t>241</a:t>
            </a:fld>
            <a:endParaRPr lang="en-IN"/>
          </a:p>
        </p:txBody>
      </p:sp>
    </p:spTree>
    <p:extLst>
      <p:ext uri="{BB962C8B-B14F-4D97-AF65-F5344CB8AC3E}">
        <p14:creationId xmlns:p14="http://schemas.microsoft.com/office/powerpoint/2010/main" val="196785927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8B287-D5A0-3C33-E01F-D317BEDFB087}"/>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F9B5F47D-A6B8-9E04-E617-7440EF398D9A}"/>
              </a:ext>
            </a:extLst>
          </p:cNvPr>
          <p:cNvSpPr>
            <a:spLocks noGrp="1"/>
          </p:cNvSpPr>
          <p:nvPr>
            <p:ph idx="1"/>
          </p:nvPr>
        </p:nvSpPr>
        <p:spPr>
          <a:xfrm>
            <a:off x="736795" y="1024448"/>
            <a:ext cx="5915025" cy="4525963"/>
          </a:xfrm>
        </p:spPr>
        <p:txBody>
          <a:bodyPr>
            <a:normAutofit fontScale="92500" lnSpcReduction="10000"/>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byte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a:t>
            </a:r>
          </a:p>
          <a:p>
            <a:pPr marL="0" indent="0">
              <a:buNone/>
            </a:pPr>
            <a:r>
              <a:rPr lang="en-IN" sz="2000" dirty="0">
                <a:latin typeface="Times New Roman" panose="02020603050405020304" pitchFamily="18" charset="0"/>
                <a:cs typeface="Times New Roman" panose="02020603050405020304" pitchFamily="18" charset="0"/>
              </a:rPr>
              <a:t>  rand byte data [];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avalues</a:t>
            </a:r>
            <a:r>
              <a:rPr lang="en-IN" sz="2000" dirty="0">
                <a:latin typeface="Times New Roman" panose="02020603050405020304" pitchFamily="18" charset="0"/>
                <a:cs typeface="Times New Roman" panose="02020603050405020304" pitchFamily="18" charset="0"/>
              </a:rPr>
              <a:t> { foreach(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inside {4,8,12,16}; }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dvalues</a:t>
            </a:r>
            <a:r>
              <a:rPr lang="en-IN" sz="2000" dirty="0">
                <a:latin typeface="Times New Roman" panose="02020603050405020304" pitchFamily="18" charset="0"/>
                <a:cs typeface="Times New Roman" panose="02020603050405020304" pitchFamily="18" charset="0"/>
              </a:rPr>
              <a:t> { foreach( data[j] ) data[j] &gt; 4 * j; }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asize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addr.size</a:t>
            </a:r>
            <a:r>
              <a:rPr lang="en-IN" sz="2000" dirty="0">
                <a:latin typeface="Times New Roman" panose="02020603050405020304" pitchFamily="18" charset="0"/>
                <a:cs typeface="Times New Roman" panose="02020603050405020304" pitchFamily="18" charset="0"/>
              </a:rPr>
              <a:t> &lt; 4; }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dsize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data.size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addr.size</a:t>
            </a:r>
            <a:r>
              <a:rPr lang="en-IN" sz="2000" dirty="0">
                <a:latin typeface="Times New Roman" panose="02020603050405020304" pitchFamily="18" charset="0"/>
                <a:cs typeface="Times New Roman" panose="02020603050405020304" pitchFamily="18" charset="0"/>
              </a:rPr>
              <a:t>; } </a:t>
            </a:r>
          </a:p>
          <a:p>
            <a:pPr marL="0" indent="0">
              <a:buNone/>
            </a:pPr>
            <a:r>
              <a:rPr lang="en-IN" sz="2000" dirty="0" err="1">
                <a:latin typeface="Times New Roman" panose="02020603050405020304" pitchFamily="18" charset="0"/>
                <a:cs typeface="Times New Roman" panose="02020603050405020304" pitchFamily="18" charset="0"/>
              </a:rPr>
              <a:t>endclass</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constr_iteration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9D788B6E-7BAC-4289-F7CA-99419E3513CC}"/>
              </a:ext>
            </a:extLst>
          </p:cNvPr>
          <p:cNvSpPr>
            <a:spLocks noGrp="1"/>
          </p:cNvSpPr>
          <p:nvPr>
            <p:ph type="dt" sz="half" idx="10"/>
          </p:nvPr>
        </p:nvSpPr>
        <p:spPr/>
        <p:txBody>
          <a:bodyPr/>
          <a:lstStyle/>
          <a:p>
            <a:fld id="{BC8128A1-0509-4C40-A70E-5C5E780762F0}" type="datetime1">
              <a:rPr lang="en-IN" smtClean="0"/>
              <a:pPr/>
              <a:t>31-10-2025</a:t>
            </a:fld>
            <a:endParaRPr lang="en-IN"/>
          </a:p>
        </p:txBody>
      </p:sp>
      <p:sp>
        <p:nvSpPr>
          <p:cNvPr id="6" name="Footer Placeholder 5">
            <a:extLst>
              <a:ext uri="{FF2B5EF4-FFF2-40B4-BE49-F238E27FC236}">
                <a16:creationId xmlns:a16="http://schemas.microsoft.com/office/drawing/2014/main" id="{23FA68D0-D75A-3684-D48C-1A728E5BD47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84329D1-8FCD-B23F-2059-B3E5BC926283}"/>
              </a:ext>
            </a:extLst>
          </p:cNvPr>
          <p:cNvSpPr>
            <a:spLocks noGrp="1"/>
          </p:cNvSpPr>
          <p:nvPr>
            <p:ph type="sldNum" sz="quarter" idx="12"/>
          </p:nvPr>
        </p:nvSpPr>
        <p:spPr/>
        <p:txBody>
          <a:bodyPr/>
          <a:lstStyle/>
          <a:p>
            <a:fld id="{56BB8B7D-B437-4E80-9B4F-EB7501C8BBDD}" type="slidenum">
              <a:rPr lang="en-IN" smtClean="0"/>
              <a:pPr/>
              <a:t>242</a:t>
            </a:fld>
            <a:endParaRPr lang="en-IN"/>
          </a:p>
        </p:txBody>
      </p:sp>
      <p:sp>
        <p:nvSpPr>
          <p:cNvPr id="4" name="TextBox 3">
            <a:extLst>
              <a:ext uri="{FF2B5EF4-FFF2-40B4-BE49-F238E27FC236}">
                <a16:creationId xmlns:a16="http://schemas.microsoft.com/office/drawing/2014/main" id="{6A4BBC55-1C99-B9C9-5338-2C648ACD5923}"/>
              </a:ext>
            </a:extLst>
          </p:cNvPr>
          <p:cNvSpPr txBox="1"/>
          <p:nvPr/>
        </p:nvSpPr>
        <p:spPr>
          <a:xfrm>
            <a:off x="6949994" y="1024448"/>
            <a:ext cx="4829175" cy="3477875"/>
          </a:xfrm>
          <a:prstGeom prst="rect">
            <a:avLst/>
          </a:prstGeom>
          <a:noFill/>
        </p:spPr>
        <p:txBody>
          <a:bodyPr wrap="square" rtlCol="0">
            <a:spAutoFit/>
          </a:bodyPr>
          <a:lstStyle/>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repeat(10)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-size = %0d data-size = %0d",pkt.addr.size(),</a:t>
            </a:r>
            <a:r>
              <a:rPr lang="en-IN" sz="2000" dirty="0" err="1">
                <a:latin typeface="Times New Roman" panose="02020603050405020304" pitchFamily="18" charset="0"/>
                <a:cs typeface="Times New Roman" panose="02020603050405020304" pitchFamily="18" charset="0"/>
              </a:rPr>
              <a:t>pkt.data.size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foreach(</a:t>
            </a:r>
            <a:r>
              <a:rPr lang="en-IN" sz="2000" dirty="0" err="1">
                <a:latin typeface="Times New Roman" panose="02020603050405020304" pitchFamily="18" charset="0"/>
                <a:cs typeface="Times New Roman" panose="02020603050405020304" pitchFamily="18" charset="0"/>
              </a:rPr>
              <a:t>pkt.addr</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 data = %0d",pkt.addr[</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pkt.data</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  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p>
          <a:p>
            <a:endParaRPr lang="en-IN" sz="2000" dirty="0"/>
          </a:p>
        </p:txBody>
      </p:sp>
    </p:spTree>
    <p:extLst>
      <p:ext uri="{BB962C8B-B14F-4D97-AF65-F5344CB8AC3E}">
        <p14:creationId xmlns:p14="http://schemas.microsoft.com/office/powerpoint/2010/main" val="378655994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92E2-C23E-111A-09E7-BE005B801541}"/>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29F1E519-D92C-CBF7-FC12-F848750A877E}"/>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Disable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Constraints in a class can be disabled using the </a:t>
            </a:r>
            <a:r>
              <a:rPr lang="en-US" sz="2400" dirty="0" err="1">
                <a:latin typeface="Times New Roman" panose="02020603050405020304" pitchFamily="18" charset="0"/>
                <a:cs typeface="Times New Roman" panose="02020603050405020304" pitchFamily="18" charset="0"/>
              </a:rPr>
              <a:t>constraint_mode</a:t>
            </a:r>
            <a:r>
              <a:rPr lang="en-US" sz="2400" dirty="0">
                <a:latin typeface="Times New Roman" panose="02020603050405020304" pitchFamily="18" charset="0"/>
                <a:cs typeface="Times New Roman" panose="02020603050405020304" pitchFamily="18" charset="0"/>
              </a:rPr>
              <a:t> method call.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default, all the constraints will be enabled, during the randomization constraint solver will not consider the disabled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constraint disables method is similar to </a:t>
            </a:r>
            <a:r>
              <a:rPr lang="en-US" sz="2400" dirty="0" err="1">
                <a:latin typeface="Times New Roman" panose="02020603050405020304" pitchFamily="18" charset="0"/>
                <a:cs typeface="Times New Roman" panose="02020603050405020304" pitchFamily="18" charset="0"/>
              </a:rPr>
              <a:t>rand_mode</a:t>
            </a:r>
            <a:r>
              <a:rPr lang="en-US" sz="2400" dirty="0">
                <a:latin typeface="Times New Roman" panose="02020603050405020304" pitchFamily="18" charset="0"/>
                <a:cs typeface="Times New Roman" panose="02020603050405020304" pitchFamily="18" charset="0"/>
              </a:rPr>
              <a:t>() method. </a:t>
            </a:r>
          </a:p>
          <a:p>
            <a:pPr lvl="1">
              <a:buFont typeface="Wingdings" panose="05000000000000000000" pitchFamily="2" charset="2"/>
              <a:buChar char="Ø"/>
            </a:pPr>
            <a:r>
              <a:rPr lang="fr-FR" sz="2400" dirty="0" err="1">
                <a:solidFill>
                  <a:schemeClr val="accent4">
                    <a:lumMod val="75000"/>
                  </a:schemeClr>
                </a:solidFill>
                <a:latin typeface="Times New Roman" panose="02020603050405020304" pitchFamily="18" charset="0"/>
                <a:cs typeface="Times New Roman" panose="02020603050405020304" pitchFamily="18" charset="0"/>
              </a:rPr>
              <a:t>constraint_mode</a:t>
            </a:r>
            <a:r>
              <a:rPr lang="fr-FR" sz="2400" dirty="0">
                <a:solidFill>
                  <a:schemeClr val="accent4">
                    <a:lumMod val="75000"/>
                  </a:schemeClr>
                </a:solidFill>
                <a:latin typeface="Times New Roman" panose="02020603050405020304" pitchFamily="18" charset="0"/>
                <a:cs typeface="Times New Roman" panose="02020603050405020304" pitchFamily="18" charset="0"/>
              </a:rPr>
              <a:t> </a:t>
            </a:r>
            <a:r>
              <a:rPr lang="fr-FR" sz="2400" dirty="0" err="1">
                <a:solidFill>
                  <a:schemeClr val="accent4">
                    <a:lumMod val="75000"/>
                  </a:schemeClr>
                </a:solidFill>
                <a:latin typeface="Times New Roman" panose="02020603050405020304" pitchFamily="18" charset="0"/>
                <a:cs typeface="Times New Roman" panose="02020603050405020304" pitchFamily="18" charset="0"/>
              </a:rPr>
              <a:t>syntax</a:t>
            </a:r>
            <a:r>
              <a:rPr lang="fr-FR" sz="2400" dirty="0">
                <a:solidFill>
                  <a:schemeClr val="accent4">
                    <a:lumMod val="75000"/>
                  </a:schemeClr>
                </a:solidFill>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&lt;</a:t>
            </a:r>
            <a:r>
              <a:rPr lang="fr-FR" dirty="0" err="1">
                <a:latin typeface="Times New Roman" panose="02020603050405020304" pitchFamily="18" charset="0"/>
                <a:cs typeface="Times New Roman" panose="02020603050405020304" pitchFamily="18" charset="0"/>
              </a:rPr>
              <a:t>object_hanlde</a:t>
            </a:r>
            <a:r>
              <a:rPr lang="fr-FR" dirty="0">
                <a:latin typeface="Times New Roman" panose="02020603050405020304" pitchFamily="18" charset="0"/>
                <a:cs typeface="Times New Roman" panose="02020603050405020304" pitchFamily="18" charset="0"/>
              </a:rPr>
              <a:t>&gt;.&lt;</a:t>
            </a:r>
            <a:r>
              <a:rPr lang="fr-FR" dirty="0" err="1">
                <a:latin typeface="Times New Roman" panose="02020603050405020304" pitchFamily="18" charset="0"/>
                <a:cs typeface="Times New Roman" panose="02020603050405020304" pitchFamily="18" charset="0"/>
              </a:rPr>
              <a:t>constraint_block_name</a:t>
            </a:r>
            <a:r>
              <a:rPr lang="fr-FR" dirty="0">
                <a:latin typeface="Times New Roman" panose="02020603050405020304" pitchFamily="18" charset="0"/>
                <a:cs typeface="Times New Roman" panose="02020603050405020304" pitchFamily="18" charset="0"/>
              </a:rPr>
              <a:t>&gt;.</a:t>
            </a:r>
            <a:r>
              <a:rPr lang="fr-FR" dirty="0" err="1">
                <a:latin typeface="Times New Roman" panose="02020603050405020304" pitchFamily="18" charset="0"/>
                <a:cs typeface="Times New Roman" panose="02020603050405020304" pitchFamily="18" charset="0"/>
              </a:rPr>
              <a:t>constraint_mode</a:t>
            </a:r>
            <a:r>
              <a:rPr lang="fr-FR" dirty="0">
                <a:latin typeface="Times New Roman" panose="02020603050405020304" pitchFamily="18" charset="0"/>
                <a:cs typeface="Times New Roman" panose="02020603050405020304" pitchFamily="18" charset="0"/>
              </a:rPr>
              <a:t>(enable); </a:t>
            </a:r>
          </a:p>
          <a:p>
            <a:pPr lvl="2">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//enable == 1, </a:t>
            </a:r>
            <a:r>
              <a:rPr lang="fr-FR" dirty="0" err="1">
                <a:latin typeface="Times New Roman" panose="02020603050405020304" pitchFamily="18" charset="0"/>
                <a:cs typeface="Times New Roman" panose="02020603050405020304" pitchFamily="18" charset="0"/>
              </a:rPr>
              <a:t>constraint</a:t>
            </a:r>
            <a:r>
              <a:rPr lang="fr-FR" dirty="0">
                <a:latin typeface="Times New Roman" panose="02020603050405020304" pitchFamily="18" charset="0"/>
                <a:cs typeface="Times New Roman" panose="02020603050405020304" pitchFamily="18" charset="0"/>
              </a:rPr>
              <a:t> block enable </a:t>
            </a:r>
          </a:p>
          <a:p>
            <a:pPr lvl="2">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//enable == 0, </a:t>
            </a:r>
            <a:r>
              <a:rPr lang="fr-FR" dirty="0" err="1">
                <a:latin typeface="Times New Roman" panose="02020603050405020304" pitchFamily="18" charset="0"/>
                <a:cs typeface="Times New Roman" panose="02020603050405020304" pitchFamily="18" charset="0"/>
              </a:rPr>
              <a:t>constraint</a:t>
            </a:r>
            <a:r>
              <a:rPr lang="fr-FR" dirty="0">
                <a:latin typeface="Times New Roman" panose="02020603050405020304" pitchFamily="18" charset="0"/>
                <a:cs typeface="Times New Roman" panose="02020603050405020304" pitchFamily="18" charset="0"/>
              </a:rPr>
              <a:t> block </a:t>
            </a:r>
            <a:r>
              <a:rPr lang="fr-FR" dirty="0" err="1">
                <a:latin typeface="Times New Roman" panose="02020603050405020304" pitchFamily="18" charset="0"/>
                <a:cs typeface="Times New Roman" panose="02020603050405020304" pitchFamily="18" charset="0"/>
              </a:rPr>
              <a:t>disable</a:t>
            </a:r>
            <a:r>
              <a:rPr lang="fr-FR"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D312F0F-45E3-9CFF-6E27-BA7C365ACEA0}"/>
              </a:ext>
            </a:extLst>
          </p:cNvPr>
          <p:cNvSpPr>
            <a:spLocks noGrp="1"/>
          </p:cNvSpPr>
          <p:nvPr>
            <p:ph type="dt" sz="half" idx="10"/>
          </p:nvPr>
        </p:nvSpPr>
        <p:spPr/>
        <p:txBody>
          <a:bodyPr/>
          <a:lstStyle/>
          <a:p>
            <a:fld id="{D82B6C33-96B3-4EB4-B5E0-AE1D920FCB37}" type="datetime1">
              <a:rPr lang="en-IN" smtClean="0"/>
              <a:pPr/>
              <a:t>31-10-2025</a:t>
            </a:fld>
            <a:endParaRPr lang="en-IN"/>
          </a:p>
        </p:txBody>
      </p:sp>
      <p:sp>
        <p:nvSpPr>
          <p:cNvPr id="5" name="Footer Placeholder 4">
            <a:extLst>
              <a:ext uri="{FF2B5EF4-FFF2-40B4-BE49-F238E27FC236}">
                <a16:creationId xmlns:a16="http://schemas.microsoft.com/office/drawing/2014/main" id="{0B544140-7092-6BC2-EF86-3196AAC98BD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7B0593C-F950-D6BC-20CE-EF09259AE952}"/>
              </a:ext>
            </a:extLst>
          </p:cNvPr>
          <p:cNvSpPr>
            <a:spLocks noGrp="1"/>
          </p:cNvSpPr>
          <p:nvPr>
            <p:ph type="sldNum" sz="quarter" idx="12"/>
          </p:nvPr>
        </p:nvSpPr>
        <p:spPr/>
        <p:txBody>
          <a:bodyPr/>
          <a:lstStyle/>
          <a:p>
            <a:fld id="{56BB8B7D-B437-4E80-9B4F-EB7501C8BBDD}" type="slidenum">
              <a:rPr lang="en-IN" smtClean="0"/>
              <a:pPr/>
              <a:t>243</a:t>
            </a:fld>
            <a:endParaRPr lang="en-IN"/>
          </a:p>
        </p:txBody>
      </p:sp>
    </p:spTree>
    <p:extLst>
      <p:ext uri="{BB962C8B-B14F-4D97-AF65-F5344CB8AC3E}">
        <p14:creationId xmlns:p14="http://schemas.microsoft.com/office/powerpoint/2010/main" val="271964996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520E6-D4A0-9E47-6239-F3684557488A}"/>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AAD181E-4DE7-B639-EA67-9347F36CAEA1}"/>
              </a:ext>
            </a:extLst>
          </p:cNvPr>
          <p:cNvSpPr>
            <a:spLocks noGrp="1"/>
          </p:cNvSpPr>
          <p:nvPr>
            <p:ph idx="1"/>
          </p:nvPr>
        </p:nvSpPr>
        <p:spPr>
          <a:xfrm>
            <a:off x="1104902" y="1061616"/>
            <a:ext cx="5238750" cy="4525963"/>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class packet;</a:t>
            </a:r>
          </a:p>
          <a:p>
            <a:pPr marL="0" indent="0">
              <a:buNone/>
            </a:pPr>
            <a:r>
              <a:rPr lang="en-US" sz="2000" dirty="0">
                <a:latin typeface="Times New Roman" panose="02020603050405020304" pitchFamily="18" charset="0"/>
                <a:cs typeface="Times New Roman" panose="02020603050405020304" pitchFamily="18" charset="0"/>
              </a:rPr>
              <a:t>  rand bit[3:0]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constraint address { </a:t>
            </a:r>
            <a:r>
              <a:rPr lang="en-US" sz="2000" dirty="0" err="1">
                <a:latin typeface="Times New Roman" panose="02020603050405020304" pitchFamily="18" charset="0"/>
                <a:cs typeface="Times New Roman" panose="02020603050405020304" pitchFamily="18" charset="0"/>
              </a:rPr>
              <a:t>addr</a:t>
            </a:r>
            <a:r>
              <a:rPr lang="en-US" sz="2000" dirty="0">
                <a:latin typeface="Times New Roman" panose="02020603050405020304" pitchFamily="18" charset="0"/>
                <a:cs typeface="Times New Roman" panose="02020603050405020304" pitchFamily="18" charset="0"/>
              </a:rPr>
              <a:t> inside{1,2,3,4,5};}</a:t>
            </a:r>
          </a:p>
          <a:p>
            <a:pPr marL="0" indent="0">
              <a:buNone/>
            </a:pPr>
            <a:r>
              <a:rPr lang="en-US" sz="2000" dirty="0" err="1">
                <a:latin typeface="Times New Roman" panose="02020603050405020304" pitchFamily="18" charset="0"/>
                <a:cs typeface="Times New Roman" panose="02020603050405020304" pitchFamily="18" charset="0"/>
              </a:rPr>
              <a:t>endclass</a:t>
            </a:r>
            <a:endParaRPr lang="en-US"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module tb;</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a:t>
            </a:r>
          </a:p>
          <a:p>
            <a:pPr marL="0" indent="0">
              <a:buNone/>
            </a:pPr>
            <a:r>
              <a:rPr lang="en-IN" sz="2000" dirty="0">
                <a:latin typeface="Times New Roman" panose="02020603050405020304" pitchFamily="18" charset="0"/>
                <a:cs typeface="Times New Roman" panose="02020603050405020304" pitchFamily="18" charset="0"/>
              </a:rPr>
              <a:t>    $display("before constraint disable");</a:t>
            </a:r>
          </a:p>
          <a:p>
            <a:pPr marL="0" indent="0">
              <a:buNone/>
            </a:pPr>
            <a:r>
              <a:rPr lang="en-IN" sz="2000" dirty="0">
                <a:latin typeface="Times New Roman" panose="02020603050405020304" pitchFamily="18" charset="0"/>
                <a:cs typeface="Times New Roman" panose="02020603050405020304" pitchFamily="18" charset="0"/>
              </a:rPr>
              <a:t>    $display("value of the constraint mode : %d", </a:t>
            </a:r>
            <a:r>
              <a:rPr lang="en-IN" sz="2000" dirty="0" err="1">
                <a:latin typeface="Times New Roman" panose="02020603050405020304" pitchFamily="18" charset="0"/>
                <a:cs typeface="Times New Roman" panose="02020603050405020304" pitchFamily="18" charset="0"/>
              </a:rPr>
              <a:t>pkt.address.constraint_mode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repeat(10) begin  </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33BC966C-894C-D746-AA46-15FA7436D600}"/>
              </a:ext>
            </a:extLst>
          </p:cNvPr>
          <p:cNvSpPr>
            <a:spLocks noGrp="1"/>
          </p:cNvSpPr>
          <p:nvPr>
            <p:ph type="dt" sz="half" idx="10"/>
          </p:nvPr>
        </p:nvSpPr>
        <p:spPr/>
        <p:txBody>
          <a:bodyPr/>
          <a:lstStyle/>
          <a:p>
            <a:fld id="{71B6F747-C17D-4DE6-B49E-F407E42604D9}" type="datetime1">
              <a:rPr lang="en-IN" smtClean="0"/>
              <a:pPr/>
              <a:t>31-10-2025</a:t>
            </a:fld>
            <a:endParaRPr lang="en-IN"/>
          </a:p>
        </p:txBody>
      </p:sp>
      <p:sp>
        <p:nvSpPr>
          <p:cNvPr id="6" name="Footer Placeholder 5">
            <a:extLst>
              <a:ext uri="{FF2B5EF4-FFF2-40B4-BE49-F238E27FC236}">
                <a16:creationId xmlns:a16="http://schemas.microsoft.com/office/drawing/2014/main" id="{6007C603-E431-8FE1-43B4-EF90DE98FD90}"/>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95ABA51-A8D0-FC7D-1B9B-A4D7C3060979}"/>
              </a:ext>
            </a:extLst>
          </p:cNvPr>
          <p:cNvSpPr>
            <a:spLocks noGrp="1"/>
          </p:cNvSpPr>
          <p:nvPr>
            <p:ph type="sldNum" sz="quarter" idx="12"/>
          </p:nvPr>
        </p:nvSpPr>
        <p:spPr/>
        <p:txBody>
          <a:bodyPr/>
          <a:lstStyle/>
          <a:p>
            <a:fld id="{56BB8B7D-B437-4E80-9B4F-EB7501C8BBDD}" type="slidenum">
              <a:rPr lang="en-IN" smtClean="0"/>
              <a:pPr/>
              <a:t>244</a:t>
            </a:fld>
            <a:endParaRPr lang="en-IN"/>
          </a:p>
        </p:txBody>
      </p:sp>
      <p:sp>
        <p:nvSpPr>
          <p:cNvPr id="4" name="TextBox 3">
            <a:extLst>
              <a:ext uri="{FF2B5EF4-FFF2-40B4-BE49-F238E27FC236}">
                <a16:creationId xmlns:a16="http://schemas.microsoft.com/office/drawing/2014/main" id="{69902483-33DC-0DBC-3804-1905C3C8F697}"/>
              </a:ext>
            </a:extLst>
          </p:cNvPr>
          <p:cNvSpPr txBox="1"/>
          <p:nvPr/>
        </p:nvSpPr>
        <p:spPr>
          <a:xfrm>
            <a:off x="6343652" y="1061616"/>
            <a:ext cx="5486400" cy="409342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$display("values of the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 </a:t>
            </a:r>
            <a:r>
              <a:rPr lang="en-IN" sz="2000" dirty="0" err="1">
                <a:latin typeface="Times New Roman" panose="02020603050405020304" pitchFamily="18" charset="0"/>
                <a:cs typeface="Times New Roman" panose="02020603050405020304" pitchFamily="18" charset="0"/>
              </a:rPr>
              <a:t>pkt.addr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pkt.address.constraint_mode</a:t>
            </a:r>
            <a:r>
              <a:rPr lang="en-IN" sz="2000" dirty="0">
                <a:latin typeface="Times New Roman" panose="02020603050405020304" pitchFamily="18" charset="0"/>
                <a:cs typeface="Times New Roman" panose="02020603050405020304" pitchFamily="18" charset="0"/>
              </a:rPr>
              <a:t>(0);</a:t>
            </a:r>
          </a:p>
          <a:p>
            <a:pPr marL="0" indent="0">
              <a:buNone/>
            </a:pPr>
            <a:r>
              <a:rPr lang="en-IN" sz="2000" dirty="0">
                <a:latin typeface="Times New Roman" panose="02020603050405020304" pitchFamily="18" charset="0"/>
                <a:cs typeface="Times New Roman" panose="02020603050405020304" pitchFamily="18" charset="0"/>
              </a:rPr>
              <a:t>    $display("after constraint disable");</a:t>
            </a:r>
          </a:p>
          <a:p>
            <a:pPr marL="0" indent="0">
              <a:buNone/>
            </a:pPr>
            <a:r>
              <a:rPr lang="en-IN" sz="2000" dirty="0">
                <a:latin typeface="Times New Roman" panose="02020603050405020304" pitchFamily="18" charset="0"/>
                <a:cs typeface="Times New Roman" panose="02020603050405020304" pitchFamily="18" charset="0"/>
              </a:rPr>
              <a:t>    $display("value of the constraint mode : %0d", </a:t>
            </a:r>
            <a:r>
              <a:rPr lang="en-IN" sz="2000" dirty="0" err="1">
                <a:latin typeface="Times New Roman" panose="02020603050405020304" pitchFamily="18" charset="0"/>
                <a:cs typeface="Times New Roman" panose="02020603050405020304" pitchFamily="18" charset="0"/>
              </a:rPr>
              <a:t>pkt.address.constraint_mode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repeat(10)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$display("value of the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%0d", </a:t>
            </a:r>
            <a:r>
              <a:rPr lang="en-IN" sz="2000" dirty="0" err="1">
                <a:latin typeface="Times New Roman" panose="02020603050405020304" pitchFamily="18" charset="0"/>
                <a:cs typeface="Times New Roman" panose="02020603050405020304" pitchFamily="18" charset="0"/>
              </a:rPr>
              <a:t>pkt.addr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16485766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1B0E-E56E-909F-FF30-AFE5310B0CD3}"/>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5E670068-F534-3E89-CEA2-C2D9CAB9715E}"/>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Static Constraints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static constraints are similar to static class properties. A constraint block can be defined as static by including the static keyword in its definition.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block with the static keyword followed by constraint keyword is called as a static constraint. the static constraint is </a:t>
            </a:r>
            <a:r>
              <a:rPr lang="en-US" sz="2400" dirty="0">
                <a:highlight>
                  <a:srgbClr val="FFFF00"/>
                </a:highlight>
                <a:latin typeface="Times New Roman" panose="02020603050405020304" pitchFamily="18" charset="0"/>
                <a:cs typeface="Times New Roman" panose="02020603050405020304" pitchFamily="18" charset="0"/>
              </a:rPr>
              <a:t>shared across all the class instances</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Only the mode change of static constraint will get affected in all the instances of a class mode change is enable or disable of a constraint by </a:t>
            </a:r>
            <a:r>
              <a:rPr lang="en-US" sz="2400" dirty="0" err="1">
                <a:latin typeface="Times New Roman" panose="02020603050405020304" pitchFamily="18" charset="0"/>
                <a:cs typeface="Times New Roman" panose="02020603050405020304" pitchFamily="18" charset="0"/>
              </a:rPr>
              <a:t>constrain_mode</a:t>
            </a:r>
            <a:r>
              <a:rPr lang="en-US" sz="2400" dirty="0">
                <a:latin typeface="Times New Roman" panose="02020603050405020304" pitchFamily="18" charset="0"/>
                <a:cs typeface="Times New Roman" panose="02020603050405020304" pitchFamily="18" charset="0"/>
              </a:rPr>
              <a:t>() method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static class can be enabled or disabled by any object handle of its class, mode change with one object handle will reflect all other objects of same class type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0E8B9A8-7BF6-F5CB-C0CE-28E30A86ED62}"/>
              </a:ext>
            </a:extLst>
          </p:cNvPr>
          <p:cNvSpPr>
            <a:spLocks noGrp="1"/>
          </p:cNvSpPr>
          <p:nvPr>
            <p:ph type="dt" sz="half" idx="10"/>
          </p:nvPr>
        </p:nvSpPr>
        <p:spPr/>
        <p:txBody>
          <a:bodyPr/>
          <a:lstStyle/>
          <a:p>
            <a:fld id="{9C6C21CD-2CDC-42D0-9C95-01C50A0B54E6}" type="datetime1">
              <a:rPr lang="en-IN" smtClean="0"/>
              <a:pPr/>
              <a:t>31-10-2025</a:t>
            </a:fld>
            <a:endParaRPr lang="en-IN"/>
          </a:p>
        </p:txBody>
      </p:sp>
      <p:sp>
        <p:nvSpPr>
          <p:cNvPr id="5" name="Footer Placeholder 4">
            <a:extLst>
              <a:ext uri="{FF2B5EF4-FFF2-40B4-BE49-F238E27FC236}">
                <a16:creationId xmlns:a16="http://schemas.microsoft.com/office/drawing/2014/main" id="{D596A161-BABE-D109-E9BA-3CE5DC96B9B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4AAEA99-C476-24EC-0A8B-BB874C628481}"/>
              </a:ext>
            </a:extLst>
          </p:cNvPr>
          <p:cNvSpPr>
            <a:spLocks noGrp="1"/>
          </p:cNvSpPr>
          <p:nvPr>
            <p:ph type="sldNum" sz="quarter" idx="12"/>
          </p:nvPr>
        </p:nvSpPr>
        <p:spPr/>
        <p:txBody>
          <a:bodyPr/>
          <a:lstStyle/>
          <a:p>
            <a:fld id="{56BB8B7D-B437-4E80-9B4F-EB7501C8BBDD}" type="slidenum">
              <a:rPr lang="en-IN" smtClean="0"/>
              <a:pPr/>
              <a:t>245</a:t>
            </a:fld>
            <a:endParaRPr lang="en-IN"/>
          </a:p>
        </p:txBody>
      </p:sp>
    </p:spTree>
    <p:extLst>
      <p:ext uri="{BB962C8B-B14F-4D97-AF65-F5344CB8AC3E}">
        <p14:creationId xmlns:p14="http://schemas.microsoft.com/office/powerpoint/2010/main" val="320750029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2AB1-0665-7098-E286-259BE600531E}"/>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B7B5664-F0AB-C419-DA5F-8D876F98B65D}"/>
              </a:ext>
            </a:extLst>
          </p:cNvPr>
          <p:cNvSpPr>
            <a:spLocks noGrp="1"/>
          </p:cNvSpPr>
          <p:nvPr>
            <p:ph idx="1"/>
          </p:nvPr>
        </p:nvSpPr>
        <p:spPr>
          <a:xfrm>
            <a:off x="1514889" y="1417638"/>
            <a:ext cx="4933950"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[7:0]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static constraint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5;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static_constr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pkt1; </a:t>
            </a:r>
          </a:p>
          <a:p>
            <a:pPr marL="0" indent="0">
              <a:buNone/>
            </a:pPr>
            <a:r>
              <a:rPr lang="en-IN" sz="2000" dirty="0">
                <a:latin typeface="Times New Roman" panose="02020603050405020304" pitchFamily="18" charset="0"/>
                <a:cs typeface="Times New Roman" panose="02020603050405020304" pitchFamily="18" charset="0"/>
              </a:rPr>
              <a:t>    packet pkt2; </a:t>
            </a:r>
          </a:p>
          <a:p>
            <a:pPr marL="0" indent="0">
              <a:buNone/>
            </a:pPr>
            <a:r>
              <a:rPr lang="en-IN" sz="2000" dirty="0">
                <a:latin typeface="Times New Roman" panose="02020603050405020304" pitchFamily="18" charset="0"/>
                <a:cs typeface="Times New Roman" panose="02020603050405020304" pitchFamily="18" charset="0"/>
              </a:rPr>
              <a:t>    pkt1 = new(); </a:t>
            </a:r>
          </a:p>
          <a:p>
            <a:pPr marL="0" indent="0">
              <a:buNone/>
            </a:pPr>
            <a:r>
              <a:rPr lang="en-IN" sz="2000" dirty="0">
                <a:latin typeface="Times New Roman" panose="02020603050405020304" pitchFamily="18" charset="0"/>
                <a:cs typeface="Times New Roman" panose="02020603050405020304" pitchFamily="18" charset="0"/>
              </a:rPr>
              <a:t>    pkt2 = new(); </a:t>
            </a:r>
          </a:p>
        </p:txBody>
      </p:sp>
      <p:sp>
        <p:nvSpPr>
          <p:cNvPr id="5" name="Date Placeholder 4">
            <a:extLst>
              <a:ext uri="{FF2B5EF4-FFF2-40B4-BE49-F238E27FC236}">
                <a16:creationId xmlns:a16="http://schemas.microsoft.com/office/drawing/2014/main" id="{D8D6F35A-196D-798A-88D9-FEE898584C2B}"/>
              </a:ext>
            </a:extLst>
          </p:cNvPr>
          <p:cNvSpPr>
            <a:spLocks noGrp="1"/>
          </p:cNvSpPr>
          <p:nvPr>
            <p:ph type="dt" sz="half" idx="10"/>
          </p:nvPr>
        </p:nvSpPr>
        <p:spPr/>
        <p:txBody>
          <a:bodyPr/>
          <a:lstStyle/>
          <a:p>
            <a:fld id="{00C9BB6C-1205-4427-9D5C-B1A5DCE40321}" type="datetime1">
              <a:rPr lang="en-IN" smtClean="0"/>
              <a:pPr/>
              <a:t>31-10-2025</a:t>
            </a:fld>
            <a:endParaRPr lang="en-IN"/>
          </a:p>
        </p:txBody>
      </p:sp>
      <p:sp>
        <p:nvSpPr>
          <p:cNvPr id="6" name="Footer Placeholder 5">
            <a:extLst>
              <a:ext uri="{FF2B5EF4-FFF2-40B4-BE49-F238E27FC236}">
                <a16:creationId xmlns:a16="http://schemas.microsoft.com/office/drawing/2014/main" id="{4262F084-DFCF-FE28-EC80-66C485D88C43}"/>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2B7B4B7-E097-2D8E-0AD1-E04CFE5FE438}"/>
              </a:ext>
            </a:extLst>
          </p:cNvPr>
          <p:cNvSpPr>
            <a:spLocks noGrp="1"/>
          </p:cNvSpPr>
          <p:nvPr>
            <p:ph type="sldNum" sz="quarter" idx="12"/>
          </p:nvPr>
        </p:nvSpPr>
        <p:spPr/>
        <p:txBody>
          <a:bodyPr/>
          <a:lstStyle/>
          <a:p>
            <a:fld id="{56BB8B7D-B437-4E80-9B4F-EB7501C8BBDD}" type="slidenum">
              <a:rPr lang="en-IN" smtClean="0"/>
              <a:pPr/>
              <a:t>246</a:t>
            </a:fld>
            <a:endParaRPr lang="en-IN"/>
          </a:p>
        </p:txBody>
      </p:sp>
      <p:sp>
        <p:nvSpPr>
          <p:cNvPr id="4" name="TextBox 3">
            <a:extLst>
              <a:ext uri="{FF2B5EF4-FFF2-40B4-BE49-F238E27FC236}">
                <a16:creationId xmlns:a16="http://schemas.microsoft.com/office/drawing/2014/main" id="{328F3259-D576-045F-5D60-3FB0FB16494E}"/>
              </a:ext>
            </a:extLst>
          </p:cNvPr>
          <p:cNvSpPr txBox="1"/>
          <p:nvPr/>
        </p:nvSpPr>
        <p:spPr>
          <a:xfrm>
            <a:off x="6290651" y="1417638"/>
            <a:ext cx="5753100" cy="409342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$display("Before disabling constraint"); </a:t>
            </a:r>
          </a:p>
          <a:p>
            <a:pPr marL="0" indent="0">
              <a:buNone/>
            </a:pPr>
            <a:r>
              <a:rPr lang="en-IN" sz="2000" dirty="0">
                <a:latin typeface="Times New Roman" panose="02020603050405020304" pitchFamily="18" charset="0"/>
                <a:cs typeface="Times New Roman" panose="02020603050405020304" pitchFamily="18" charset="0"/>
              </a:rPr>
              <a:t>    pkt1.randomize(); </a:t>
            </a:r>
          </a:p>
          <a:p>
            <a:pPr marL="0" indent="0">
              <a:buNone/>
            </a:pPr>
            <a:r>
              <a:rPr lang="en-IN" sz="2000" dirty="0">
                <a:latin typeface="Times New Roman" panose="02020603050405020304" pitchFamily="18" charset="0"/>
                <a:cs typeface="Times New Roman" panose="02020603050405020304" pitchFamily="18" charset="0"/>
              </a:rPr>
              <a:t>$display("\tpkt1.addr = %0d",pkt1.addr); </a:t>
            </a:r>
          </a:p>
          <a:p>
            <a:pPr marL="0" indent="0">
              <a:buNone/>
            </a:pPr>
            <a:r>
              <a:rPr lang="en-IN" sz="2000" dirty="0">
                <a:latin typeface="Times New Roman" panose="02020603050405020304" pitchFamily="18" charset="0"/>
                <a:cs typeface="Times New Roman" panose="02020603050405020304" pitchFamily="18" charset="0"/>
              </a:rPr>
              <a:t>pkt2.randomize(); </a:t>
            </a:r>
          </a:p>
          <a:p>
            <a:pPr marL="0" indent="0">
              <a:buNone/>
            </a:pPr>
            <a:r>
              <a:rPr lang="en-IN" sz="2000" dirty="0">
                <a:latin typeface="Times New Roman" panose="02020603050405020304" pitchFamily="18" charset="0"/>
                <a:cs typeface="Times New Roman" panose="02020603050405020304" pitchFamily="18" charset="0"/>
              </a:rPr>
              <a:t>$display("\tpkt2.addr = %0d",pkt2.addr);    </a:t>
            </a:r>
          </a:p>
          <a:p>
            <a:pPr marL="0" indent="0">
              <a:buNone/>
            </a:pPr>
            <a:r>
              <a:rPr lang="en-IN" sz="2000" dirty="0">
                <a:latin typeface="Times New Roman" panose="02020603050405020304" pitchFamily="18" charset="0"/>
                <a:cs typeface="Times New Roman" panose="02020603050405020304" pitchFamily="18" charset="0"/>
              </a:rPr>
              <a:t>    pkt2.addr_range.constraint_mode(0); </a:t>
            </a:r>
          </a:p>
          <a:p>
            <a:pPr marL="0" indent="0">
              <a:buNone/>
            </a:pPr>
            <a:r>
              <a:rPr lang="en-IN" sz="2000" dirty="0">
                <a:latin typeface="Times New Roman" panose="02020603050405020304" pitchFamily="18" charset="0"/>
                <a:cs typeface="Times New Roman" panose="02020603050405020304" pitchFamily="18" charset="0"/>
              </a:rPr>
              <a:t> $display("After disabling constraint"); </a:t>
            </a:r>
          </a:p>
          <a:p>
            <a:pPr marL="0" indent="0">
              <a:buNone/>
            </a:pPr>
            <a:r>
              <a:rPr lang="en-IN" sz="2000" dirty="0">
                <a:latin typeface="Times New Roman" panose="02020603050405020304" pitchFamily="18" charset="0"/>
                <a:cs typeface="Times New Roman" panose="02020603050405020304" pitchFamily="18" charset="0"/>
              </a:rPr>
              <a:t>pkt1.randomize(); </a:t>
            </a:r>
          </a:p>
          <a:p>
            <a:pPr marL="0" indent="0">
              <a:buNone/>
            </a:pPr>
            <a:r>
              <a:rPr lang="en-IN" sz="2000" dirty="0">
                <a:latin typeface="Times New Roman" panose="02020603050405020304" pitchFamily="18" charset="0"/>
                <a:cs typeface="Times New Roman" panose="02020603050405020304" pitchFamily="18" charset="0"/>
              </a:rPr>
              <a:t>$display("\tpkt1.addr = %0d",pkt1.addr); </a:t>
            </a:r>
          </a:p>
          <a:p>
            <a:pPr marL="0" indent="0">
              <a:buNone/>
            </a:pPr>
            <a:r>
              <a:rPr lang="en-IN" sz="2000" dirty="0">
                <a:latin typeface="Times New Roman" panose="02020603050405020304" pitchFamily="18" charset="0"/>
                <a:cs typeface="Times New Roman" panose="02020603050405020304" pitchFamily="18" charset="0"/>
              </a:rPr>
              <a:t>pkt2.randomize(); </a:t>
            </a:r>
          </a:p>
          <a:p>
            <a:pPr marL="0" indent="0">
              <a:buNone/>
            </a:pPr>
            <a:r>
              <a:rPr lang="en-IN" sz="2000" dirty="0">
                <a:latin typeface="Times New Roman" panose="02020603050405020304" pitchFamily="18" charset="0"/>
                <a:cs typeface="Times New Roman" panose="02020603050405020304" pitchFamily="18" charset="0"/>
              </a:rPr>
              <a:t>$display("\tpkt2.addr = %0d",pkt2.addr);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267347398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3C423-7BBD-433E-1CF0-E1EF2F27348B}"/>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A11C298-CABD-4516-420C-C25D15599AA6}"/>
              </a:ext>
            </a:extLst>
          </p:cNvPr>
          <p:cNvSpPr>
            <a:spLocks noGrp="1"/>
          </p:cNvSpPr>
          <p:nvPr>
            <p:ph idx="1"/>
          </p:nvPr>
        </p:nvSpPr>
        <p:spPr>
          <a:xfrm>
            <a:off x="841093" y="966226"/>
            <a:ext cx="10972800" cy="5278436"/>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Inline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Constraints will be written inside the class. </a:t>
            </a:r>
            <a:r>
              <a:rPr lang="en-US" sz="2400" dirty="0">
                <a:solidFill>
                  <a:srgbClr val="FF0000"/>
                </a:solidFill>
                <a:latin typeface="Times New Roman" panose="02020603050405020304" pitchFamily="18" charset="0"/>
                <a:cs typeface="Times New Roman" panose="02020603050405020304" pitchFamily="18" charset="0"/>
              </a:rPr>
              <a:t>inline constraint allows the user to add extra constraints to existing constraints </a:t>
            </a:r>
            <a:r>
              <a:rPr lang="en-US" sz="2400" dirty="0">
                <a:latin typeface="Times New Roman" panose="02020603050405020304" pitchFamily="18" charset="0"/>
                <a:cs typeface="Times New Roman" panose="02020603050405020304" pitchFamily="18" charset="0"/>
              </a:rPr>
              <a:t>written inside the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Inline constraints will be written outside the class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along with the randomize method call.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During randomization, constraint solver will consider both inline constraints and constraints written inside the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inline constraint will not override the constraints written inside the class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inline constraint shouldn’t conflict with the constraint written inside the class, else it will lead to randomization failure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example, constraint inside the class written as var &lt; 5, and inline constraint written as var &gt; 5</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4850CE-B6EA-ECC6-7A6B-83397A47E648}"/>
              </a:ext>
            </a:extLst>
          </p:cNvPr>
          <p:cNvSpPr>
            <a:spLocks noGrp="1"/>
          </p:cNvSpPr>
          <p:nvPr>
            <p:ph type="dt" sz="half" idx="10"/>
          </p:nvPr>
        </p:nvSpPr>
        <p:spPr/>
        <p:txBody>
          <a:bodyPr/>
          <a:lstStyle/>
          <a:p>
            <a:fld id="{4383BB72-62D9-436E-816E-436879CDE4BA}" type="datetime1">
              <a:rPr lang="en-IN" smtClean="0"/>
              <a:pPr/>
              <a:t>31-10-2025</a:t>
            </a:fld>
            <a:endParaRPr lang="en-IN"/>
          </a:p>
        </p:txBody>
      </p:sp>
      <p:sp>
        <p:nvSpPr>
          <p:cNvPr id="5" name="Footer Placeholder 4">
            <a:extLst>
              <a:ext uri="{FF2B5EF4-FFF2-40B4-BE49-F238E27FC236}">
                <a16:creationId xmlns:a16="http://schemas.microsoft.com/office/drawing/2014/main" id="{F65F17B3-1FC9-736B-25C1-05312A9CDE6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4E90480A-A970-8460-5DAF-1721EA011C1E}"/>
              </a:ext>
            </a:extLst>
          </p:cNvPr>
          <p:cNvSpPr>
            <a:spLocks noGrp="1"/>
          </p:cNvSpPr>
          <p:nvPr>
            <p:ph type="sldNum" sz="quarter" idx="12"/>
          </p:nvPr>
        </p:nvSpPr>
        <p:spPr/>
        <p:txBody>
          <a:bodyPr/>
          <a:lstStyle/>
          <a:p>
            <a:fld id="{56BB8B7D-B437-4E80-9B4F-EB7501C8BBDD}" type="slidenum">
              <a:rPr lang="en-IN" smtClean="0"/>
              <a:pPr/>
              <a:t>247</a:t>
            </a:fld>
            <a:endParaRPr lang="en-IN"/>
          </a:p>
        </p:txBody>
      </p:sp>
    </p:spTree>
    <p:extLst>
      <p:ext uri="{BB962C8B-B14F-4D97-AF65-F5344CB8AC3E}">
        <p14:creationId xmlns:p14="http://schemas.microsoft.com/office/powerpoint/2010/main" val="22180000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C47F-37C7-F992-1D88-BD85D287AA6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E4E6541B-FCF7-82AA-CB6C-B0A3574F8041}"/>
              </a:ext>
            </a:extLst>
          </p:cNvPr>
          <p:cNvSpPr>
            <a:spLocks noGrp="1"/>
          </p:cNvSpPr>
          <p:nvPr>
            <p:ph idx="1"/>
          </p:nvPr>
        </p:nvSpPr>
        <p:spPr>
          <a:xfrm>
            <a:off x="1199909" y="1182231"/>
            <a:ext cx="5486400"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class packet; </a:t>
            </a:r>
          </a:p>
          <a:p>
            <a:pPr marL="0" indent="0">
              <a:buNone/>
            </a:pPr>
            <a:r>
              <a:rPr lang="en-IN" sz="2000" dirty="0">
                <a:latin typeface="Times New Roman" panose="02020603050405020304" pitchFamily="18" charset="0"/>
                <a:cs typeface="Times New Roman" panose="02020603050405020304" pitchFamily="18" charset="0"/>
              </a:rPr>
              <a:t>  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[3:0] data;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data_range</a:t>
            </a:r>
            <a:r>
              <a:rPr lang="en-IN" sz="2000" dirty="0">
                <a:latin typeface="Times New Roman" panose="02020603050405020304" pitchFamily="18" charset="0"/>
                <a:cs typeface="Times New Roman" panose="02020603050405020304" pitchFamily="18" charset="0"/>
              </a:rPr>
              <a:t> { data &gt; 0; data &lt; 10; }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inline_constr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 </a:t>
            </a:r>
          </a:p>
          <a:p>
            <a:pPr marL="0" indent="0">
              <a:buNone/>
            </a:pPr>
            <a:r>
              <a:rPr lang="en-IN" sz="2000" dirty="0">
                <a:latin typeface="Times New Roman" panose="02020603050405020304" pitchFamily="18" charset="0"/>
                <a:cs typeface="Times New Roman" panose="02020603050405020304" pitchFamily="18" charset="0"/>
              </a:rPr>
              <a:t>    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p:txBody>
      </p:sp>
      <p:sp>
        <p:nvSpPr>
          <p:cNvPr id="5" name="Date Placeholder 4">
            <a:extLst>
              <a:ext uri="{FF2B5EF4-FFF2-40B4-BE49-F238E27FC236}">
                <a16:creationId xmlns:a16="http://schemas.microsoft.com/office/drawing/2014/main" id="{99688389-77A3-AD66-27D1-320325931F1D}"/>
              </a:ext>
            </a:extLst>
          </p:cNvPr>
          <p:cNvSpPr>
            <a:spLocks noGrp="1"/>
          </p:cNvSpPr>
          <p:nvPr>
            <p:ph type="dt" sz="half" idx="10"/>
          </p:nvPr>
        </p:nvSpPr>
        <p:spPr/>
        <p:txBody>
          <a:bodyPr/>
          <a:lstStyle/>
          <a:p>
            <a:fld id="{E25785FF-B8C7-4410-BD17-C798D9F49ECA}" type="datetime1">
              <a:rPr lang="en-IN" smtClean="0"/>
              <a:pPr/>
              <a:t>31-10-2025</a:t>
            </a:fld>
            <a:endParaRPr lang="en-IN"/>
          </a:p>
        </p:txBody>
      </p:sp>
      <p:sp>
        <p:nvSpPr>
          <p:cNvPr id="6" name="Footer Placeholder 5">
            <a:extLst>
              <a:ext uri="{FF2B5EF4-FFF2-40B4-BE49-F238E27FC236}">
                <a16:creationId xmlns:a16="http://schemas.microsoft.com/office/drawing/2014/main" id="{A13A63CD-E0E0-EED7-95F9-745545A5B89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10066AC-7528-A1AC-3737-B59EBE85E470}"/>
              </a:ext>
            </a:extLst>
          </p:cNvPr>
          <p:cNvSpPr>
            <a:spLocks noGrp="1"/>
          </p:cNvSpPr>
          <p:nvPr>
            <p:ph type="sldNum" sz="quarter" idx="12"/>
          </p:nvPr>
        </p:nvSpPr>
        <p:spPr/>
        <p:txBody>
          <a:bodyPr/>
          <a:lstStyle/>
          <a:p>
            <a:fld id="{56BB8B7D-B437-4E80-9B4F-EB7501C8BBDD}" type="slidenum">
              <a:rPr lang="en-IN" smtClean="0"/>
              <a:pPr/>
              <a:t>248</a:t>
            </a:fld>
            <a:endParaRPr lang="en-IN"/>
          </a:p>
        </p:txBody>
      </p:sp>
      <p:sp>
        <p:nvSpPr>
          <p:cNvPr id="4" name="TextBox 3">
            <a:extLst>
              <a:ext uri="{FF2B5EF4-FFF2-40B4-BE49-F238E27FC236}">
                <a16:creationId xmlns:a16="http://schemas.microsoft.com/office/drawing/2014/main" id="{F585AF4B-B870-DA9C-B5AB-C3042D6585D4}"/>
              </a:ext>
            </a:extLst>
          </p:cNvPr>
          <p:cNvSpPr txBox="1"/>
          <p:nvPr/>
        </p:nvSpPr>
        <p:spPr>
          <a:xfrm>
            <a:off x="6838950" y="1182231"/>
            <a:ext cx="5353050" cy="2246769"/>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repeat(2)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with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8;}; </a:t>
            </a:r>
          </a:p>
          <a:p>
            <a:pPr marL="0" indent="0">
              <a:buNone/>
            </a:pPr>
            <a:r>
              <a:rPr lang="en-IN" sz="2000" dirty="0">
                <a:latin typeface="Times New Roman" panose="02020603050405020304" pitchFamily="18" charset="0"/>
                <a:cs typeface="Times New Roman" panose="02020603050405020304" pitchFamily="18" charset="0"/>
              </a:rPr>
              <a:t>      $display("\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 data = %0d",pkt.addr,pkt.data);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192824677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19B2B-5764-A4D3-1B2A-B38C7917A71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8C22373A-C97E-F3E1-0191-0FB4E3ED1F7F}"/>
              </a:ext>
            </a:extLst>
          </p:cNvPr>
          <p:cNvSpPr>
            <a:spLocks noGrp="1"/>
          </p:cNvSpPr>
          <p:nvPr>
            <p:ph idx="1"/>
          </p:nvPr>
        </p:nvSpPr>
        <p:spPr>
          <a:xfrm>
            <a:off x="609600" y="891388"/>
            <a:ext cx="10972800" cy="5259386"/>
          </a:xfrm>
        </p:spPr>
        <p:txBody>
          <a:bodyPr/>
          <a:lstStyle/>
          <a:p>
            <a:pPr marL="890588" indent="0">
              <a:buNone/>
            </a:pPr>
            <a:r>
              <a:rPr lang="en-IN" sz="2000" dirty="0">
                <a:latin typeface="Times New Roman" panose="02020603050405020304" pitchFamily="18" charset="0"/>
                <a:cs typeface="Times New Roman" panose="02020603050405020304" pitchFamily="18" charset="0"/>
              </a:rPr>
              <a:t>class packet; </a:t>
            </a:r>
          </a:p>
          <a:p>
            <a:pPr marL="890588" indent="0">
              <a:buNone/>
            </a:pPr>
            <a:r>
              <a:rPr lang="en-IN" sz="2000" dirty="0">
                <a:latin typeface="Times New Roman" panose="02020603050405020304" pitchFamily="18" charset="0"/>
                <a:cs typeface="Times New Roman" panose="02020603050405020304" pitchFamily="18" charset="0"/>
              </a:rPr>
              <a:t>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890588" indent="0">
              <a:buNone/>
            </a:pPr>
            <a:r>
              <a:rPr lang="en-IN" sz="2000" dirty="0">
                <a:latin typeface="Times New Roman" panose="02020603050405020304" pitchFamily="18" charset="0"/>
                <a:cs typeface="Times New Roman" panose="02020603050405020304" pitchFamily="18" charset="0"/>
              </a:rPr>
              <a:t>constraint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&lt; 5;}; </a:t>
            </a:r>
          </a:p>
          <a:p>
            <a:pPr marL="890588"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890588"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inline_constr</a:t>
            </a:r>
            <a:r>
              <a:rPr lang="en-IN" sz="2000" dirty="0">
                <a:latin typeface="Times New Roman" panose="02020603050405020304" pitchFamily="18" charset="0"/>
                <a:cs typeface="Times New Roman" panose="02020603050405020304" pitchFamily="18" charset="0"/>
              </a:rPr>
              <a:t>; </a:t>
            </a:r>
          </a:p>
          <a:p>
            <a:pPr marL="890588" indent="0">
              <a:buNone/>
            </a:pPr>
            <a:r>
              <a:rPr lang="en-IN" sz="2000" dirty="0">
                <a:latin typeface="Times New Roman" panose="02020603050405020304" pitchFamily="18" charset="0"/>
                <a:cs typeface="Times New Roman" panose="02020603050405020304" pitchFamily="18" charset="0"/>
              </a:rPr>
              <a:t>initial begin </a:t>
            </a:r>
          </a:p>
          <a:p>
            <a:pPr marL="890588" indent="0">
              <a:buNone/>
            </a:pPr>
            <a:r>
              <a:rPr lang="en-IN" sz="2000" dirty="0">
                <a:latin typeface="Times New Roman" panose="02020603050405020304" pitchFamily="18" charset="0"/>
                <a:cs typeface="Times New Roman" panose="02020603050405020304" pitchFamily="18" charset="0"/>
              </a:rPr>
              <a:t>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890588" indent="0">
              <a:buNone/>
            </a:pP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890588" indent="0">
              <a:buNone/>
            </a:pPr>
            <a:r>
              <a:rPr lang="en-IN" sz="2000" dirty="0">
                <a:latin typeface="Times New Roman" panose="02020603050405020304" pitchFamily="18" charset="0"/>
                <a:cs typeface="Times New Roman" panose="02020603050405020304" pitchFamily="18" charset="0"/>
              </a:rPr>
              <a:t>repeat(2) begin </a:t>
            </a:r>
          </a:p>
          <a:p>
            <a:pPr marL="890588"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with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&gt; 5;}; </a:t>
            </a:r>
          </a:p>
          <a:p>
            <a:pPr marL="890588"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%0d",pkt.addr); </a:t>
            </a:r>
          </a:p>
          <a:p>
            <a:pPr marL="890588" indent="0">
              <a:buNone/>
            </a:pPr>
            <a:r>
              <a:rPr lang="en-IN" sz="2000" dirty="0">
                <a:latin typeface="Times New Roman" panose="02020603050405020304" pitchFamily="18" charset="0"/>
                <a:cs typeface="Times New Roman" panose="02020603050405020304" pitchFamily="18" charset="0"/>
              </a:rPr>
              <a:t>end </a:t>
            </a:r>
          </a:p>
          <a:p>
            <a:pPr marL="890588" indent="0">
              <a:buNone/>
            </a:pPr>
            <a:r>
              <a:rPr lang="en-IN" sz="2000" dirty="0">
                <a:latin typeface="Times New Roman" panose="02020603050405020304" pitchFamily="18" charset="0"/>
                <a:cs typeface="Times New Roman" panose="02020603050405020304" pitchFamily="18" charset="0"/>
              </a:rPr>
              <a:t>end </a:t>
            </a:r>
          </a:p>
          <a:p>
            <a:pPr marL="890588"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A7A8F394-E71B-2C0C-A041-7A18EF1EFB01}"/>
              </a:ext>
            </a:extLst>
          </p:cNvPr>
          <p:cNvSpPr>
            <a:spLocks noGrp="1"/>
          </p:cNvSpPr>
          <p:nvPr>
            <p:ph type="dt" sz="half" idx="10"/>
          </p:nvPr>
        </p:nvSpPr>
        <p:spPr/>
        <p:txBody>
          <a:bodyPr/>
          <a:lstStyle/>
          <a:p>
            <a:fld id="{37E5F094-4ADC-4A39-B1B9-DDEFB1B1220B}" type="datetime1">
              <a:rPr lang="en-IN" smtClean="0"/>
              <a:pPr/>
              <a:t>31-10-2025</a:t>
            </a:fld>
            <a:endParaRPr lang="en-IN"/>
          </a:p>
        </p:txBody>
      </p:sp>
      <p:sp>
        <p:nvSpPr>
          <p:cNvPr id="5" name="Footer Placeholder 4">
            <a:extLst>
              <a:ext uri="{FF2B5EF4-FFF2-40B4-BE49-F238E27FC236}">
                <a16:creationId xmlns:a16="http://schemas.microsoft.com/office/drawing/2014/main" id="{DEE08EEF-F295-EBEF-FA0C-C98D5A7521A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5CB5988-29C2-8A78-E7BC-4390B0EA891F}"/>
              </a:ext>
            </a:extLst>
          </p:cNvPr>
          <p:cNvSpPr>
            <a:spLocks noGrp="1"/>
          </p:cNvSpPr>
          <p:nvPr>
            <p:ph type="sldNum" sz="quarter" idx="12"/>
          </p:nvPr>
        </p:nvSpPr>
        <p:spPr/>
        <p:txBody>
          <a:bodyPr/>
          <a:lstStyle/>
          <a:p>
            <a:fld id="{56BB8B7D-B437-4E80-9B4F-EB7501C8BBDD}" type="slidenum">
              <a:rPr lang="en-IN" smtClean="0"/>
              <a:pPr/>
              <a:t>249</a:t>
            </a:fld>
            <a:endParaRPr lang="en-IN"/>
          </a:p>
        </p:txBody>
      </p:sp>
    </p:spTree>
    <p:extLst>
      <p:ext uri="{BB962C8B-B14F-4D97-AF65-F5344CB8AC3E}">
        <p14:creationId xmlns:p14="http://schemas.microsoft.com/office/powerpoint/2010/main" val="344238963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A2D4-2582-9AA5-4FF8-6CF64328DCB3}"/>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DAD396F-01D0-606F-8C3C-90B02165B2B9}"/>
              </a:ext>
            </a:extLst>
          </p:cNvPr>
          <p:cNvSpPr>
            <a:spLocks noGrp="1"/>
          </p:cNvSpPr>
          <p:nvPr>
            <p:ph idx="1"/>
          </p:nvPr>
        </p:nvSpPr>
        <p:spPr>
          <a:xfrm>
            <a:off x="609600" y="891251"/>
            <a:ext cx="10972800" cy="5785774"/>
          </a:xfrm>
        </p:spPr>
        <p:txBody>
          <a:bodyPr/>
          <a:lstStyle/>
          <a:p>
            <a:pPr marL="809625" indent="0">
              <a:buNone/>
            </a:pPr>
            <a:r>
              <a:rPr lang="en-IN" sz="2000" dirty="0">
                <a:latin typeface="Times New Roman" panose="02020603050405020304" pitchFamily="18" charset="0"/>
                <a:cs typeface="Times New Roman" panose="02020603050405020304" pitchFamily="18" charset="0"/>
              </a:rPr>
              <a:t>class packet; </a:t>
            </a:r>
          </a:p>
          <a:p>
            <a:pPr marL="809625" indent="0">
              <a:buNone/>
            </a:pPr>
            <a:r>
              <a:rPr lang="en-IN" sz="2000" dirty="0">
                <a:latin typeface="Times New Roman" panose="02020603050405020304" pitchFamily="18" charset="0"/>
                <a:cs typeface="Times New Roman" panose="02020603050405020304" pitchFamily="18" charset="0"/>
              </a:rPr>
              <a:t>rand bit [3:0]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a:latin typeface="Times New Roman" panose="02020603050405020304" pitchFamily="18" charset="0"/>
                <a:cs typeface="Times New Roman" panose="02020603050405020304" pitchFamily="18" charset="0"/>
              </a:rPr>
              <a:t>constraint </a:t>
            </a:r>
            <a:r>
              <a:rPr lang="en-IN" sz="2000" dirty="0" err="1">
                <a:latin typeface="Times New Roman" panose="02020603050405020304" pitchFamily="18" charset="0"/>
                <a:cs typeface="Times New Roman" panose="02020603050405020304" pitchFamily="18" charset="0"/>
              </a:rPr>
              <a:t>addr_range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inside {[6:12]};}; </a:t>
            </a:r>
          </a:p>
          <a:p>
            <a:pPr marL="809625"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inline_constr</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a:latin typeface="Times New Roman" panose="02020603050405020304" pitchFamily="18" charset="0"/>
                <a:cs typeface="Times New Roman" panose="02020603050405020304" pitchFamily="18" charset="0"/>
              </a:rPr>
              <a:t>initial begin </a:t>
            </a:r>
          </a:p>
          <a:p>
            <a:pPr marL="809625" indent="0">
              <a:buNone/>
            </a:pPr>
            <a:r>
              <a:rPr lang="en-IN" sz="2000" dirty="0">
                <a:latin typeface="Times New Roman" panose="02020603050405020304" pitchFamily="18" charset="0"/>
                <a:cs typeface="Times New Roman" panose="02020603050405020304" pitchFamily="18" charset="0"/>
              </a:rPr>
              <a:t>packet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809625" indent="0">
              <a:buNone/>
            </a:pP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809625" indent="0">
              <a:buNone/>
            </a:pPr>
            <a:r>
              <a:rPr lang="en-IN" sz="2000" dirty="0">
                <a:latin typeface="Times New Roman" panose="02020603050405020304" pitchFamily="18" charset="0"/>
                <a:cs typeface="Times New Roman" panose="02020603050405020304" pitchFamily="18" charset="0"/>
              </a:rPr>
              <a:t>repeat(2) begin </a:t>
            </a:r>
          </a:p>
          <a:p>
            <a:pPr marL="809625"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with {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8;}; </a:t>
            </a:r>
          </a:p>
          <a:p>
            <a:pPr marL="809625" indent="0">
              <a:buNone/>
            </a:pPr>
            <a:r>
              <a:rPr lang="en-IN" sz="2000" dirty="0">
                <a:latin typeface="Times New Roman" panose="02020603050405020304" pitchFamily="18" charset="0"/>
                <a:cs typeface="Times New Roman" panose="02020603050405020304" pitchFamily="18" charset="0"/>
              </a:rPr>
              <a:t>$display("\</a:t>
            </a:r>
            <a:r>
              <a:rPr lang="en-IN" sz="2000" dirty="0" err="1">
                <a:latin typeface="Times New Roman" panose="02020603050405020304" pitchFamily="18" charset="0"/>
                <a:cs typeface="Times New Roman" panose="02020603050405020304" pitchFamily="18" charset="0"/>
              </a:rPr>
              <a:t>taddr</a:t>
            </a:r>
            <a:r>
              <a:rPr lang="en-IN" sz="2000" dirty="0">
                <a:latin typeface="Times New Roman" panose="02020603050405020304" pitchFamily="18" charset="0"/>
                <a:cs typeface="Times New Roman" panose="02020603050405020304" pitchFamily="18" charset="0"/>
              </a:rPr>
              <a:t> = %0d",pkt.addr); </a:t>
            </a:r>
          </a:p>
          <a:p>
            <a:pPr marL="809625" indent="0">
              <a:buNone/>
            </a:pPr>
            <a:r>
              <a:rPr lang="en-IN" sz="2000" dirty="0">
                <a:latin typeface="Times New Roman" panose="02020603050405020304" pitchFamily="18" charset="0"/>
                <a:cs typeface="Times New Roman" panose="02020603050405020304" pitchFamily="18" charset="0"/>
              </a:rPr>
              <a:t>end </a:t>
            </a:r>
          </a:p>
          <a:p>
            <a:pPr marL="809625" indent="0">
              <a:buNone/>
            </a:pPr>
            <a:r>
              <a:rPr lang="en-IN" sz="2000" dirty="0">
                <a:latin typeface="Times New Roman" panose="02020603050405020304" pitchFamily="18" charset="0"/>
                <a:cs typeface="Times New Roman" panose="02020603050405020304" pitchFamily="18" charset="0"/>
              </a:rPr>
              <a:t>end </a:t>
            </a:r>
          </a:p>
          <a:p>
            <a:pPr marL="809625"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128A2CA-F385-FE70-F99B-75210237E850}"/>
              </a:ext>
            </a:extLst>
          </p:cNvPr>
          <p:cNvSpPr>
            <a:spLocks noGrp="1"/>
          </p:cNvSpPr>
          <p:nvPr>
            <p:ph type="dt" sz="half" idx="10"/>
          </p:nvPr>
        </p:nvSpPr>
        <p:spPr/>
        <p:txBody>
          <a:bodyPr/>
          <a:lstStyle/>
          <a:p>
            <a:fld id="{7B82AFC5-3E48-42CE-8784-E489988B45A6}" type="datetime1">
              <a:rPr lang="en-IN" smtClean="0"/>
              <a:pPr/>
              <a:t>31-10-2025</a:t>
            </a:fld>
            <a:endParaRPr lang="en-IN"/>
          </a:p>
        </p:txBody>
      </p:sp>
      <p:sp>
        <p:nvSpPr>
          <p:cNvPr id="5" name="Footer Placeholder 4">
            <a:extLst>
              <a:ext uri="{FF2B5EF4-FFF2-40B4-BE49-F238E27FC236}">
                <a16:creationId xmlns:a16="http://schemas.microsoft.com/office/drawing/2014/main" id="{8078A833-A833-2CE6-87FB-C77B354B9E0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C3093EA-1AD1-69E3-F6E3-B7799E2A80CE}"/>
              </a:ext>
            </a:extLst>
          </p:cNvPr>
          <p:cNvSpPr>
            <a:spLocks noGrp="1"/>
          </p:cNvSpPr>
          <p:nvPr>
            <p:ph type="sldNum" sz="quarter" idx="12"/>
          </p:nvPr>
        </p:nvSpPr>
        <p:spPr/>
        <p:txBody>
          <a:bodyPr/>
          <a:lstStyle/>
          <a:p>
            <a:fld id="{56BB8B7D-B437-4E80-9B4F-EB7501C8BBDD}" type="slidenum">
              <a:rPr lang="en-IN" smtClean="0"/>
              <a:pPr/>
              <a:t>250</a:t>
            </a:fld>
            <a:endParaRPr lang="en-IN"/>
          </a:p>
        </p:txBody>
      </p:sp>
    </p:spTree>
    <p:extLst>
      <p:ext uri="{BB962C8B-B14F-4D97-AF65-F5344CB8AC3E}">
        <p14:creationId xmlns:p14="http://schemas.microsoft.com/office/powerpoint/2010/main" val="238615747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2FD27-FE34-FB09-8245-040EEBD6D4F8}"/>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C81DE83B-AAA4-A45D-6539-7546CA9F1CDD}"/>
              </a:ext>
            </a:extLst>
          </p:cNvPr>
          <p:cNvSpPr>
            <a:spLocks noGrp="1"/>
          </p:cNvSpPr>
          <p:nvPr>
            <p:ph idx="1"/>
          </p:nvPr>
        </p:nvSpPr>
        <p:spPr>
          <a:xfrm>
            <a:off x="609600" y="891251"/>
            <a:ext cx="10972800" cy="5842925"/>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Soft Constraints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constraints declared with the keyword soft is called as soft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Any conflict between class constraint and inline constraint leads to a randomization failure, from this it is clear that it is not possible to override the class constraint by inline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test scenarios demand to override the constraints, this can be done by writing a soft keyword in class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soft constraint is a constraint on a random variable, which allows overriding the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a:t>
            </a:r>
            <a:r>
              <a:rPr lang="en-US" sz="2400" dirty="0" err="1">
                <a:latin typeface="Times New Roman" panose="02020603050405020304" pitchFamily="18" charset="0"/>
                <a:cs typeface="Times New Roman" panose="02020603050405020304" pitchFamily="18" charset="0"/>
              </a:rPr>
              <a:t>c_name</a:t>
            </a:r>
            <a:r>
              <a:rPr lang="en-US" sz="2400" dirty="0">
                <a:latin typeface="Times New Roman" panose="02020603050405020304" pitchFamily="18" charset="0"/>
                <a:cs typeface="Times New Roman" panose="02020603050405020304" pitchFamily="18" charset="0"/>
              </a:rPr>
              <a:t> { soft variable { condition };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972550-D357-08F7-6900-2F3AA3AF40DA}"/>
              </a:ext>
            </a:extLst>
          </p:cNvPr>
          <p:cNvSpPr>
            <a:spLocks noGrp="1"/>
          </p:cNvSpPr>
          <p:nvPr>
            <p:ph type="dt" sz="half" idx="10"/>
          </p:nvPr>
        </p:nvSpPr>
        <p:spPr/>
        <p:txBody>
          <a:bodyPr/>
          <a:lstStyle/>
          <a:p>
            <a:fld id="{3D89EF39-9164-4CBE-812E-93B7284FA604}" type="datetime1">
              <a:rPr lang="en-IN" smtClean="0"/>
              <a:pPr/>
              <a:t>31-10-2025</a:t>
            </a:fld>
            <a:endParaRPr lang="en-IN"/>
          </a:p>
        </p:txBody>
      </p:sp>
      <p:sp>
        <p:nvSpPr>
          <p:cNvPr id="5" name="Footer Placeholder 4">
            <a:extLst>
              <a:ext uri="{FF2B5EF4-FFF2-40B4-BE49-F238E27FC236}">
                <a16:creationId xmlns:a16="http://schemas.microsoft.com/office/drawing/2014/main" id="{331541E8-3FEA-B8EA-263B-73E16711AA4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1097B46-3CBF-50C0-B6D4-71992819A733}"/>
              </a:ext>
            </a:extLst>
          </p:cNvPr>
          <p:cNvSpPr>
            <a:spLocks noGrp="1"/>
          </p:cNvSpPr>
          <p:nvPr>
            <p:ph type="sldNum" sz="quarter" idx="12"/>
          </p:nvPr>
        </p:nvSpPr>
        <p:spPr/>
        <p:txBody>
          <a:bodyPr/>
          <a:lstStyle/>
          <a:p>
            <a:fld id="{56BB8B7D-B437-4E80-9B4F-EB7501C8BBDD}" type="slidenum">
              <a:rPr lang="en-IN" smtClean="0"/>
              <a:pPr/>
              <a:t>251</a:t>
            </a:fld>
            <a:endParaRPr lang="en-IN"/>
          </a:p>
        </p:txBody>
      </p:sp>
    </p:spTree>
    <p:extLst>
      <p:ext uri="{BB962C8B-B14F-4D97-AF65-F5344CB8AC3E}">
        <p14:creationId xmlns:p14="http://schemas.microsoft.com/office/powerpoint/2010/main" val="381124555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5F410-6FDA-6C89-EAD6-D70CD8A7A1CC}"/>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C87A76DB-8F85-51D0-D52A-50F164222B4F}"/>
              </a:ext>
            </a:extLst>
          </p:cNvPr>
          <p:cNvSpPr>
            <a:spLocks noGrp="1"/>
          </p:cNvSpPr>
          <p:nvPr>
            <p:ph idx="1"/>
          </p:nvPr>
        </p:nvSpPr>
        <p:spPr>
          <a:xfrm>
            <a:off x="1130461" y="977959"/>
            <a:ext cx="5486400" cy="4525963"/>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class packet;</a:t>
            </a:r>
          </a:p>
          <a:p>
            <a:pPr marL="0" indent="0">
              <a:buNone/>
            </a:pPr>
            <a:r>
              <a:rPr lang="en-US" sz="2400" dirty="0">
                <a:latin typeface="Times New Roman" panose="02020603050405020304" pitchFamily="18" charset="0"/>
                <a:cs typeface="Times New Roman" panose="02020603050405020304" pitchFamily="18" charset="0"/>
              </a:rPr>
              <a:t>  rand bit[3:0]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constraint </a:t>
            </a:r>
            <a:r>
              <a:rPr lang="en-US" sz="2400" dirty="0" err="1">
                <a:latin typeface="Times New Roman" panose="02020603050405020304" pitchFamily="18" charset="0"/>
                <a:cs typeface="Times New Roman" panose="02020603050405020304" pitchFamily="18" charset="0"/>
              </a:rPr>
              <a:t>addr_range</a:t>
            </a:r>
            <a:r>
              <a:rPr lang="en-US" sz="2400" dirty="0">
                <a:latin typeface="Times New Roman" panose="02020603050405020304" pitchFamily="18" charset="0"/>
                <a:cs typeface="Times New Roman" panose="02020603050405020304" pitchFamily="18" charset="0"/>
              </a:rPr>
              <a:t> {soft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&gt;8;}</a:t>
            </a:r>
          </a:p>
          <a:p>
            <a:pPr marL="0" indent="0">
              <a:buNone/>
            </a:pPr>
            <a:r>
              <a:rPr lang="en-US" sz="2400" dirty="0" err="1">
                <a:latin typeface="Times New Roman" panose="02020603050405020304" pitchFamily="18" charset="0"/>
                <a:cs typeface="Times New Roman" panose="02020603050405020304" pitchFamily="18" charset="0"/>
              </a:rPr>
              <a:t>endclass</a:t>
            </a:r>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module tb;</a:t>
            </a:r>
          </a:p>
          <a:p>
            <a:pPr marL="0" indent="0">
              <a:buNone/>
            </a:pPr>
            <a:r>
              <a:rPr lang="en-IN" sz="2400" dirty="0">
                <a:latin typeface="Times New Roman" panose="02020603050405020304" pitchFamily="18" charset="0"/>
                <a:cs typeface="Times New Roman" panose="02020603050405020304" pitchFamily="18" charset="0"/>
              </a:rPr>
              <a:t>  packet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  initial begin</a:t>
            </a: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=new();</a:t>
            </a:r>
          </a:p>
          <a:p>
            <a:pPr marL="0" indent="0">
              <a:buNone/>
            </a:pPr>
            <a:r>
              <a:rPr lang="en-IN" sz="2400" dirty="0">
                <a:latin typeface="Times New Roman" panose="02020603050405020304" pitchFamily="18" charset="0"/>
                <a:cs typeface="Times New Roman" panose="02020603050405020304" pitchFamily="18" charset="0"/>
              </a:rPr>
              <a:t>    $display("---------------------------------");</a:t>
            </a:r>
          </a:p>
          <a:p>
            <a:pPr marL="0" indent="0">
              <a:buNone/>
            </a:pPr>
            <a:r>
              <a:rPr lang="en-IN" sz="2400" dirty="0">
                <a:latin typeface="Times New Roman" panose="02020603050405020304" pitchFamily="18" charset="0"/>
                <a:cs typeface="Times New Roman" panose="02020603050405020304" pitchFamily="18" charset="0"/>
              </a:rPr>
              <a:t>    $display (" calling randomization");</a:t>
            </a:r>
          </a:p>
          <a:p>
            <a:pPr marL="0" indent="0">
              <a:buNone/>
            </a:pPr>
            <a:r>
              <a:rPr lang="en-IN" sz="2400" dirty="0">
                <a:latin typeface="Times New Roman" panose="02020603050405020304" pitchFamily="18" charset="0"/>
                <a:cs typeface="Times New Roman" panose="02020603050405020304" pitchFamily="18" charset="0"/>
              </a:rPr>
              <a:t>    repeat(10) begin </a:t>
            </a:r>
          </a:p>
        </p:txBody>
      </p:sp>
      <p:sp>
        <p:nvSpPr>
          <p:cNvPr id="5" name="Date Placeholder 4">
            <a:extLst>
              <a:ext uri="{FF2B5EF4-FFF2-40B4-BE49-F238E27FC236}">
                <a16:creationId xmlns:a16="http://schemas.microsoft.com/office/drawing/2014/main" id="{B3D81E38-A4BE-D120-1AC6-520B5BC5DDA4}"/>
              </a:ext>
            </a:extLst>
          </p:cNvPr>
          <p:cNvSpPr>
            <a:spLocks noGrp="1"/>
          </p:cNvSpPr>
          <p:nvPr>
            <p:ph type="dt" sz="half" idx="10"/>
          </p:nvPr>
        </p:nvSpPr>
        <p:spPr/>
        <p:txBody>
          <a:bodyPr/>
          <a:lstStyle/>
          <a:p>
            <a:fld id="{0BD5643D-7ECB-48D3-8FFB-318415ED2805}" type="datetime1">
              <a:rPr lang="en-IN" smtClean="0"/>
              <a:pPr/>
              <a:t>31-10-2025</a:t>
            </a:fld>
            <a:endParaRPr lang="en-IN"/>
          </a:p>
        </p:txBody>
      </p:sp>
      <p:sp>
        <p:nvSpPr>
          <p:cNvPr id="6" name="Footer Placeholder 5">
            <a:extLst>
              <a:ext uri="{FF2B5EF4-FFF2-40B4-BE49-F238E27FC236}">
                <a16:creationId xmlns:a16="http://schemas.microsoft.com/office/drawing/2014/main" id="{64883471-73FA-662F-1C72-F9985E82434F}"/>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C7284B7-E5F2-32EC-E234-1E720C7BF910}"/>
              </a:ext>
            </a:extLst>
          </p:cNvPr>
          <p:cNvSpPr>
            <a:spLocks noGrp="1"/>
          </p:cNvSpPr>
          <p:nvPr>
            <p:ph type="sldNum" sz="quarter" idx="12"/>
          </p:nvPr>
        </p:nvSpPr>
        <p:spPr/>
        <p:txBody>
          <a:bodyPr/>
          <a:lstStyle/>
          <a:p>
            <a:fld id="{56BB8B7D-B437-4E80-9B4F-EB7501C8BBDD}" type="slidenum">
              <a:rPr lang="en-IN" smtClean="0"/>
              <a:pPr/>
              <a:t>252</a:t>
            </a:fld>
            <a:endParaRPr lang="en-IN"/>
          </a:p>
        </p:txBody>
      </p:sp>
      <p:sp>
        <p:nvSpPr>
          <p:cNvPr id="4" name="TextBox 3">
            <a:extLst>
              <a:ext uri="{FF2B5EF4-FFF2-40B4-BE49-F238E27FC236}">
                <a16:creationId xmlns:a16="http://schemas.microsoft.com/office/drawing/2014/main" id="{5879FE93-75B4-AF00-0B01-8EDA00C53715}"/>
              </a:ext>
            </a:extLst>
          </p:cNvPr>
          <p:cNvSpPr txBox="1"/>
          <p:nvPr/>
        </p:nvSpPr>
        <p:spPr>
          <a:xfrm>
            <a:off x="6238875" y="977959"/>
            <a:ext cx="5343525" cy="1938992"/>
          </a:xfrm>
          <a:prstGeom prst="rect">
            <a:avLst/>
          </a:prstGeom>
          <a:noFill/>
        </p:spPr>
        <p:txBody>
          <a:bodyPr wrap="square" rtlCol="0">
            <a:spAutoFit/>
          </a:bodyPr>
          <a:lstStyle/>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pkt.randomize</a:t>
            </a:r>
            <a:r>
              <a:rPr lang="en-IN" sz="2400" dirty="0">
                <a:latin typeface="Times New Roman" panose="02020603050405020304" pitchFamily="18" charset="0"/>
                <a:cs typeface="Times New Roman" panose="02020603050405020304" pitchFamily="18" charset="0"/>
              </a:rPr>
              <a:t>() with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&lt;8;};</a:t>
            </a:r>
          </a:p>
          <a:p>
            <a:pPr marL="0" indent="0">
              <a:buNone/>
            </a:pPr>
            <a:r>
              <a:rPr lang="en-IN" sz="2400" dirty="0">
                <a:latin typeface="Times New Roman" panose="02020603050405020304" pitchFamily="18" charset="0"/>
                <a:cs typeface="Times New Roman" panose="02020603050405020304" pitchFamily="18" charset="0"/>
              </a:rPr>
              <a:t>    $display(" \t </a:t>
            </a:r>
            <a:r>
              <a:rPr lang="en-IN" sz="2400" dirty="0" err="1">
                <a:latin typeface="Times New Roman" panose="02020603050405020304" pitchFamily="18" charset="0"/>
                <a:cs typeface="Times New Roman" panose="02020603050405020304" pitchFamily="18" charset="0"/>
              </a:rPr>
              <a:t>addr</a:t>
            </a:r>
            <a:r>
              <a:rPr lang="en-IN" sz="2400" dirty="0">
                <a:latin typeface="Times New Roman" panose="02020603050405020304" pitchFamily="18" charset="0"/>
                <a:cs typeface="Times New Roman" panose="02020603050405020304" pitchFamily="18" charset="0"/>
              </a:rPr>
              <a:t> : %0d", </a:t>
            </a:r>
            <a:r>
              <a:rPr lang="en-IN" sz="2400" dirty="0" err="1">
                <a:latin typeface="Times New Roman" panose="02020603050405020304" pitchFamily="18" charset="0"/>
                <a:cs typeface="Times New Roman" panose="02020603050405020304" pitchFamily="18" charset="0"/>
              </a:rPr>
              <a:t>pkt.addr</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    end</a:t>
            </a:r>
          </a:p>
          <a:p>
            <a:pPr marL="0" indent="0">
              <a:buNone/>
            </a:pPr>
            <a:r>
              <a:rPr lang="en-IN" sz="2400" dirty="0">
                <a:latin typeface="Times New Roman" panose="02020603050405020304" pitchFamily="18" charset="0"/>
                <a:cs typeface="Times New Roman" panose="02020603050405020304" pitchFamily="18" charset="0"/>
              </a:rPr>
              <a:t>  end</a:t>
            </a:r>
          </a:p>
          <a:p>
            <a:pPr marL="0" indent="0">
              <a:buNone/>
            </a:pPr>
            <a:r>
              <a:rPr lang="en-IN" sz="2400" dirty="0" err="1">
                <a:latin typeface="Times New Roman" panose="02020603050405020304" pitchFamily="18" charset="0"/>
                <a:cs typeface="Times New Roman" panose="02020603050405020304" pitchFamily="18" charset="0"/>
              </a:rPr>
              <a:t>endmodule</a:t>
            </a:r>
            <a:endParaRPr lang="en-IN" sz="2400" dirty="0"/>
          </a:p>
        </p:txBody>
      </p:sp>
    </p:spTree>
    <p:extLst>
      <p:ext uri="{BB962C8B-B14F-4D97-AF65-F5344CB8AC3E}">
        <p14:creationId xmlns:p14="http://schemas.microsoft.com/office/powerpoint/2010/main" val="331737404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77CF6-ADFC-4651-EBC2-B617DCCBD8C5}"/>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DD320DC1-4A51-4780-CE0F-59BF96B609A5}"/>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Functions in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some cases, constraint can’t be expressed in a single line, in such cases function call can be used to constrain a random variable.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Calling the function inside the constraint is referred to as function in constraints.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function will be written outside the constraint block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Constraint logic shall be written inside the function as function definition and function call shall be placed inside the constraint block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Functions shall be called before constraints are solved, and their return values shall be treated as state variables.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53B3B57-8DCC-2D8D-2E77-E210075E7FF4}"/>
              </a:ext>
            </a:extLst>
          </p:cNvPr>
          <p:cNvSpPr>
            <a:spLocks noGrp="1"/>
          </p:cNvSpPr>
          <p:nvPr>
            <p:ph type="dt" sz="half" idx="10"/>
          </p:nvPr>
        </p:nvSpPr>
        <p:spPr/>
        <p:txBody>
          <a:bodyPr/>
          <a:lstStyle/>
          <a:p>
            <a:fld id="{4CC1B150-2812-41BE-B3FB-E0B0E34059EA}" type="datetime1">
              <a:rPr lang="en-IN" smtClean="0"/>
              <a:pPr/>
              <a:t>31-10-2025</a:t>
            </a:fld>
            <a:endParaRPr lang="en-IN"/>
          </a:p>
        </p:txBody>
      </p:sp>
      <p:sp>
        <p:nvSpPr>
          <p:cNvPr id="5" name="Footer Placeholder 4">
            <a:extLst>
              <a:ext uri="{FF2B5EF4-FFF2-40B4-BE49-F238E27FC236}">
                <a16:creationId xmlns:a16="http://schemas.microsoft.com/office/drawing/2014/main" id="{2A183D97-65B1-2FB4-1897-38D76836DC9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E5A22FF-C0D8-5D59-949F-05A52F44F6D4}"/>
              </a:ext>
            </a:extLst>
          </p:cNvPr>
          <p:cNvSpPr>
            <a:spLocks noGrp="1"/>
          </p:cNvSpPr>
          <p:nvPr>
            <p:ph type="sldNum" sz="quarter" idx="12"/>
          </p:nvPr>
        </p:nvSpPr>
        <p:spPr/>
        <p:txBody>
          <a:bodyPr/>
          <a:lstStyle/>
          <a:p>
            <a:fld id="{56BB8B7D-B437-4E80-9B4F-EB7501C8BBDD}" type="slidenum">
              <a:rPr lang="en-IN" smtClean="0"/>
              <a:pPr/>
              <a:t>253</a:t>
            </a:fld>
            <a:endParaRPr lang="en-IN"/>
          </a:p>
        </p:txBody>
      </p:sp>
    </p:spTree>
    <p:extLst>
      <p:ext uri="{BB962C8B-B14F-4D97-AF65-F5344CB8AC3E}">
        <p14:creationId xmlns:p14="http://schemas.microsoft.com/office/powerpoint/2010/main" val="339812654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D2235-3C95-7F5D-513F-E4E1E447C2D8}"/>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3F9E4998-F961-A048-EDF4-9980EAA823EA}"/>
              </a:ext>
            </a:extLst>
          </p:cNvPr>
          <p:cNvSpPr>
            <a:spLocks noGrp="1"/>
          </p:cNvSpPr>
          <p:nvPr>
            <p:ph idx="1"/>
          </p:nvPr>
        </p:nvSpPr>
        <p:spPr>
          <a:xfrm>
            <a:off x="1304081" y="1203856"/>
            <a:ext cx="5486400" cy="4525963"/>
          </a:xfrm>
        </p:spPr>
        <p:txBody>
          <a:bodyPr>
            <a:normAutofit fontScale="92500" lnSpcReduction="10000"/>
          </a:bodyPr>
          <a:lstStyle/>
          <a:p>
            <a:pPr marL="0" indent="0">
              <a:buNone/>
            </a:pPr>
            <a:r>
              <a:rPr lang="en-IN" sz="2400" dirty="0">
                <a:latin typeface="Times New Roman" panose="02020603050405020304" pitchFamily="18" charset="0"/>
                <a:cs typeface="Times New Roman" panose="02020603050405020304" pitchFamily="18" charset="0"/>
              </a:rPr>
              <a:t>class packet; </a:t>
            </a:r>
          </a:p>
          <a:p>
            <a:pPr marL="0" indent="0">
              <a:buNone/>
            </a:pPr>
            <a:r>
              <a:rPr lang="en-IN" sz="2400" dirty="0">
                <a:latin typeface="Times New Roman" panose="02020603050405020304" pitchFamily="18" charset="0"/>
                <a:cs typeface="Times New Roman" panose="02020603050405020304" pitchFamily="18" charset="0"/>
              </a:rPr>
              <a:t>rand bit [3:0] </a:t>
            </a:r>
            <a:r>
              <a:rPr lang="en-IN" sz="2400" dirty="0" err="1">
                <a:latin typeface="Times New Roman" panose="02020603050405020304" pitchFamily="18" charset="0"/>
                <a:cs typeface="Times New Roman" panose="02020603050405020304" pitchFamily="18" charset="0"/>
              </a:rPr>
              <a:t>start_addr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rand bit [3:0] </a:t>
            </a:r>
            <a:r>
              <a:rPr lang="en-IN" sz="2400" dirty="0" err="1">
                <a:latin typeface="Times New Roman" panose="02020603050405020304" pitchFamily="18" charset="0"/>
                <a:cs typeface="Times New Roman" panose="02020603050405020304" pitchFamily="18" charset="0"/>
              </a:rPr>
              <a:t>end_addr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constraint </a:t>
            </a:r>
            <a:r>
              <a:rPr lang="en-IN" sz="2400" dirty="0" err="1">
                <a:latin typeface="Times New Roman" panose="02020603050405020304" pitchFamily="18" charset="0"/>
                <a:cs typeface="Times New Roman" panose="02020603050405020304" pitchFamily="18" charset="0"/>
              </a:rPr>
              <a:t>start_addr_c</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start_addr</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s_addr</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end_addr</a:t>
            </a:r>
            <a:r>
              <a:rPr lang="en-IN" sz="2400" dirty="0">
                <a:latin typeface="Times New Roman" panose="02020603050405020304" pitchFamily="18" charset="0"/>
                <a:cs typeface="Times New Roman" panose="02020603050405020304" pitchFamily="18" charset="0"/>
              </a:rPr>
              <a:t>); } </a:t>
            </a:r>
          </a:p>
          <a:p>
            <a:pPr marL="0" indent="0">
              <a:buNone/>
            </a:pPr>
            <a:r>
              <a:rPr lang="en-IN" sz="2400" dirty="0">
                <a:latin typeface="Times New Roman" panose="02020603050405020304" pitchFamily="18" charset="0"/>
                <a:cs typeface="Times New Roman" panose="02020603050405020304" pitchFamily="18" charset="0"/>
              </a:rPr>
              <a:t>function bit [3:0] </a:t>
            </a:r>
            <a:r>
              <a:rPr lang="en-IN" sz="2400" dirty="0" err="1">
                <a:latin typeface="Times New Roman" panose="02020603050405020304" pitchFamily="18" charset="0"/>
                <a:cs typeface="Times New Roman" panose="02020603050405020304" pitchFamily="18" charset="0"/>
              </a:rPr>
              <a:t>s_addr</a:t>
            </a:r>
            <a:r>
              <a:rPr lang="en-IN" sz="2400" dirty="0">
                <a:latin typeface="Times New Roman" panose="02020603050405020304" pitchFamily="18" charset="0"/>
                <a:cs typeface="Times New Roman" panose="02020603050405020304" pitchFamily="18" charset="0"/>
              </a:rPr>
              <a:t>(bit [3:0] </a:t>
            </a:r>
            <a:r>
              <a:rPr lang="en-IN" sz="2400" dirty="0" err="1">
                <a:latin typeface="Times New Roman" panose="02020603050405020304" pitchFamily="18" charset="0"/>
                <a:cs typeface="Times New Roman" panose="02020603050405020304" pitchFamily="18" charset="0"/>
              </a:rPr>
              <a:t>e_addr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if(</a:t>
            </a:r>
            <a:r>
              <a:rPr lang="en-IN" sz="2400" dirty="0" err="1">
                <a:latin typeface="Times New Roman" panose="02020603050405020304" pitchFamily="18" charset="0"/>
                <a:cs typeface="Times New Roman" panose="02020603050405020304" pitchFamily="18" charset="0"/>
              </a:rPr>
              <a:t>e_addr</a:t>
            </a:r>
            <a:r>
              <a:rPr lang="en-IN" sz="2400" dirty="0">
                <a:latin typeface="Times New Roman" panose="02020603050405020304" pitchFamily="18" charset="0"/>
                <a:cs typeface="Times New Roman" panose="02020603050405020304" pitchFamily="18" charset="0"/>
              </a:rPr>
              <a:t> &lt; 4) </a:t>
            </a:r>
          </a:p>
          <a:p>
            <a:pPr marL="0" indent="0">
              <a:buNone/>
            </a:pPr>
            <a:r>
              <a:rPr lang="en-IN" sz="2400" dirty="0" err="1">
                <a:latin typeface="Times New Roman" panose="02020603050405020304" pitchFamily="18" charset="0"/>
                <a:cs typeface="Times New Roman" panose="02020603050405020304" pitchFamily="18" charset="0"/>
              </a:rPr>
              <a:t>s_addr</a:t>
            </a:r>
            <a:r>
              <a:rPr lang="en-IN" sz="2400" dirty="0">
                <a:latin typeface="Times New Roman" panose="02020603050405020304" pitchFamily="18" charset="0"/>
                <a:cs typeface="Times New Roman" panose="02020603050405020304" pitchFamily="18" charset="0"/>
              </a:rPr>
              <a:t> = 0; </a:t>
            </a:r>
          </a:p>
          <a:p>
            <a:pPr marL="0" indent="0">
              <a:buNone/>
            </a:pPr>
            <a:r>
              <a:rPr lang="en-IN" sz="2400" dirty="0">
                <a:latin typeface="Times New Roman" panose="02020603050405020304" pitchFamily="18" charset="0"/>
                <a:cs typeface="Times New Roman" panose="02020603050405020304" pitchFamily="18" charset="0"/>
              </a:rPr>
              <a:t>else </a:t>
            </a:r>
          </a:p>
          <a:p>
            <a:pPr marL="0" indent="0">
              <a:buNone/>
            </a:pPr>
            <a:r>
              <a:rPr lang="en-IN" sz="2400" dirty="0" err="1">
                <a:latin typeface="Times New Roman" panose="02020603050405020304" pitchFamily="18" charset="0"/>
                <a:cs typeface="Times New Roman" panose="02020603050405020304" pitchFamily="18" charset="0"/>
              </a:rPr>
              <a:t>s_addr</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e_addr</a:t>
            </a:r>
            <a:r>
              <a:rPr lang="en-IN" sz="2400" dirty="0">
                <a:latin typeface="Times New Roman" panose="02020603050405020304" pitchFamily="18" charset="0"/>
                <a:cs typeface="Times New Roman" panose="02020603050405020304" pitchFamily="18" charset="0"/>
              </a:rPr>
              <a:t> - 4; </a:t>
            </a:r>
          </a:p>
          <a:p>
            <a:pPr marL="0" indent="0">
              <a:buNone/>
            </a:pPr>
            <a:r>
              <a:rPr lang="en-IN" sz="2400" dirty="0" err="1">
                <a:latin typeface="Times New Roman" panose="02020603050405020304" pitchFamily="18" charset="0"/>
                <a:cs typeface="Times New Roman" panose="02020603050405020304" pitchFamily="18" charset="0"/>
              </a:rPr>
              <a:t>endfunction</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endclass</a:t>
            </a:r>
            <a:r>
              <a:rPr lang="en-IN" sz="24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11E7DB12-A785-5152-0695-704EBB511529}"/>
              </a:ext>
            </a:extLst>
          </p:cNvPr>
          <p:cNvSpPr>
            <a:spLocks noGrp="1"/>
          </p:cNvSpPr>
          <p:nvPr>
            <p:ph type="dt" sz="half" idx="10"/>
          </p:nvPr>
        </p:nvSpPr>
        <p:spPr/>
        <p:txBody>
          <a:bodyPr/>
          <a:lstStyle/>
          <a:p>
            <a:fld id="{8F33D52A-EDBF-4E90-8B29-0C67373A0CDF}" type="datetime1">
              <a:rPr lang="en-IN" smtClean="0"/>
              <a:pPr/>
              <a:t>31-10-2025</a:t>
            </a:fld>
            <a:endParaRPr lang="en-IN"/>
          </a:p>
        </p:txBody>
      </p:sp>
      <p:sp>
        <p:nvSpPr>
          <p:cNvPr id="6" name="Footer Placeholder 5">
            <a:extLst>
              <a:ext uri="{FF2B5EF4-FFF2-40B4-BE49-F238E27FC236}">
                <a16:creationId xmlns:a16="http://schemas.microsoft.com/office/drawing/2014/main" id="{0EEFEED6-E1F0-23B3-7585-306D1E74170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5BE56CFF-59EB-4122-AF65-375DA612CCEB}"/>
              </a:ext>
            </a:extLst>
          </p:cNvPr>
          <p:cNvSpPr>
            <a:spLocks noGrp="1"/>
          </p:cNvSpPr>
          <p:nvPr>
            <p:ph type="sldNum" sz="quarter" idx="12"/>
          </p:nvPr>
        </p:nvSpPr>
        <p:spPr/>
        <p:txBody>
          <a:bodyPr/>
          <a:lstStyle/>
          <a:p>
            <a:fld id="{56BB8B7D-B437-4E80-9B4F-EB7501C8BBDD}" type="slidenum">
              <a:rPr lang="en-IN" smtClean="0"/>
              <a:pPr/>
              <a:t>254</a:t>
            </a:fld>
            <a:endParaRPr lang="en-IN"/>
          </a:p>
        </p:txBody>
      </p:sp>
      <p:sp>
        <p:nvSpPr>
          <p:cNvPr id="4" name="TextBox 3">
            <a:extLst>
              <a:ext uri="{FF2B5EF4-FFF2-40B4-BE49-F238E27FC236}">
                <a16:creationId xmlns:a16="http://schemas.microsoft.com/office/drawing/2014/main" id="{A56C81CF-AF5D-3E8B-0B99-5CC34344CAC4}"/>
              </a:ext>
            </a:extLst>
          </p:cNvPr>
          <p:cNvSpPr txBox="1"/>
          <p:nvPr/>
        </p:nvSpPr>
        <p:spPr>
          <a:xfrm>
            <a:off x="6935405" y="1203856"/>
            <a:ext cx="4646995" cy="4893647"/>
          </a:xfrm>
          <a:prstGeom prst="rect">
            <a:avLst/>
          </a:prstGeom>
          <a:noFill/>
        </p:spPr>
        <p:txBody>
          <a:bodyPr wrap="square" rtlCol="0">
            <a:spAutoFit/>
          </a:bodyPr>
          <a:lstStyle/>
          <a:p>
            <a:pPr marL="0" indent="0">
              <a:buNone/>
            </a:pPr>
            <a:r>
              <a:rPr lang="en-IN" sz="2400" dirty="0">
                <a:latin typeface="Times New Roman" panose="02020603050405020304" pitchFamily="18" charset="0"/>
                <a:cs typeface="Times New Roman" panose="02020603050405020304" pitchFamily="18" charset="0"/>
              </a:rPr>
              <a:t>module </a:t>
            </a:r>
            <a:r>
              <a:rPr lang="en-IN" sz="2400" dirty="0" err="1">
                <a:latin typeface="Times New Roman" panose="02020603050405020304" pitchFamily="18" charset="0"/>
                <a:cs typeface="Times New Roman" panose="02020603050405020304" pitchFamily="18" charset="0"/>
              </a:rPr>
              <a:t>func_constr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initial begin </a:t>
            </a:r>
          </a:p>
          <a:p>
            <a:pPr marL="0" indent="0">
              <a:buNone/>
            </a:pPr>
            <a:r>
              <a:rPr lang="en-IN" sz="2400" dirty="0">
                <a:latin typeface="Times New Roman" panose="02020603050405020304" pitchFamily="18" charset="0"/>
                <a:cs typeface="Times New Roman" panose="02020603050405020304" pitchFamily="18" charset="0"/>
              </a:rPr>
              <a:t>packet </a:t>
            </a: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pkt</a:t>
            </a:r>
            <a:r>
              <a:rPr lang="en-IN" sz="2400" dirty="0">
                <a:latin typeface="Times New Roman" panose="02020603050405020304" pitchFamily="18" charset="0"/>
                <a:cs typeface="Times New Roman" panose="02020603050405020304" pitchFamily="18" charset="0"/>
              </a:rPr>
              <a:t> = new(); </a:t>
            </a:r>
          </a:p>
          <a:p>
            <a:pPr marL="0" indent="0">
              <a:buNone/>
            </a:pPr>
            <a:r>
              <a:rPr lang="en-IN" sz="2400" dirty="0">
                <a:latin typeface="Times New Roman" panose="02020603050405020304" pitchFamily="18" charset="0"/>
                <a:cs typeface="Times New Roman" panose="02020603050405020304" pitchFamily="18" charset="0"/>
              </a:rPr>
              <a:t>repeat(3) begin </a:t>
            </a:r>
          </a:p>
          <a:p>
            <a:pPr marL="0" indent="0">
              <a:buNone/>
            </a:pPr>
            <a:r>
              <a:rPr lang="en-IN" sz="2400" dirty="0" err="1">
                <a:latin typeface="Times New Roman" panose="02020603050405020304" pitchFamily="18" charset="0"/>
                <a:cs typeface="Times New Roman" panose="02020603050405020304" pitchFamily="18" charset="0"/>
              </a:rPr>
              <a:t>pkt.randomize</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$display("\</a:t>
            </a:r>
            <a:r>
              <a:rPr lang="en-IN" sz="2400" dirty="0" err="1">
                <a:latin typeface="Times New Roman" panose="02020603050405020304" pitchFamily="18" charset="0"/>
                <a:cs typeface="Times New Roman" panose="02020603050405020304" pitchFamily="18" charset="0"/>
              </a:rPr>
              <a:t>tstart_addr</a:t>
            </a:r>
            <a:r>
              <a:rPr lang="en-IN" sz="2400" dirty="0">
                <a:latin typeface="Times New Roman" panose="02020603050405020304" pitchFamily="18" charset="0"/>
                <a:cs typeface="Times New Roman" panose="02020603050405020304" pitchFamily="18" charset="0"/>
              </a:rPr>
              <a:t>=%0d </a:t>
            </a:r>
          </a:p>
          <a:p>
            <a:pPr marL="0" indent="0">
              <a:buNone/>
            </a:pP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pkt.start_addr,pkt.end_addr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err="1">
                <a:latin typeface="Times New Roman" panose="02020603050405020304" pitchFamily="18" charset="0"/>
                <a:cs typeface="Times New Roman" panose="02020603050405020304" pitchFamily="18" charset="0"/>
              </a:rPr>
              <a:t>end_addr</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end </a:t>
            </a:r>
          </a:p>
          <a:p>
            <a:pPr marL="0" indent="0">
              <a:buNone/>
            </a:pPr>
            <a:r>
              <a:rPr lang="en-IN" sz="2400" dirty="0">
                <a:latin typeface="Times New Roman" panose="02020603050405020304" pitchFamily="18" charset="0"/>
                <a:cs typeface="Times New Roman" panose="02020603050405020304" pitchFamily="18" charset="0"/>
              </a:rPr>
              <a:t>end </a:t>
            </a:r>
          </a:p>
          <a:p>
            <a:pPr marL="0" indent="0">
              <a:buNone/>
            </a:pPr>
            <a:r>
              <a:rPr lang="en-IN" sz="2400" dirty="0" err="1">
                <a:latin typeface="Times New Roman" panose="02020603050405020304" pitchFamily="18" charset="0"/>
                <a:cs typeface="Times New Roman" panose="02020603050405020304" pitchFamily="18" charset="0"/>
              </a:rPr>
              <a:t>endmodule</a:t>
            </a:r>
            <a:r>
              <a:rPr lang="en-IN" sz="2400" dirty="0">
                <a:latin typeface="Times New Roman" panose="02020603050405020304" pitchFamily="18" charset="0"/>
                <a:cs typeface="Times New Roman" panose="02020603050405020304" pitchFamily="18" charset="0"/>
              </a:rPr>
              <a:t> </a:t>
            </a:r>
          </a:p>
          <a:p>
            <a:endParaRPr lang="en-IN" sz="2400" dirty="0"/>
          </a:p>
        </p:txBody>
      </p:sp>
    </p:spTree>
    <p:extLst>
      <p:ext uri="{BB962C8B-B14F-4D97-AF65-F5344CB8AC3E}">
        <p14:creationId xmlns:p14="http://schemas.microsoft.com/office/powerpoint/2010/main" val="204977549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39CA-3DF7-AF90-C112-702C905D6F80}"/>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08D263E2-74A4-889E-98DF-5F318CED081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Unique Constraint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constraint defined with the keyword unique is called as a unique constraint.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 randomization, unique values to set of variables or unique elements to an array can be generated by using unique constraints.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Unique constraint allows us to,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Generate unique values across the variables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Generate unique elements in an array (Fixed Size Array, Dynamic Array, Associative array and Queue)</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47AB096-0EBF-1B11-E5D1-551E27A09FC9}"/>
              </a:ext>
            </a:extLst>
          </p:cNvPr>
          <p:cNvSpPr>
            <a:spLocks noGrp="1"/>
          </p:cNvSpPr>
          <p:nvPr>
            <p:ph type="dt" sz="half" idx="10"/>
          </p:nvPr>
        </p:nvSpPr>
        <p:spPr/>
        <p:txBody>
          <a:bodyPr/>
          <a:lstStyle/>
          <a:p>
            <a:fld id="{380703E3-8B4B-47E2-AF71-DD0956D1FD4F}" type="datetime1">
              <a:rPr lang="en-IN" smtClean="0"/>
              <a:pPr/>
              <a:t>31-10-2025</a:t>
            </a:fld>
            <a:endParaRPr lang="en-IN"/>
          </a:p>
        </p:txBody>
      </p:sp>
      <p:sp>
        <p:nvSpPr>
          <p:cNvPr id="5" name="Footer Placeholder 4">
            <a:extLst>
              <a:ext uri="{FF2B5EF4-FFF2-40B4-BE49-F238E27FC236}">
                <a16:creationId xmlns:a16="http://schemas.microsoft.com/office/drawing/2014/main" id="{1F0D0390-47DB-67DF-7B76-B54A17D15D4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9B25993-901D-5B4D-5A6B-16E7A68C947D}"/>
              </a:ext>
            </a:extLst>
          </p:cNvPr>
          <p:cNvSpPr>
            <a:spLocks noGrp="1"/>
          </p:cNvSpPr>
          <p:nvPr>
            <p:ph type="sldNum" sz="quarter" idx="12"/>
          </p:nvPr>
        </p:nvSpPr>
        <p:spPr/>
        <p:txBody>
          <a:bodyPr/>
          <a:lstStyle/>
          <a:p>
            <a:fld id="{56BB8B7D-B437-4E80-9B4F-EB7501C8BBDD}" type="slidenum">
              <a:rPr lang="en-IN" smtClean="0"/>
              <a:pPr/>
              <a:t>255</a:t>
            </a:fld>
            <a:endParaRPr lang="en-IN"/>
          </a:p>
        </p:txBody>
      </p:sp>
    </p:spTree>
    <p:extLst>
      <p:ext uri="{BB962C8B-B14F-4D97-AF65-F5344CB8AC3E}">
        <p14:creationId xmlns:p14="http://schemas.microsoft.com/office/powerpoint/2010/main" val="288627682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F0A2-905B-3701-5D6A-53D9255A06FF}"/>
              </a:ext>
            </a:extLst>
          </p:cNvPr>
          <p:cNvSpPr>
            <a:spLocks noGrp="1"/>
          </p:cNvSpPr>
          <p:nvPr>
            <p:ph type="title"/>
          </p:nvPr>
        </p:nvSpPr>
        <p:spPr/>
        <p:txBody>
          <a:bodyPr/>
          <a:lstStyle/>
          <a:p>
            <a:r>
              <a:rPr kumimoji="0" lang="en-US"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Constrained randomization</a:t>
            </a:r>
            <a:endParaRPr lang="en-IN" dirty="0"/>
          </a:p>
        </p:txBody>
      </p:sp>
      <p:sp>
        <p:nvSpPr>
          <p:cNvPr id="3" name="Content Placeholder 2">
            <a:extLst>
              <a:ext uri="{FF2B5EF4-FFF2-40B4-BE49-F238E27FC236}">
                <a16:creationId xmlns:a16="http://schemas.microsoft.com/office/drawing/2014/main" id="{69619E0F-817C-1B19-1D13-1CD1665FCD8C}"/>
              </a:ext>
            </a:extLst>
          </p:cNvPr>
          <p:cNvSpPr>
            <a:spLocks noGrp="1"/>
          </p:cNvSpPr>
          <p:nvPr>
            <p:ph idx="1"/>
          </p:nvPr>
        </p:nvSpPr>
        <p:spPr>
          <a:xfrm>
            <a:off x="1241264" y="874455"/>
            <a:ext cx="5114925" cy="4783139"/>
          </a:xfrm>
        </p:spPr>
        <p:txBody>
          <a:bodyPr/>
          <a:lstStyle/>
          <a:p>
            <a:pPr marL="0" indent="0">
              <a:buNone/>
            </a:pPr>
            <a:r>
              <a:rPr lang="en-IN" sz="2000" dirty="0">
                <a:latin typeface="Times New Roman" panose="02020603050405020304" pitchFamily="18" charset="0"/>
                <a:cs typeface="Times New Roman" panose="02020603050405020304" pitchFamily="18" charset="0"/>
              </a:rPr>
              <a:t>class </a:t>
            </a:r>
            <a:r>
              <a:rPr lang="en-IN" sz="2000" dirty="0" err="1">
                <a:latin typeface="Times New Roman" panose="02020603050405020304" pitchFamily="18" charset="0"/>
                <a:cs typeface="Times New Roman" panose="02020603050405020304" pitchFamily="18" charset="0"/>
              </a:rPr>
              <a:t>unique_elements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rand bit [31:0] array[10];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constraint </a:t>
            </a:r>
            <a:r>
              <a:rPr lang="en-IN" sz="2000" dirty="0" err="1">
                <a:latin typeface="Times New Roman" panose="02020603050405020304" pitchFamily="18" charset="0"/>
                <a:cs typeface="Times New Roman" panose="02020603050405020304" pitchFamily="18" charset="0"/>
              </a:rPr>
              <a:t>array_c</a:t>
            </a:r>
            <a:r>
              <a:rPr lang="en-IN" sz="2000" dirty="0">
                <a:latin typeface="Times New Roman" panose="02020603050405020304" pitchFamily="18" charset="0"/>
                <a:cs typeface="Times New Roman" panose="02020603050405020304" pitchFamily="18" charset="0"/>
              </a:rPr>
              <a:t> {unique {array}; </a:t>
            </a:r>
          </a:p>
          <a:p>
            <a:pPr marL="0" indent="0">
              <a:buNone/>
            </a:pPr>
            <a:r>
              <a:rPr lang="en-IN" sz="2000" dirty="0">
                <a:latin typeface="Times New Roman" panose="02020603050405020304" pitchFamily="18" charset="0"/>
                <a:cs typeface="Times New Roman" panose="02020603050405020304" pitchFamily="18" charset="0"/>
              </a:rPr>
              <a:t>                      foreach(array[</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array[</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10;}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function void display(); </a:t>
            </a:r>
          </a:p>
          <a:p>
            <a:pPr marL="0" indent="0">
              <a:buNone/>
            </a:pPr>
            <a:r>
              <a:rPr lang="en-IN" sz="2000" dirty="0">
                <a:latin typeface="Times New Roman" panose="02020603050405020304" pitchFamily="18" charset="0"/>
                <a:cs typeface="Times New Roman" panose="02020603050405020304" pitchFamily="18" charset="0"/>
              </a:rPr>
              <a:t>$display("array = %</a:t>
            </a:r>
            <a:r>
              <a:rPr lang="en-IN" sz="2000" dirty="0" err="1">
                <a:latin typeface="Times New Roman" panose="02020603050405020304" pitchFamily="18" charset="0"/>
                <a:cs typeface="Times New Roman" panose="02020603050405020304" pitchFamily="18" charset="0"/>
              </a:rPr>
              <a:t>p",array</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endfunction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endclass</a:t>
            </a: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68751BE-9004-1ABE-17E8-774EB324994E}"/>
              </a:ext>
            </a:extLst>
          </p:cNvPr>
          <p:cNvSpPr>
            <a:spLocks noGrp="1"/>
          </p:cNvSpPr>
          <p:nvPr>
            <p:ph type="dt" sz="half" idx="10"/>
          </p:nvPr>
        </p:nvSpPr>
        <p:spPr/>
        <p:txBody>
          <a:bodyPr/>
          <a:lstStyle/>
          <a:p>
            <a:fld id="{FC1AE00C-A2E3-49F8-8735-AFE036E38CE5}" type="datetime1">
              <a:rPr lang="en-IN" smtClean="0"/>
              <a:pPr/>
              <a:t>31-10-2025</a:t>
            </a:fld>
            <a:endParaRPr lang="en-IN"/>
          </a:p>
        </p:txBody>
      </p:sp>
      <p:sp>
        <p:nvSpPr>
          <p:cNvPr id="6" name="Footer Placeholder 5">
            <a:extLst>
              <a:ext uri="{FF2B5EF4-FFF2-40B4-BE49-F238E27FC236}">
                <a16:creationId xmlns:a16="http://schemas.microsoft.com/office/drawing/2014/main" id="{67B2C4DA-47BF-F468-8551-9AC22889513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C0A4723-F903-74F2-3FE6-40E732ACBBC7}"/>
              </a:ext>
            </a:extLst>
          </p:cNvPr>
          <p:cNvSpPr>
            <a:spLocks noGrp="1"/>
          </p:cNvSpPr>
          <p:nvPr>
            <p:ph type="sldNum" sz="quarter" idx="12"/>
          </p:nvPr>
        </p:nvSpPr>
        <p:spPr/>
        <p:txBody>
          <a:bodyPr/>
          <a:lstStyle/>
          <a:p>
            <a:fld id="{56BB8B7D-B437-4E80-9B4F-EB7501C8BBDD}" type="slidenum">
              <a:rPr lang="en-IN" smtClean="0"/>
              <a:pPr/>
              <a:t>256</a:t>
            </a:fld>
            <a:endParaRPr lang="en-IN"/>
          </a:p>
        </p:txBody>
      </p:sp>
      <p:sp>
        <p:nvSpPr>
          <p:cNvPr id="4" name="TextBox 3">
            <a:extLst>
              <a:ext uri="{FF2B5EF4-FFF2-40B4-BE49-F238E27FC236}">
                <a16:creationId xmlns:a16="http://schemas.microsoft.com/office/drawing/2014/main" id="{E78F8890-9C03-A315-3D83-6A21A913A230}"/>
              </a:ext>
            </a:extLst>
          </p:cNvPr>
          <p:cNvSpPr txBox="1"/>
          <p:nvPr/>
        </p:nvSpPr>
        <p:spPr>
          <a:xfrm>
            <a:off x="6356189" y="874455"/>
            <a:ext cx="5695950" cy="2862322"/>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unique_elements_randomization</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unique_elements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err="1">
                <a:latin typeface="Times New Roman" panose="02020603050405020304" pitchFamily="18" charset="0"/>
                <a:cs typeface="Times New Roman" panose="02020603050405020304" pitchFamily="18" charset="0"/>
              </a:rPr>
              <a:t>pkt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err="1">
                <a:latin typeface="Times New Roman" panose="02020603050405020304" pitchFamily="18" charset="0"/>
                <a:cs typeface="Times New Roman" panose="02020603050405020304" pitchFamily="18" charset="0"/>
              </a:rPr>
              <a:t>pkt.randomize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pkt.display</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end </a:t>
            </a:r>
          </a:p>
          <a:p>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136450042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BFD8-FF39-4673-AF98-554BE8B5BC7E}"/>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Coverage</a:t>
            </a:r>
          </a:p>
        </p:txBody>
      </p:sp>
      <p:sp>
        <p:nvSpPr>
          <p:cNvPr id="3" name="Content Placeholder 2">
            <a:extLst>
              <a:ext uri="{FF2B5EF4-FFF2-40B4-BE49-F238E27FC236}">
                <a16:creationId xmlns:a16="http://schemas.microsoft.com/office/drawing/2014/main" id="{6E582EB2-BE01-76BD-0385-DDE5F3DEC9BF}"/>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Coverage is used to measure tested and untested portions of the design.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Coverage is defined as the </a:t>
            </a:r>
            <a:r>
              <a:rPr lang="en-US" sz="2400" dirty="0">
                <a:highlight>
                  <a:srgbClr val="FFFF00"/>
                </a:highlight>
                <a:latin typeface="Times New Roman" panose="02020603050405020304" pitchFamily="18" charset="0"/>
                <a:cs typeface="Times New Roman" panose="02020603050405020304" pitchFamily="18" charset="0"/>
              </a:rPr>
              <a:t>percentage of verification objectives that have been met</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There are two types of coverage metrics,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Code Coverage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Functional Coverage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0873E1A-F726-1EB4-EB00-FC008D022964}"/>
              </a:ext>
            </a:extLst>
          </p:cNvPr>
          <p:cNvSpPr>
            <a:spLocks noGrp="1"/>
          </p:cNvSpPr>
          <p:nvPr>
            <p:ph type="dt" sz="half" idx="10"/>
          </p:nvPr>
        </p:nvSpPr>
        <p:spPr/>
        <p:txBody>
          <a:bodyPr/>
          <a:lstStyle/>
          <a:p>
            <a:fld id="{1A43F1E6-2F1B-4320-9EBD-6EBDA4006B74}" type="datetime1">
              <a:rPr lang="en-IN" smtClean="0"/>
              <a:pPr/>
              <a:t>31-10-2025</a:t>
            </a:fld>
            <a:endParaRPr lang="en-IN"/>
          </a:p>
        </p:txBody>
      </p:sp>
      <p:sp>
        <p:nvSpPr>
          <p:cNvPr id="5" name="Footer Placeholder 4">
            <a:extLst>
              <a:ext uri="{FF2B5EF4-FFF2-40B4-BE49-F238E27FC236}">
                <a16:creationId xmlns:a16="http://schemas.microsoft.com/office/drawing/2014/main" id="{C92B3278-F982-1C36-F7C4-9C42BBE1086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D1E4EAD-75B9-093E-9690-AEDCA18F0604}"/>
              </a:ext>
            </a:extLst>
          </p:cNvPr>
          <p:cNvSpPr>
            <a:spLocks noGrp="1"/>
          </p:cNvSpPr>
          <p:nvPr>
            <p:ph type="sldNum" sz="quarter" idx="12"/>
          </p:nvPr>
        </p:nvSpPr>
        <p:spPr/>
        <p:txBody>
          <a:bodyPr/>
          <a:lstStyle/>
          <a:p>
            <a:fld id="{56BB8B7D-B437-4E80-9B4F-EB7501C8BBDD}" type="slidenum">
              <a:rPr lang="en-IN" smtClean="0"/>
              <a:pPr/>
              <a:t>257</a:t>
            </a:fld>
            <a:endParaRPr lang="en-IN"/>
          </a:p>
        </p:txBody>
      </p:sp>
    </p:spTree>
    <p:extLst>
      <p:ext uri="{BB962C8B-B14F-4D97-AF65-F5344CB8AC3E}">
        <p14:creationId xmlns:p14="http://schemas.microsoft.com/office/powerpoint/2010/main" val="411287475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58E0C-F8F7-C169-7E61-EF190B3735E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7E06B9F4-EC46-25BF-F588-BD57F2566BEA}"/>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Code Coverage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Code coverage measures how much of the “design Code” is exercised.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includes the execution of design blocks, Number of Lines, Conditions, FSM, Toggle and Path.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simulator tool will automatically extract the code coverage from the design code.</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94D3FF9-03E4-209D-EA2B-D50E392E1973}"/>
              </a:ext>
            </a:extLst>
          </p:cNvPr>
          <p:cNvSpPr>
            <a:spLocks noGrp="1"/>
          </p:cNvSpPr>
          <p:nvPr>
            <p:ph type="dt" sz="half" idx="10"/>
          </p:nvPr>
        </p:nvSpPr>
        <p:spPr/>
        <p:txBody>
          <a:bodyPr/>
          <a:lstStyle/>
          <a:p>
            <a:fld id="{44E13D92-BAE3-4FC5-9C4D-BBD98C729A22}" type="datetime1">
              <a:rPr lang="en-IN" smtClean="0"/>
              <a:pPr/>
              <a:t>31-10-2025</a:t>
            </a:fld>
            <a:endParaRPr lang="en-IN"/>
          </a:p>
        </p:txBody>
      </p:sp>
      <p:sp>
        <p:nvSpPr>
          <p:cNvPr id="5" name="Footer Placeholder 4">
            <a:extLst>
              <a:ext uri="{FF2B5EF4-FFF2-40B4-BE49-F238E27FC236}">
                <a16:creationId xmlns:a16="http://schemas.microsoft.com/office/drawing/2014/main" id="{6DAD42B6-3CCA-B05C-E946-1DA1967088D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9670BD3-B39D-F4E3-F06A-5C656ABF588C}"/>
              </a:ext>
            </a:extLst>
          </p:cNvPr>
          <p:cNvSpPr>
            <a:spLocks noGrp="1"/>
          </p:cNvSpPr>
          <p:nvPr>
            <p:ph type="sldNum" sz="quarter" idx="12"/>
          </p:nvPr>
        </p:nvSpPr>
        <p:spPr/>
        <p:txBody>
          <a:bodyPr/>
          <a:lstStyle/>
          <a:p>
            <a:fld id="{56BB8B7D-B437-4E80-9B4F-EB7501C8BBDD}" type="slidenum">
              <a:rPr lang="en-IN" smtClean="0"/>
              <a:pPr/>
              <a:t>258</a:t>
            </a:fld>
            <a:endParaRPr lang="en-IN"/>
          </a:p>
        </p:txBody>
      </p:sp>
    </p:spTree>
    <p:extLst>
      <p:ext uri="{BB962C8B-B14F-4D97-AF65-F5344CB8AC3E}">
        <p14:creationId xmlns:p14="http://schemas.microsoft.com/office/powerpoint/2010/main" val="59189722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A951-DB02-A9D9-9FF2-0FB6D161D64C}"/>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A26613F9-5C07-103B-1899-7658418D167A}"/>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Functional Coverage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Functional coverage is a user-defined metric that measures how much of the design specification has been exercised in verification.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There are two types of functional coverage,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Data-oriented Coverage </a:t>
            </a:r>
            <a:r>
              <a:rPr lang="en-US" sz="2400" dirty="0">
                <a:latin typeface="Times New Roman" panose="02020603050405020304" pitchFamily="18" charset="0"/>
                <a:cs typeface="Times New Roman" panose="02020603050405020304" pitchFamily="18" charset="0"/>
              </a:rPr>
              <a:t>– Checks combinations of data values have occurred. We can get Data-oriented coverage by writing Coverage groups, coverage points and also by cross coverage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Control-oriented Coverage </a:t>
            </a:r>
            <a:r>
              <a:rPr lang="en-US" sz="2400" dirty="0">
                <a:latin typeface="Times New Roman" panose="02020603050405020304" pitchFamily="18" charset="0"/>
                <a:cs typeface="Times New Roman" panose="02020603050405020304" pitchFamily="18" charset="0"/>
              </a:rPr>
              <a:t>– Checks whether sequences of behaviors have occurred. We can get assertion coverage by writing </a:t>
            </a:r>
            <a:r>
              <a:rPr lang="en-US" sz="2400" dirty="0" err="1">
                <a:latin typeface="Times New Roman" panose="02020603050405020304" pitchFamily="18" charset="0"/>
                <a:cs typeface="Times New Roman" panose="02020603050405020304" pitchFamily="18" charset="0"/>
              </a:rPr>
              <a:t>SystemVerilog</a:t>
            </a:r>
            <a:r>
              <a:rPr lang="en-US" sz="2400" dirty="0">
                <a:latin typeface="Times New Roman" panose="02020603050405020304" pitchFamily="18" charset="0"/>
                <a:cs typeface="Times New Roman" panose="02020603050405020304" pitchFamily="18" charset="0"/>
              </a:rPr>
              <a:t> Assertions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Functional coverage is a user-defined metric that measures how much of the design specification has been exercised in verification.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3F21D38-2DCF-DFBF-0056-1995A85DBE01}"/>
              </a:ext>
            </a:extLst>
          </p:cNvPr>
          <p:cNvSpPr>
            <a:spLocks noGrp="1"/>
          </p:cNvSpPr>
          <p:nvPr>
            <p:ph type="dt" sz="half" idx="10"/>
          </p:nvPr>
        </p:nvSpPr>
        <p:spPr/>
        <p:txBody>
          <a:bodyPr/>
          <a:lstStyle/>
          <a:p>
            <a:fld id="{9561CBDA-B6C4-4140-A8FC-97DEBBE40597}" type="datetime1">
              <a:rPr lang="en-IN" smtClean="0"/>
              <a:pPr/>
              <a:t>31-10-2025</a:t>
            </a:fld>
            <a:endParaRPr lang="en-IN"/>
          </a:p>
        </p:txBody>
      </p:sp>
      <p:sp>
        <p:nvSpPr>
          <p:cNvPr id="5" name="Footer Placeholder 4">
            <a:extLst>
              <a:ext uri="{FF2B5EF4-FFF2-40B4-BE49-F238E27FC236}">
                <a16:creationId xmlns:a16="http://schemas.microsoft.com/office/drawing/2014/main" id="{5578C7B5-AC28-75DD-DA51-F3DFAB71428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3791E9E-AA76-CF06-1272-C01110EC40C2}"/>
              </a:ext>
            </a:extLst>
          </p:cNvPr>
          <p:cNvSpPr>
            <a:spLocks noGrp="1"/>
          </p:cNvSpPr>
          <p:nvPr>
            <p:ph type="sldNum" sz="quarter" idx="12"/>
          </p:nvPr>
        </p:nvSpPr>
        <p:spPr/>
        <p:txBody>
          <a:bodyPr/>
          <a:lstStyle/>
          <a:p>
            <a:fld id="{56BB8B7D-B437-4E80-9B4F-EB7501C8BBDD}" type="slidenum">
              <a:rPr lang="en-IN" smtClean="0"/>
              <a:pPr/>
              <a:t>259</a:t>
            </a:fld>
            <a:endParaRPr lang="en-IN"/>
          </a:p>
        </p:txBody>
      </p:sp>
    </p:spTree>
    <p:extLst>
      <p:ext uri="{BB962C8B-B14F-4D97-AF65-F5344CB8AC3E}">
        <p14:creationId xmlns:p14="http://schemas.microsoft.com/office/powerpoint/2010/main" val="416511506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0B75-6D37-0E3A-FC65-94F59AF5038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24BC722A-A3CB-FF7D-25A0-DAEE2AC09E04}"/>
              </a:ext>
            </a:extLst>
          </p:cNvPr>
          <p:cNvSpPr>
            <a:spLocks noGrp="1"/>
          </p:cNvSpPr>
          <p:nvPr>
            <p:ph idx="1"/>
          </p:nvPr>
        </p:nvSpPr>
        <p:spPr>
          <a:xfrm>
            <a:off x="887392" y="1088145"/>
            <a:ext cx="10972800" cy="4227791"/>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Defining the coverage model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coverage model is defined using </a:t>
            </a:r>
            <a:r>
              <a:rPr lang="en-US" sz="2400" dirty="0" err="1">
                <a:highlight>
                  <a:srgbClr val="FFFF00"/>
                </a:highlight>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construct.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construct is a </a:t>
            </a:r>
            <a:r>
              <a:rPr lang="en-US" sz="2400" dirty="0">
                <a:solidFill>
                  <a:srgbClr val="FF0000"/>
                </a:solidFill>
                <a:latin typeface="Times New Roman" panose="02020603050405020304" pitchFamily="18" charset="0"/>
                <a:cs typeface="Times New Roman" panose="02020603050405020304" pitchFamily="18" charset="0"/>
              </a:rPr>
              <a:t>user-defined type</a:t>
            </a:r>
            <a:r>
              <a:rPr lang="en-US" sz="2400" dirty="0">
                <a:latin typeface="Times New Roman" panose="02020603050405020304" pitchFamily="18" charset="0"/>
                <a:cs typeface="Times New Roman" panose="02020603050405020304" pitchFamily="18" charset="0"/>
              </a:rPr>
              <a:t>. The type definition is written once, and multiple instances of that type can be created in different contexts.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Similar to a class, once defined, a </a:t>
            </a: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instance can be created via the new()operator. A </a:t>
            </a: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can be defined in a module, program, interface, or class.</a:t>
            </a:r>
          </a:p>
        </p:txBody>
      </p:sp>
      <p:sp>
        <p:nvSpPr>
          <p:cNvPr id="4" name="Date Placeholder 3">
            <a:extLst>
              <a:ext uri="{FF2B5EF4-FFF2-40B4-BE49-F238E27FC236}">
                <a16:creationId xmlns:a16="http://schemas.microsoft.com/office/drawing/2014/main" id="{58BA3473-727E-FBDB-7E77-5913DB05B0A0}"/>
              </a:ext>
            </a:extLst>
          </p:cNvPr>
          <p:cNvSpPr>
            <a:spLocks noGrp="1"/>
          </p:cNvSpPr>
          <p:nvPr>
            <p:ph type="dt" sz="half" idx="10"/>
          </p:nvPr>
        </p:nvSpPr>
        <p:spPr/>
        <p:txBody>
          <a:bodyPr/>
          <a:lstStyle/>
          <a:p>
            <a:fld id="{A0BB10E7-8104-418A-A161-FF1F6C48B8BB}" type="datetime1">
              <a:rPr lang="en-IN" smtClean="0"/>
              <a:pPr/>
              <a:t>31-10-2025</a:t>
            </a:fld>
            <a:endParaRPr lang="en-IN"/>
          </a:p>
        </p:txBody>
      </p:sp>
      <p:sp>
        <p:nvSpPr>
          <p:cNvPr id="5" name="Footer Placeholder 4">
            <a:extLst>
              <a:ext uri="{FF2B5EF4-FFF2-40B4-BE49-F238E27FC236}">
                <a16:creationId xmlns:a16="http://schemas.microsoft.com/office/drawing/2014/main" id="{480D55D3-19E8-739A-961F-7DDEE16F134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0262FC6A-F0D6-D8FD-5EA7-6B92135A7F74}"/>
              </a:ext>
            </a:extLst>
          </p:cNvPr>
          <p:cNvSpPr>
            <a:spLocks noGrp="1"/>
          </p:cNvSpPr>
          <p:nvPr>
            <p:ph type="sldNum" sz="quarter" idx="12"/>
          </p:nvPr>
        </p:nvSpPr>
        <p:spPr/>
        <p:txBody>
          <a:bodyPr/>
          <a:lstStyle/>
          <a:p>
            <a:fld id="{56BB8B7D-B437-4E80-9B4F-EB7501C8BBDD}" type="slidenum">
              <a:rPr lang="en-IN" smtClean="0"/>
              <a:pPr/>
              <a:t>260</a:t>
            </a:fld>
            <a:endParaRPr lang="en-IN"/>
          </a:p>
        </p:txBody>
      </p:sp>
    </p:spTree>
    <p:extLst>
      <p:ext uri="{BB962C8B-B14F-4D97-AF65-F5344CB8AC3E}">
        <p14:creationId xmlns:p14="http://schemas.microsoft.com/office/powerpoint/2010/main" val="34360347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036E-AE16-A3C3-23B7-B51E8A35237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AF8F08BC-3B81-227D-27E2-0A0A87CE84A1}"/>
              </a:ext>
            </a:extLst>
          </p:cNvPr>
          <p:cNvSpPr>
            <a:spLocks noGrp="1"/>
          </p:cNvSpPr>
          <p:nvPr>
            <p:ph idx="1"/>
          </p:nvPr>
        </p:nvSpPr>
        <p:spPr/>
        <p:txBody>
          <a:bodyPr/>
          <a:lstStyle/>
          <a:p>
            <a:pPr marL="400050">
              <a:buFont typeface="Wingdings" panose="05000000000000000000" pitchFamily="2" charset="2"/>
              <a:buChar char="§"/>
              <a:defRPr/>
            </a:pPr>
            <a:r>
              <a:rPr kumimoji="0" lang="en-US"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mn-ea"/>
                <a:cs typeface="Times New Roman" panose="02020603050405020304" pitchFamily="18" charset="0"/>
              </a:rPr>
              <a:t>Each </a:t>
            </a:r>
            <a:r>
              <a:rPr kumimoji="0" lang="en-US" sz="2400" b="0" i="0" u="none" strike="noStrike" kern="1200" cap="none" spc="0" normalizeH="0" baseline="0" noProof="0" dirty="0" err="1">
                <a:ln>
                  <a:noFill/>
                </a:ln>
                <a:solidFill>
                  <a:schemeClr val="tx2">
                    <a:lumMod val="60000"/>
                    <a:lumOff val="40000"/>
                  </a:schemeClr>
                </a:solidFill>
                <a:effectLst/>
                <a:uLnTx/>
                <a:uFillTx/>
                <a:latin typeface="Times New Roman" panose="02020603050405020304" pitchFamily="18" charset="0"/>
                <a:ea typeface="+mn-ea"/>
                <a:cs typeface="Times New Roman" panose="02020603050405020304" pitchFamily="18" charset="0"/>
              </a:rPr>
              <a:t>covergroup</a:t>
            </a:r>
            <a:r>
              <a:rPr kumimoji="0" lang="en-US" sz="2400" b="0" i="0" u="none" strike="noStrike" kern="1200" cap="none" spc="0" normalizeH="0" baseline="0" noProof="0" dirty="0">
                <a:ln>
                  <a:noFill/>
                </a:ln>
                <a:solidFill>
                  <a:schemeClr val="tx2">
                    <a:lumMod val="60000"/>
                    <a:lumOff val="40000"/>
                  </a:schemeClr>
                </a:solidFill>
                <a:effectLst/>
                <a:uLnTx/>
                <a:uFillTx/>
                <a:latin typeface="Times New Roman" panose="02020603050405020304" pitchFamily="18" charset="0"/>
                <a:ea typeface="+mn-ea"/>
                <a:cs typeface="Times New Roman" panose="02020603050405020304" pitchFamily="18" charset="0"/>
              </a:rPr>
              <a:t> specification can include, </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clocking event that synchronizes the sampling of coverage points </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set of coverage points </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Cross coverage between coverage points </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Optional formal arguments </a:t>
            </a:r>
          </a:p>
          <a:p>
            <a:pPr marL="742950" marR="0" lvl="1"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Coverage options </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540B5A9C-9FF8-3C04-50CB-44C44F32F156}"/>
              </a:ext>
            </a:extLst>
          </p:cNvPr>
          <p:cNvSpPr>
            <a:spLocks noGrp="1"/>
          </p:cNvSpPr>
          <p:nvPr>
            <p:ph type="dt" sz="half" idx="10"/>
          </p:nvPr>
        </p:nvSpPr>
        <p:spPr/>
        <p:txBody>
          <a:bodyPr/>
          <a:lstStyle/>
          <a:p>
            <a:fld id="{71CF958B-C18A-477C-A863-424EA08E7C48}" type="datetime1">
              <a:rPr lang="en-IN" smtClean="0"/>
              <a:pPr/>
              <a:t>31-10-2025</a:t>
            </a:fld>
            <a:endParaRPr lang="en-IN"/>
          </a:p>
        </p:txBody>
      </p:sp>
      <p:sp>
        <p:nvSpPr>
          <p:cNvPr id="5" name="Footer Placeholder 4">
            <a:extLst>
              <a:ext uri="{FF2B5EF4-FFF2-40B4-BE49-F238E27FC236}">
                <a16:creationId xmlns:a16="http://schemas.microsoft.com/office/drawing/2014/main" id="{5785CE8B-326C-F584-55A8-A18A4E2CD4F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768DEDD-402B-157E-C2CE-5066E2A5A352}"/>
              </a:ext>
            </a:extLst>
          </p:cNvPr>
          <p:cNvSpPr>
            <a:spLocks noGrp="1"/>
          </p:cNvSpPr>
          <p:nvPr>
            <p:ph type="sldNum" sz="quarter" idx="12"/>
          </p:nvPr>
        </p:nvSpPr>
        <p:spPr/>
        <p:txBody>
          <a:bodyPr/>
          <a:lstStyle/>
          <a:p>
            <a:fld id="{56BB8B7D-B437-4E80-9B4F-EB7501C8BBDD}" type="slidenum">
              <a:rPr lang="en-IN" smtClean="0"/>
              <a:pPr/>
              <a:t>261</a:t>
            </a:fld>
            <a:endParaRPr lang="en-IN"/>
          </a:p>
        </p:txBody>
      </p:sp>
    </p:spTree>
    <p:extLst>
      <p:ext uri="{BB962C8B-B14F-4D97-AF65-F5344CB8AC3E}">
        <p14:creationId xmlns:p14="http://schemas.microsoft.com/office/powerpoint/2010/main" val="445503504"/>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35F6-3941-6E46-37F2-28E5997BF8D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703E35CF-1E9D-7217-F227-8EE4121E708B}"/>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EXAMPLE-1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cov_grp</a:t>
            </a:r>
            <a:r>
              <a:rPr lang="en-US" sz="2400" dirty="0">
                <a:latin typeface="Times New Roman" panose="02020603050405020304" pitchFamily="18" charset="0"/>
                <a:cs typeface="Times New Roman" panose="02020603050405020304" pitchFamily="18" charset="0"/>
              </a:rPr>
              <a:t> @(posedge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t>
            </a:r>
          </a:p>
          <a:p>
            <a:pPr marL="857250" lvl="2" indent="0">
              <a:buNone/>
            </a:pPr>
            <a:r>
              <a:rPr lang="en-US" dirty="0">
                <a:latin typeface="Times New Roman" panose="02020603050405020304" pitchFamily="18" charset="0"/>
                <a:cs typeface="Times New Roman" panose="02020603050405020304" pitchFamily="18" charset="0"/>
              </a:rPr>
              <a:t>cov_p1: </a:t>
            </a:r>
            <a:r>
              <a:rPr lang="en-US" dirty="0" err="1">
                <a:latin typeface="Times New Roman" panose="02020603050405020304" pitchFamily="18" charset="0"/>
                <a:cs typeface="Times New Roman" panose="02020603050405020304" pitchFamily="18" charset="0"/>
              </a:rPr>
              <a:t>coverpoint</a:t>
            </a:r>
            <a:r>
              <a:rPr lang="en-US" dirty="0">
                <a:latin typeface="Times New Roman" panose="02020603050405020304" pitchFamily="18" charset="0"/>
                <a:cs typeface="Times New Roman" panose="02020603050405020304" pitchFamily="18" charset="0"/>
              </a:rPr>
              <a:t> a; </a:t>
            </a:r>
          </a:p>
          <a:p>
            <a:pPr marL="857250" lvl="2" indent="0">
              <a:buNone/>
            </a:pPr>
            <a:r>
              <a:rPr lang="en-US" dirty="0" err="1">
                <a:latin typeface="Times New Roman" panose="02020603050405020304" pitchFamily="18" charset="0"/>
                <a:cs typeface="Times New Roman" panose="02020603050405020304" pitchFamily="18" charset="0"/>
              </a:rPr>
              <a:t>endgroup</a:t>
            </a:r>
            <a:r>
              <a:rPr lang="en-US" dirty="0">
                <a:latin typeface="Times New Roman" panose="02020603050405020304" pitchFamily="18" charset="0"/>
                <a:cs typeface="Times New Roman" panose="02020603050405020304" pitchFamily="18" charset="0"/>
              </a:rPr>
              <a:t> </a:t>
            </a:r>
          </a:p>
          <a:p>
            <a:pPr marL="857250" lvl="2" indent="0">
              <a:buNone/>
            </a:pPr>
            <a:r>
              <a:rPr lang="en-US" dirty="0" err="1">
                <a:latin typeface="Times New Roman" panose="02020603050405020304" pitchFamily="18" charset="0"/>
                <a:cs typeface="Times New Roman" panose="02020603050405020304" pitchFamily="18" charset="0"/>
              </a:rPr>
              <a:t>cov_grp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cov_inst</a:t>
            </a:r>
            <a:r>
              <a:rPr lang="en-US" dirty="0">
                <a:latin typeface="Times New Roman" panose="02020603050405020304" pitchFamily="18" charset="0"/>
                <a:cs typeface="Times New Roman" panose="02020603050405020304" pitchFamily="18" charset="0"/>
              </a:rPr>
              <a:t> = new();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EXAMPLE-2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cov_grp</a:t>
            </a:r>
            <a:r>
              <a:rPr lang="en-US" sz="2400"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cov_p1: </a:t>
            </a:r>
            <a:r>
              <a:rPr lang="en-US" dirty="0" err="1">
                <a:latin typeface="Times New Roman" panose="02020603050405020304" pitchFamily="18" charset="0"/>
                <a:cs typeface="Times New Roman" panose="02020603050405020304" pitchFamily="18" charset="0"/>
              </a:rPr>
              <a:t>coverpoint</a:t>
            </a:r>
            <a:r>
              <a:rPr lang="en-US" dirty="0">
                <a:latin typeface="Times New Roman" panose="02020603050405020304" pitchFamily="18" charset="0"/>
                <a:cs typeface="Times New Roman" panose="02020603050405020304" pitchFamily="18" charset="0"/>
              </a:rPr>
              <a:t> a; </a:t>
            </a:r>
          </a:p>
          <a:p>
            <a:pPr marL="914400" lvl="2" indent="0">
              <a:buNone/>
            </a:pPr>
            <a:r>
              <a:rPr lang="en-US" dirty="0" err="1">
                <a:latin typeface="Times New Roman" panose="02020603050405020304" pitchFamily="18" charset="0"/>
                <a:cs typeface="Times New Roman" panose="02020603050405020304" pitchFamily="18" charset="0"/>
              </a:rPr>
              <a:t>endgroup</a:t>
            </a:r>
            <a:r>
              <a:rPr lang="en-US" dirty="0">
                <a:latin typeface="Times New Roman" panose="02020603050405020304" pitchFamily="18" charset="0"/>
                <a:cs typeface="Times New Roman" panose="02020603050405020304" pitchFamily="18" charset="0"/>
              </a:rPr>
              <a:t> </a:t>
            </a:r>
          </a:p>
          <a:p>
            <a:pPr marL="914400" lvl="2" indent="0">
              <a:buNone/>
            </a:pPr>
            <a:r>
              <a:rPr lang="en-US" dirty="0" err="1">
                <a:latin typeface="Times New Roman" panose="02020603050405020304" pitchFamily="18" charset="0"/>
                <a:cs typeface="Times New Roman" panose="02020603050405020304" pitchFamily="18" charset="0"/>
              </a:rPr>
              <a:t>cov_grp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cov_inst</a:t>
            </a:r>
            <a:r>
              <a:rPr lang="en-US" dirty="0">
                <a:latin typeface="Times New Roman" panose="02020603050405020304" pitchFamily="18" charset="0"/>
                <a:cs typeface="Times New Roman" panose="02020603050405020304" pitchFamily="18" charset="0"/>
              </a:rPr>
              <a:t> = new(); </a:t>
            </a:r>
          </a:p>
          <a:p>
            <a:pPr marL="914400" lvl="2" indent="0">
              <a:buNone/>
            </a:pPr>
            <a:r>
              <a:rPr lang="en-US" dirty="0">
                <a:latin typeface="Times New Roman" panose="02020603050405020304" pitchFamily="18" charset="0"/>
                <a:cs typeface="Times New Roman" panose="02020603050405020304" pitchFamily="18" charset="0"/>
              </a:rPr>
              <a:t>@(abc) </a:t>
            </a:r>
            <a:r>
              <a:rPr lang="en-US" dirty="0" err="1">
                <a:latin typeface="Times New Roman" panose="02020603050405020304" pitchFamily="18" charset="0"/>
                <a:cs typeface="Times New Roman" panose="02020603050405020304" pitchFamily="18" charset="0"/>
              </a:rPr>
              <a:t>cov_inst.sample</a:t>
            </a:r>
            <a:r>
              <a:rPr lang="en-US"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93C74467-F01E-60C1-A4F0-04509A13428F}"/>
              </a:ext>
            </a:extLst>
          </p:cNvPr>
          <p:cNvSpPr>
            <a:spLocks noGrp="1"/>
          </p:cNvSpPr>
          <p:nvPr>
            <p:ph type="dt" sz="half" idx="10"/>
          </p:nvPr>
        </p:nvSpPr>
        <p:spPr/>
        <p:txBody>
          <a:bodyPr/>
          <a:lstStyle/>
          <a:p>
            <a:fld id="{B297274A-3EC0-4A34-A8A9-DE35E78662E1}" type="datetime1">
              <a:rPr lang="en-IN" smtClean="0"/>
              <a:pPr/>
              <a:t>31-10-2025</a:t>
            </a:fld>
            <a:endParaRPr lang="en-IN"/>
          </a:p>
        </p:txBody>
      </p:sp>
      <p:sp>
        <p:nvSpPr>
          <p:cNvPr id="5" name="Footer Placeholder 4">
            <a:extLst>
              <a:ext uri="{FF2B5EF4-FFF2-40B4-BE49-F238E27FC236}">
                <a16:creationId xmlns:a16="http://schemas.microsoft.com/office/drawing/2014/main" id="{7DD7B69B-D2A4-8DE2-271D-25BD16CA2C5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2ED1E6F-F98F-E823-0B38-1B45F8BE5714}"/>
              </a:ext>
            </a:extLst>
          </p:cNvPr>
          <p:cNvSpPr>
            <a:spLocks noGrp="1"/>
          </p:cNvSpPr>
          <p:nvPr>
            <p:ph type="sldNum" sz="quarter" idx="12"/>
          </p:nvPr>
        </p:nvSpPr>
        <p:spPr/>
        <p:txBody>
          <a:bodyPr/>
          <a:lstStyle/>
          <a:p>
            <a:fld id="{56BB8B7D-B437-4E80-9B4F-EB7501C8BBDD}" type="slidenum">
              <a:rPr lang="en-IN" smtClean="0"/>
              <a:pPr/>
              <a:t>262</a:t>
            </a:fld>
            <a:endParaRPr lang="en-IN"/>
          </a:p>
        </p:txBody>
      </p:sp>
    </p:spTree>
    <p:extLst>
      <p:ext uri="{BB962C8B-B14F-4D97-AF65-F5344CB8AC3E}">
        <p14:creationId xmlns:p14="http://schemas.microsoft.com/office/powerpoint/2010/main" val="3197914230"/>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2297-372A-221A-A2E1-8BFA6C4A093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D29CEC03-0F20-91D3-5744-622571D1B2D1}"/>
              </a:ext>
            </a:extLst>
          </p:cNvPr>
          <p:cNvSpPr>
            <a:spLocks noGrp="1"/>
          </p:cNvSpPr>
          <p:nvPr>
            <p:ph idx="1"/>
          </p:nvPr>
        </p:nvSpPr>
        <p:spPr>
          <a:xfrm>
            <a:off x="1189935" y="1024863"/>
            <a:ext cx="4528930"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example1; </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bit[2:0] a;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covergroup</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cov_grp</a:t>
            </a: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endgroup</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cov_grp</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cov_inst</a:t>
            </a:r>
            <a:r>
              <a:rPr lang="en-IN" sz="2000" dirty="0">
                <a:latin typeface="Times New Roman" panose="02020603050405020304" pitchFamily="18" charset="0"/>
                <a:cs typeface="Times New Roman" panose="02020603050405020304" pitchFamily="18" charset="0"/>
              </a:rPr>
              <a:t> = new(); </a:t>
            </a:r>
          </a:p>
          <a:p>
            <a:pPr marL="0" indent="0">
              <a:buNone/>
            </a:pPr>
            <a:r>
              <a:rPr lang="en-IN" sz="2000" dirty="0">
                <a:latin typeface="Times New Roman" panose="02020603050405020304" pitchFamily="18" charset="0"/>
                <a:cs typeface="Times New Roman" panose="02020603050405020304" pitchFamily="18" charset="0"/>
              </a:rPr>
              <a:t>    always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C515EEB-6A02-45EC-33B7-24E9245D0303}"/>
              </a:ext>
            </a:extLst>
          </p:cNvPr>
          <p:cNvSpPr>
            <a:spLocks noGrp="1"/>
          </p:cNvSpPr>
          <p:nvPr>
            <p:ph type="dt" sz="half" idx="10"/>
          </p:nvPr>
        </p:nvSpPr>
        <p:spPr/>
        <p:txBody>
          <a:bodyPr/>
          <a:lstStyle/>
          <a:p>
            <a:fld id="{01379676-B5B9-429E-B6BB-A3C73C07B7F7}" type="datetime1">
              <a:rPr lang="en-IN" smtClean="0"/>
              <a:pPr/>
              <a:t>31-10-2025</a:t>
            </a:fld>
            <a:endParaRPr lang="en-IN"/>
          </a:p>
        </p:txBody>
      </p:sp>
      <p:sp>
        <p:nvSpPr>
          <p:cNvPr id="6" name="Footer Placeholder 5">
            <a:extLst>
              <a:ext uri="{FF2B5EF4-FFF2-40B4-BE49-F238E27FC236}">
                <a16:creationId xmlns:a16="http://schemas.microsoft.com/office/drawing/2014/main" id="{525E473A-908C-A635-6393-97F307D6A72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B846AE1-15E9-3D6F-4046-2F444C6F90C9}"/>
              </a:ext>
            </a:extLst>
          </p:cNvPr>
          <p:cNvSpPr>
            <a:spLocks noGrp="1"/>
          </p:cNvSpPr>
          <p:nvPr>
            <p:ph type="sldNum" sz="quarter" idx="12"/>
          </p:nvPr>
        </p:nvSpPr>
        <p:spPr/>
        <p:txBody>
          <a:bodyPr/>
          <a:lstStyle/>
          <a:p>
            <a:fld id="{56BB8B7D-B437-4E80-9B4F-EB7501C8BBDD}" type="slidenum">
              <a:rPr lang="en-IN" smtClean="0"/>
              <a:pPr/>
              <a:t>263</a:t>
            </a:fld>
            <a:endParaRPr lang="en-IN"/>
          </a:p>
        </p:txBody>
      </p:sp>
      <p:sp>
        <p:nvSpPr>
          <p:cNvPr id="4" name="TextBox 3">
            <a:extLst>
              <a:ext uri="{FF2B5EF4-FFF2-40B4-BE49-F238E27FC236}">
                <a16:creationId xmlns:a16="http://schemas.microsoft.com/office/drawing/2014/main" id="{365EF334-4D18-2335-EE0C-7699F7A51BB6}"/>
              </a:ext>
            </a:extLst>
          </p:cNvPr>
          <p:cNvSpPr txBox="1"/>
          <p:nvPr/>
        </p:nvSpPr>
        <p:spPr>
          <a:xfrm>
            <a:off x="5980587" y="1024863"/>
            <a:ext cx="6045509" cy="409342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8;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begin</a:t>
            </a:r>
          </a:p>
          <a:p>
            <a:pPr marL="0" indent="0">
              <a:buNone/>
            </a:pPr>
            <a:r>
              <a:rPr lang="en-IN" sz="2000" dirty="0">
                <a:latin typeface="Times New Roman" panose="02020603050405020304" pitchFamily="18" charset="0"/>
                <a:cs typeface="Times New Roman" panose="02020603050405020304" pitchFamily="18" charset="0"/>
              </a:rPr>
              <a:t>            #10;             </a:t>
            </a:r>
          </a:p>
          <a:p>
            <a:pPr marL="0" indent="0">
              <a:buNone/>
            </a:pPr>
            <a:r>
              <a:rPr lang="en-IN" sz="2000" dirty="0">
                <a:latin typeface="Times New Roman" panose="02020603050405020304" pitchFamily="18" charset="0"/>
                <a:cs typeface="Times New Roman" panose="02020603050405020304" pitchFamily="18" charset="0"/>
              </a:rPr>
              <a:t>            a =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cov_inst.sample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$display("[EXAMPLE-1] At time %0t, a = %0d", $time, a);</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#100;</a:t>
            </a:r>
          </a:p>
          <a:p>
            <a:pPr marL="0" indent="0">
              <a:buNone/>
            </a:pPr>
            <a:r>
              <a:rPr lang="en-IN" sz="2000" dirty="0">
                <a:latin typeface="Times New Roman" panose="02020603050405020304" pitchFamily="18" charset="0"/>
                <a:cs typeface="Times New Roman" panose="02020603050405020304" pitchFamily="18" charset="0"/>
              </a:rPr>
              <a:t>        $display("Coverage = %0.2f %%", </a:t>
            </a:r>
            <a:r>
              <a:rPr lang="en-IN" sz="2000" dirty="0" err="1">
                <a:latin typeface="Times New Roman" panose="02020603050405020304" pitchFamily="18" charset="0"/>
                <a:cs typeface="Times New Roman" panose="02020603050405020304" pitchFamily="18" charset="0"/>
              </a:rPr>
              <a:t>cov_inst.get_inst_coverage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$stop;</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82713185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147B1-71A1-B189-A037-93CEEDFCECE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FA820460-E48D-7777-76D1-995F1AB1A44F}"/>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Defining coverage points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can contain one or more coverage points. A coverage point can be an integral variable or an integral expression.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Each coverage point is associated with “bin”. On each sample clock simulator will increment the associated bin value.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bins will automatically be created or can be explicitly defined. </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Automatic Bins or Implicit Bins</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Explicit Bins</a:t>
            </a:r>
          </a:p>
        </p:txBody>
      </p:sp>
      <p:sp>
        <p:nvSpPr>
          <p:cNvPr id="4" name="Date Placeholder 3">
            <a:extLst>
              <a:ext uri="{FF2B5EF4-FFF2-40B4-BE49-F238E27FC236}">
                <a16:creationId xmlns:a16="http://schemas.microsoft.com/office/drawing/2014/main" id="{59F253E3-7357-005D-9C76-62FBC64AEB4B}"/>
              </a:ext>
            </a:extLst>
          </p:cNvPr>
          <p:cNvSpPr>
            <a:spLocks noGrp="1"/>
          </p:cNvSpPr>
          <p:nvPr>
            <p:ph type="dt" sz="half" idx="10"/>
          </p:nvPr>
        </p:nvSpPr>
        <p:spPr/>
        <p:txBody>
          <a:bodyPr/>
          <a:lstStyle/>
          <a:p>
            <a:fld id="{A28A846A-A550-4F53-836A-EB72C360D4C8}" type="datetime1">
              <a:rPr lang="en-IN" smtClean="0"/>
              <a:pPr/>
              <a:t>31-10-2025</a:t>
            </a:fld>
            <a:endParaRPr lang="en-IN"/>
          </a:p>
        </p:txBody>
      </p:sp>
      <p:sp>
        <p:nvSpPr>
          <p:cNvPr id="5" name="Footer Placeholder 4">
            <a:extLst>
              <a:ext uri="{FF2B5EF4-FFF2-40B4-BE49-F238E27FC236}">
                <a16:creationId xmlns:a16="http://schemas.microsoft.com/office/drawing/2014/main" id="{C37ECF1B-7A14-8C7E-7EC7-59FC2BB4CCA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C84BC11-C6FA-7F1E-A67C-C9D878F9C8FF}"/>
              </a:ext>
            </a:extLst>
          </p:cNvPr>
          <p:cNvSpPr>
            <a:spLocks noGrp="1"/>
          </p:cNvSpPr>
          <p:nvPr>
            <p:ph type="sldNum" sz="quarter" idx="12"/>
          </p:nvPr>
        </p:nvSpPr>
        <p:spPr/>
        <p:txBody>
          <a:bodyPr/>
          <a:lstStyle/>
          <a:p>
            <a:fld id="{56BB8B7D-B437-4E80-9B4F-EB7501C8BBDD}" type="slidenum">
              <a:rPr lang="en-IN" smtClean="0"/>
              <a:pPr/>
              <a:t>264</a:t>
            </a:fld>
            <a:endParaRPr lang="en-IN"/>
          </a:p>
        </p:txBody>
      </p:sp>
    </p:spTree>
    <p:extLst>
      <p:ext uri="{BB962C8B-B14F-4D97-AF65-F5344CB8AC3E}">
        <p14:creationId xmlns:p14="http://schemas.microsoft.com/office/powerpoint/2010/main" val="195532199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A002-40EF-EA44-6F15-255ADBAC0F1C}"/>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0870107A-3A91-B0FE-589B-0482167A356C}"/>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Automatic Bins or Implicit Bins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automatically </a:t>
            </a:r>
            <a:r>
              <a:rPr lang="en-US" sz="2400" dirty="0">
                <a:highlight>
                  <a:srgbClr val="FFFF00"/>
                </a:highlight>
                <a:latin typeface="Times New Roman" panose="02020603050405020304" pitchFamily="18" charset="0"/>
                <a:cs typeface="Times New Roman" panose="02020603050405020304" pitchFamily="18" charset="0"/>
              </a:rPr>
              <a:t>single bin will be created </a:t>
            </a:r>
            <a:r>
              <a:rPr lang="en-US" sz="2400" dirty="0">
                <a:latin typeface="Times New Roman" panose="02020603050405020304" pitchFamily="18" charset="0"/>
                <a:cs typeface="Times New Roman" panose="02020603050405020304" pitchFamily="18" charset="0"/>
              </a:rPr>
              <a:t>for each value of the </a:t>
            </a:r>
            <a:r>
              <a:rPr lang="en-US" sz="2400" dirty="0" err="1">
                <a:latin typeface="Times New Roman" panose="02020603050405020304" pitchFamily="18" charset="0"/>
                <a:cs typeface="Times New Roman" panose="02020603050405020304" pitchFamily="18" charset="0"/>
              </a:rPr>
              <a:t>coverpoint</a:t>
            </a:r>
            <a:r>
              <a:rPr lang="en-US" sz="2400" dirty="0">
                <a:latin typeface="Times New Roman" panose="02020603050405020304" pitchFamily="18" charset="0"/>
                <a:cs typeface="Times New Roman" panose="02020603050405020304" pitchFamily="18" charset="0"/>
              </a:rPr>
              <a:t> </a:t>
            </a:r>
            <a:r>
              <a:rPr lang="en-US" sz="2400" dirty="0">
                <a:highlight>
                  <a:srgbClr val="FFFF00"/>
                </a:highlight>
                <a:latin typeface="Times New Roman" panose="02020603050405020304" pitchFamily="18" charset="0"/>
                <a:cs typeface="Times New Roman" panose="02020603050405020304" pitchFamily="18" charset="0"/>
              </a:rPr>
              <a:t>variable range</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are called automatic or implicit bins.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an “n” bit integral </a:t>
            </a:r>
            <a:r>
              <a:rPr lang="en-US" sz="2400" dirty="0" err="1">
                <a:latin typeface="Times New Roman" panose="02020603050405020304" pitchFamily="18" charset="0"/>
                <a:cs typeface="Times New Roman" panose="02020603050405020304" pitchFamily="18" charset="0"/>
              </a:rPr>
              <a:t>coverpoint</a:t>
            </a:r>
            <a:r>
              <a:rPr lang="en-US" sz="2400" dirty="0">
                <a:latin typeface="Times New Roman" panose="02020603050405020304" pitchFamily="18" charset="0"/>
                <a:cs typeface="Times New Roman" panose="02020603050405020304" pitchFamily="18" charset="0"/>
              </a:rPr>
              <a:t> variable, a 2^n number of automatic bins will get created.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07D0F07-A9B1-AB48-4F1D-2238E33BEBB0}"/>
              </a:ext>
            </a:extLst>
          </p:cNvPr>
          <p:cNvSpPr>
            <a:spLocks noGrp="1"/>
          </p:cNvSpPr>
          <p:nvPr>
            <p:ph type="dt" sz="half" idx="10"/>
          </p:nvPr>
        </p:nvSpPr>
        <p:spPr/>
        <p:txBody>
          <a:bodyPr/>
          <a:lstStyle/>
          <a:p>
            <a:fld id="{F599408E-4AAA-4FA4-8455-2E450124C2AC}" type="datetime1">
              <a:rPr lang="en-IN" smtClean="0"/>
              <a:pPr/>
              <a:t>31-10-2025</a:t>
            </a:fld>
            <a:endParaRPr lang="en-IN"/>
          </a:p>
        </p:txBody>
      </p:sp>
      <p:sp>
        <p:nvSpPr>
          <p:cNvPr id="5" name="Footer Placeholder 4">
            <a:extLst>
              <a:ext uri="{FF2B5EF4-FFF2-40B4-BE49-F238E27FC236}">
                <a16:creationId xmlns:a16="http://schemas.microsoft.com/office/drawing/2014/main" id="{DD1943ED-BD09-858D-0A1F-8A36784AAFA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873637D-DD8D-328D-725B-5E6BF323F088}"/>
              </a:ext>
            </a:extLst>
          </p:cNvPr>
          <p:cNvSpPr>
            <a:spLocks noGrp="1"/>
          </p:cNvSpPr>
          <p:nvPr>
            <p:ph type="sldNum" sz="quarter" idx="12"/>
          </p:nvPr>
        </p:nvSpPr>
        <p:spPr/>
        <p:txBody>
          <a:bodyPr/>
          <a:lstStyle/>
          <a:p>
            <a:fld id="{56BB8B7D-B437-4E80-9B4F-EB7501C8BBDD}" type="slidenum">
              <a:rPr lang="en-IN" smtClean="0"/>
              <a:pPr/>
              <a:t>265</a:t>
            </a:fld>
            <a:endParaRPr lang="en-IN"/>
          </a:p>
        </p:txBody>
      </p:sp>
    </p:spTree>
    <p:extLst>
      <p:ext uri="{BB962C8B-B14F-4D97-AF65-F5344CB8AC3E}">
        <p14:creationId xmlns:p14="http://schemas.microsoft.com/office/powerpoint/2010/main" val="3931028615"/>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5A224-5F44-52A2-2503-DD7BCEBC0D2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C5E8AC22-8D5C-51BD-BFAA-E9AB6A600BC7}"/>
              </a:ext>
            </a:extLst>
          </p:cNvPr>
          <p:cNvSpPr>
            <a:spLocks noGrp="1"/>
          </p:cNvSpPr>
          <p:nvPr>
            <p:ph idx="1"/>
          </p:nvPr>
        </p:nvSpPr>
        <p:spPr>
          <a:xfrm>
            <a:off x="1234633" y="1367653"/>
            <a:ext cx="5027272" cy="4525963"/>
          </a:xfrm>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bins, will get created automatically,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addr</a:t>
            </a:r>
            <a:r>
              <a:rPr lang="en-US" sz="2400" dirty="0">
                <a:latin typeface="Times New Roman" panose="02020603050405020304" pitchFamily="18" charset="0"/>
                <a:cs typeface="Times New Roman" panose="02020603050405020304" pitchFamily="18" charset="0"/>
              </a:rPr>
              <a:t>: c1.auto[0] c1.auto[1] c1.auto[2] … c1.auto[255]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a:t>
            </a:r>
            <a:r>
              <a:rPr lang="en-US" sz="2400" dirty="0" err="1">
                <a:latin typeface="Times New Roman" panose="02020603050405020304" pitchFamily="18" charset="0"/>
                <a:cs typeface="Times New Roman" panose="02020603050405020304" pitchFamily="18" charset="0"/>
              </a:rPr>
              <a:t>wr_rd</a:t>
            </a:r>
            <a:r>
              <a:rPr lang="en-US" sz="2400" dirty="0">
                <a:latin typeface="Times New Roman" panose="02020603050405020304" pitchFamily="18" charset="0"/>
                <a:cs typeface="Times New Roman" panose="02020603050405020304" pitchFamily="18" charset="0"/>
              </a:rPr>
              <a:t>: c2.auto[0]</a:t>
            </a: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A0E9383-CA52-8293-E473-46DBFBD153AC}"/>
              </a:ext>
            </a:extLst>
          </p:cNvPr>
          <p:cNvSpPr>
            <a:spLocks noGrp="1"/>
          </p:cNvSpPr>
          <p:nvPr>
            <p:ph type="dt" sz="half" idx="10"/>
          </p:nvPr>
        </p:nvSpPr>
        <p:spPr/>
        <p:txBody>
          <a:bodyPr/>
          <a:lstStyle/>
          <a:p>
            <a:fld id="{491D7B70-8336-490A-947C-2FE3EA7DFA43}" type="datetime1">
              <a:rPr lang="en-IN" smtClean="0"/>
              <a:pPr/>
              <a:t>31-10-2025</a:t>
            </a:fld>
            <a:endParaRPr lang="en-IN"/>
          </a:p>
        </p:txBody>
      </p:sp>
      <p:sp>
        <p:nvSpPr>
          <p:cNvPr id="5" name="Footer Placeholder 4">
            <a:extLst>
              <a:ext uri="{FF2B5EF4-FFF2-40B4-BE49-F238E27FC236}">
                <a16:creationId xmlns:a16="http://schemas.microsoft.com/office/drawing/2014/main" id="{8607CCEF-8A73-738B-68DF-F8A79CF0B9BC}"/>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C54E7B0-8E53-8AC1-B49E-91BE0601C491}"/>
              </a:ext>
            </a:extLst>
          </p:cNvPr>
          <p:cNvSpPr>
            <a:spLocks noGrp="1"/>
          </p:cNvSpPr>
          <p:nvPr>
            <p:ph type="sldNum" sz="quarter" idx="12"/>
          </p:nvPr>
        </p:nvSpPr>
        <p:spPr/>
        <p:txBody>
          <a:bodyPr/>
          <a:lstStyle/>
          <a:p>
            <a:fld id="{56BB8B7D-B437-4E80-9B4F-EB7501C8BBDD}" type="slidenum">
              <a:rPr lang="en-IN" smtClean="0"/>
              <a:pPr/>
              <a:t>266</a:t>
            </a:fld>
            <a:endParaRPr lang="en-IN"/>
          </a:p>
        </p:txBody>
      </p:sp>
      <p:pic>
        <p:nvPicPr>
          <p:cNvPr id="6" name="Picture 5">
            <a:extLst>
              <a:ext uri="{FF2B5EF4-FFF2-40B4-BE49-F238E27FC236}">
                <a16:creationId xmlns:a16="http://schemas.microsoft.com/office/drawing/2014/main" id="{BD0CEB6C-9798-BB43-F5A8-AB48EBB07E1C}"/>
              </a:ext>
            </a:extLst>
          </p:cNvPr>
          <p:cNvPicPr>
            <a:picLocks noChangeAspect="1"/>
          </p:cNvPicPr>
          <p:nvPr/>
        </p:nvPicPr>
        <p:blipFill>
          <a:blip r:embed="rId2"/>
          <a:srcRect r="50730"/>
          <a:stretch>
            <a:fillRect/>
          </a:stretch>
        </p:blipFill>
        <p:spPr>
          <a:xfrm>
            <a:off x="7026965" y="1253927"/>
            <a:ext cx="4555435" cy="4591288"/>
          </a:xfrm>
          <a:prstGeom prst="rect">
            <a:avLst/>
          </a:prstGeom>
        </p:spPr>
      </p:pic>
    </p:spTree>
    <p:extLst>
      <p:ext uri="{BB962C8B-B14F-4D97-AF65-F5344CB8AC3E}">
        <p14:creationId xmlns:p14="http://schemas.microsoft.com/office/powerpoint/2010/main" val="234310050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F8B0-03AF-F172-E538-54FBA430A29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9A21AC12-2600-B31A-FC86-D403F63A20C3}"/>
              </a:ext>
            </a:extLst>
          </p:cNvPr>
          <p:cNvSpPr>
            <a:spLocks noGrp="1"/>
          </p:cNvSpPr>
          <p:nvPr>
            <p:ph idx="1"/>
          </p:nvPr>
        </p:nvSpPr>
        <p:spPr>
          <a:xfrm>
            <a:off x="1298713" y="1031822"/>
            <a:ext cx="4797287" cy="5165723"/>
          </a:xfrm>
        </p:spPr>
        <p:txBody>
          <a:bodyPr/>
          <a:lstStyle/>
          <a:p>
            <a:pPr marL="0" indent="0">
              <a:buNone/>
            </a:pPr>
            <a:r>
              <a:rPr lang="en-IN" sz="2000" dirty="0">
                <a:latin typeface="Times New Roman" panose="02020603050405020304" pitchFamily="18" charset="0"/>
                <a:cs typeface="Times New Roman" panose="02020603050405020304" pitchFamily="18" charset="0"/>
              </a:rPr>
              <a:t> module tb;</a:t>
            </a:r>
          </a:p>
          <a:p>
            <a:pPr marL="0" indent="0">
              <a:buNone/>
            </a:pPr>
            <a:r>
              <a:rPr lang="en-IN" sz="2000" dirty="0">
                <a:latin typeface="Times New Roman" panose="02020603050405020304" pitchFamily="18" charset="0"/>
                <a:cs typeface="Times New Roman" panose="02020603050405020304" pitchFamily="18" charset="0"/>
              </a:rPr>
              <a:t> bit [1:0] mode;</a:t>
            </a:r>
          </a:p>
          <a:p>
            <a:pPr marL="0" indent="0">
              <a:buNone/>
            </a:pPr>
            <a:r>
              <a:rPr lang="en-IN" sz="2000" dirty="0">
                <a:latin typeface="Times New Roman" panose="02020603050405020304" pitchFamily="18" charset="0"/>
                <a:cs typeface="Times New Roman" panose="02020603050405020304" pitchFamily="18" charset="0"/>
              </a:rPr>
              <a:t> bit [2:0]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always #20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covergroup</a:t>
            </a:r>
            <a:r>
              <a:rPr lang="en-IN" sz="2000" dirty="0">
                <a:latin typeface="Times New Roman" panose="02020603050405020304" pitchFamily="18" charset="0"/>
                <a:cs typeface="Times New Roman" panose="02020603050405020304" pitchFamily="18" charset="0"/>
              </a:rPr>
              <a:t> cg @ (</a:t>
            </a:r>
            <a:r>
              <a:rPr lang="en-IN" sz="2000" dirty="0" err="1">
                <a:latin typeface="Times New Roman" panose="02020603050405020304" pitchFamily="18" charset="0"/>
                <a:cs typeface="Times New Roman" panose="02020603050405020304" pitchFamily="18" charset="0"/>
              </a:rPr>
              <a:t>posedge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cp_mode</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mode;</a:t>
            </a:r>
          </a:p>
          <a:p>
            <a:pPr marL="0" indent="0">
              <a:buNone/>
            </a:pPr>
            <a:r>
              <a:rPr lang="en-IN" sz="2000" dirty="0">
                <a:latin typeface="Times New Roman" panose="02020603050405020304" pitchFamily="18" charset="0"/>
                <a:cs typeface="Times New Roman" panose="02020603050405020304" pitchFamily="18" charset="0"/>
              </a:rPr>
              <a:t> cp_cfg_10  :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[1:0];</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cp_cfg_lsb</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[0];</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cp_sum</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(mode +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endgroup</a:t>
            </a:r>
            <a:r>
              <a:rPr lang="en-IN" sz="2000" dirty="0">
                <a:latin typeface="Times New Roman" panose="02020603050405020304" pitchFamily="18" charset="0"/>
                <a:cs typeface="Times New Roman" panose="02020603050405020304" pitchFamily="18" charset="0"/>
              </a:rPr>
              <a:t> :cg</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18D23A06-31AB-FB6C-D05E-ABFF3A0DA98E}"/>
              </a:ext>
            </a:extLst>
          </p:cNvPr>
          <p:cNvSpPr>
            <a:spLocks noGrp="1"/>
          </p:cNvSpPr>
          <p:nvPr>
            <p:ph type="dt" sz="half" idx="10"/>
          </p:nvPr>
        </p:nvSpPr>
        <p:spPr/>
        <p:txBody>
          <a:bodyPr/>
          <a:lstStyle/>
          <a:p>
            <a:fld id="{F9D79233-9D0A-4757-9887-167FA9F48700}" type="datetime1">
              <a:rPr lang="en-IN" smtClean="0"/>
              <a:pPr/>
              <a:t>31-10-2025</a:t>
            </a:fld>
            <a:endParaRPr lang="en-IN"/>
          </a:p>
        </p:txBody>
      </p:sp>
      <p:sp>
        <p:nvSpPr>
          <p:cNvPr id="6" name="Footer Placeholder 5">
            <a:extLst>
              <a:ext uri="{FF2B5EF4-FFF2-40B4-BE49-F238E27FC236}">
                <a16:creationId xmlns:a16="http://schemas.microsoft.com/office/drawing/2014/main" id="{F283E9A8-FF3A-4286-DC4A-2894A9B9ED9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E48A13C-D3D4-0B1D-E56A-9B60FD84BB49}"/>
              </a:ext>
            </a:extLst>
          </p:cNvPr>
          <p:cNvSpPr>
            <a:spLocks noGrp="1"/>
          </p:cNvSpPr>
          <p:nvPr>
            <p:ph type="sldNum" sz="quarter" idx="12"/>
          </p:nvPr>
        </p:nvSpPr>
        <p:spPr/>
        <p:txBody>
          <a:bodyPr/>
          <a:lstStyle/>
          <a:p>
            <a:fld id="{56BB8B7D-B437-4E80-9B4F-EB7501C8BBDD}" type="slidenum">
              <a:rPr lang="en-IN" smtClean="0"/>
              <a:pPr/>
              <a:t>267</a:t>
            </a:fld>
            <a:endParaRPr lang="en-IN"/>
          </a:p>
        </p:txBody>
      </p:sp>
      <p:sp>
        <p:nvSpPr>
          <p:cNvPr id="4" name="TextBox 3">
            <a:extLst>
              <a:ext uri="{FF2B5EF4-FFF2-40B4-BE49-F238E27FC236}">
                <a16:creationId xmlns:a16="http://schemas.microsoft.com/office/drawing/2014/main" id="{B3033EEB-0DC6-85D0-A8AE-C24432EF21F9}"/>
              </a:ext>
            </a:extLst>
          </p:cNvPr>
          <p:cNvSpPr txBox="1"/>
          <p:nvPr/>
        </p:nvSpPr>
        <p:spPr>
          <a:xfrm>
            <a:off x="6096000" y="1031822"/>
            <a:ext cx="5897217" cy="532453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cg  </a:t>
            </a:r>
            <a:r>
              <a:rPr lang="en-IN" sz="2000" dirty="0" err="1">
                <a:latin typeface="Times New Roman" panose="02020603050405020304" pitchFamily="18" charset="0"/>
                <a:cs typeface="Times New Roman" panose="02020603050405020304" pitchFamily="18" charset="0"/>
              </a:rPr>
              <a:t>cg_inst</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cg_inst</a:t>
            </a:r>
            <a:r>
              <a:rPr lang="en-IN" sz="2000" dirty="0">
                <a:latin typeface="Times New Roman" panose="02020603050405020304" pitchFamily="18" charset="0"/>
                <a:cs typeface="Times New Roman" panose="02020603050405020304" pitchFamily="18" charset="0"/>
              </a:rPr>
              <a:t>= new();</a:t>
            </a:r>
          </a:p>
          <a:p>
            <a:pPr marL="0" indent="0">
              <a:buNone/>
            </a:pPr>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5;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begin</a:t>
            </a:r>
          </a:p>
          <a:p>
            <a:pPr marL="0" indent="0">
              <a:buNone/>
            </a:pPr>
            <a:r>
              <a:rPr lang="en-IN" sz="2000" dirty="0">
                <a:latin typeface="Times New Roman" panose="02020603050405020304" pitchFamily="18" charset="0"/>
                <a:cs typeface="Times New Roman" panose="02020603050405020304" pitchFamily="18" charset="0"/>
              </a:rPr>
              <a:t> @(negedge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mode = $random;</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  = $random;</a:t>
            </a:r>
          </a:p>
          <a:p>
            <a:pPr marL="0" indent="0">
              <a:buNone/>
            </a:pPr>
            <a:r>
              <a:rPr lang="en-IN" sz="2000" dirty="0">
                <a:latin typeface="Times New Roman" panose="02020603050405020304" pitchFamily="18" charset="0"/>
                <a:cs typeface="Times New Roman" panose="02020603050405020304" pitchFamily="18" charset="0"/>
              </a:rPr>
              <a:t> $display ("[%0t] mode=0x%0h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=0x%0h", $time, mode, </a:t>
            </a:r>
            <a:r>
              <a:rPr lang="en-IN" sz="2000" dirty="0" err="1">
                <a:latin typeface="Times New Roman" panose="02020603050405020304" pitchFamily="18" charset="0"/>
                <a:cs typeface="Times New Roman" panose="02020603050405020304" pitchFamily="18" charset="0"/>
              </a:rPr>
              <a:t>cfg</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initial begin</a:t>
            </a:r>
          </a:p>
          <a:p>
            <a:pPr marL="0" indent="0">
              <a:buNone/>
            </a:pPr>
            <a:r>
              <a:rPr lang="en-IN" sz="2000" dirty="0">
                <a:latin typeface="Times New Roman" panose="02020603050405020304" pitchFamily="18" charset="0"/>
                <a:cs typeface="Times New Roman" panose="02020603050405020304" pitchFamily="18" charset="0"/>
              </a:rPr>
              <a:t> #500 $display ("Coverage = %0.2f %%", </a:t>
            </a:r>
            <a:r>
              <a:rPr lang="en-IN" sz="2000" dirty="0" err="1">
                <a:latin typeface="Times New Roman" panose="02020603050405020304" pitchFamily="18" charset="0"/>
                <a:cs typeface="Times New Roman" panose="02020603050405020304" pitchFamily="18" charset="0"/>
              </a:rPr>
              <a:t>cg_inst.get_inst_coverage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61171337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41E01-8738-B3B6-3FB0-F3C4D639182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D0160AD6-01EC-C675-110B-854B3656C8A1}"/>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Explicit bins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bins</a:t>
            </a:r>
            <a:r>
              <a:rPr lang="en-US" sz="2400" dirty="0">
                <a:latin typeface="Times New Roman" panose="02020603050405020304" pitchFamily="18" charset="0"/>
                <a:cs typeface="Times New Roman" panose="02020603050405020304" pitchFamily="18" charset="0"/>
              </a:rPr>
              <a:t>” keyword is used to declare the bins explicitly to a variable.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separate bin is created for each value in the given range of variable or a single/multiple bins for the rage of values.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Bins are explicitly declared within curly braces { } along with the bins keyword followed by bin name and variable value/range, immediately after the </a:t>
            </a:r>
            <a:r>
              <a:rPr lang="en-US" sz="2400" dirty="0" err="1">
                <a:latin typeface="Times New Roman" panose="02020603050405020304" pitchFamily="18" charset="0"/>
                <a:cs typeface="Times New Roman" panose="02020603050405020304" pitchFamily="18" charset="0"/>
              </a:rPr>
              <a:t>coverpoint</a:t>
            </a:r>
            <a:r>
              <a:rPr lang="en-US" sz="2400" dirty="0">
                <a:latin typeface="Times New Roman" panose="02020603050405020304" pitchFamily="18" charset="0"/>
                <a:cs typeface="Times New Roman" panose="02020603050405020304" pitchFamily="18" charset="0"/>
              </a:rPr>
              <a:t> identifier.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A54485C-7239-D3B4-F1FF-575D5796119E}"/>
              </a:ext>
            </a:extLst>
          </p:cNvPr>
          <p:cNvSpPr>
            <a:spLocks noGrp="1"/>
          </p:cNvSpPr>
          <p:nvPr>
            <p:ph type="dt" sz="half" idx="10"/>
          </p:nvPr>
        </p:nvSpPr>
        <p:spPr/>
        <p:txBody>
          <a:bodyPr/>
          <a:lstStyle/>
          <a:p>
            <a:fld id="{B619BCF0-EA31-499E-81EC-54943ECFB0EB}" type="datetime1">
              <a:rPr lang="en-IN" smtClean="0"/>
              <a:pPr/>
              <a:t>31-10-2025</a:t>
            </a:fld>
            <a:endParaRPr lang="en-IN"/>
          </a:p>
        </p:txBody>
      </p:sp>
      <p:sp>
        <p:nvSpPr>
          <p:cNvPr id="5" name="Footer Placeholder 4">
            <a:extLst>
              <a:ext uri="{FF2B5EF4-FFF2-40B4-BE49-F238E27FC236}">
                <a16:creationId xmlns:a16="http://schemas.microsoft.com/office/drawing/2014/main" id="{D04D300E-7D62-FEC0-33BF-79F8FB34CD4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431F216-70EC-D5D1-B6D7-485F00529DBE}"/>
              </a:ext>
            </a:extLst>
          </p:cNvPr>
          <p:cNvSpPr>
            <a:spLocks noGrp="1"/>
          </p:cNvSpPr>
          <p:nvPr>
            <p:ph type="sldNum" sz="quarter" idx="12"/>
          </p:nvPr>
        </p:nvSpPr>
        <p:spPr/>
        <p:txBody>
          <a:bodyPr/>
          <a:lstStyle/>
          <a:p>
            <a:fld id="{56BB8B7D-B437-4E80-9B4F-EB7501C8BBDD}" type="slidenum">
              <a:rPr lang="en-IN" smtClean="0"/>
              <a:pPr/>
              <a:t>268</a:t>
            </a:fld>
            <a:endParaRPr lang="en-IN"/>
          </a:p>
        </p:txBody>
      </p:sp>
    </p:spTree>
    <p:extLst>
      <p:ext uri="{BB962C8B-B14F-4D97-AF65-F5344CB8AC3E}">
        <p14:creationId xmlns:p14="http://schemas.microsoft.com/office/powerpoint/2010/main" val="97128578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F8A88-0CF4-DD29-E901-97B02007384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pic>
        <p:nvPicPr>
          <p:cNvPr id="5" name="Content Placeholder 4">
            <a:extLst>
              <a:ext uri="{FF2B5EF4-FFF2-40B4-BE49-F238E27FC236}">
                <a16:creationId xmlns:a16="http://schemas.microsoft.com/office/drawing/2014/main" id="{B613ADC6-89C3-898B-A9DC-B175ABE65559}"/>
              </a:ext>
            </a:extLst>
          </p:cNvPr>
          <p:cNvPicPr>
            <a:picLocks noGrp="1" noChangeAspect="1"/>
          </p:cNvPicPr>
          <p:nvPr>
            <p:ph idx="1"/>
          </p:nvPr>
        </p:nvPicPr>
        <p:blipFill>
          <a:blip r:embed="rId3"/>
          <a:stretch>
            <a:fillRect/>
          </a:stretch>
        </p:blipFill>
        <p:spPr>
          <a:xfrm>
            <a:off x="2654853" y="685805"/>
            <a:ext cx="6082747" cy="6035677"/>
          </a:xfrm>
        </p:spPr>
      </p:pic>
      <p:sp>
        <p:nvSpPr>
          <p:cNvPr id="3" name="Date Placeholder 2">
            <a:extLst>
              <a:ext uri="{FF2B5EF4-FFF2-40B4-BE49-F238E27FC236}">
                <a16:creationId xmlns:a16="http://schemas.microsoft.com/office/drawing/2014/main" id="{F355F337-6E0C-A80B-038F-EC968686070E}"/>
              </a:ext>
            </a:extLst>
          </p:cNvPr>
          <p:cNvSpPr>
            <a:spLocks noGrp="1"/>
          </p:cNvSpPr>
          <p:nvPr>
            <p:ph type="dt" sz="half" idx="10"/>
          </p:nvPr>
        </p:nvSpPr>
        <p:spPr/>
        <p:txBody>
          <a:bodyPr/>
          <a:lstStyle/>
          <a:p>
            <a:fld id="{DD7D837B-5EE3-47C9-9949-013EBBC46740}" type="datetime1">
              <a:rPr lang="en-IN" smtClean="0"/>
              <a:pPr/>
              <a:t>31-10-2025</a:t>
            </a:fld>
            <a:endParaRPr lang="en-IN"/>
          </a:p>
        </p:txBody>
      </p:sp>
      <p:sp>
        <p:nvSpPr>
          <p:cNvPr id="4" name="Footer Placeholder 3">
            <a:extLst>
              <a:ext uri="{FF2B5EF4-FFF2-40B4-BE49-F238E27FC236}">
                <a16:creationId xmlns:a16="http://schemas.microsoft.com/office/drawing/2014/main" id="{F2371CC7-0BFA-CFF8-7525-CC6A32BDB56E}"/>
              </a:ext>
            </a:extLst>
          </p:cNvPr>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a:extLst>
              <a:ext uri="{FF2B5EF4-FFF2-40B4-BE49-F238E27FC236}">
                <a16:creationId xmlns:a16="http://schemas.microsoft.com/office/drawing/2014/main" id="{3C22777A-039F-4463-E059-67C1DD23761A}"/>
              </a:ext>
            </a:extLst>
          </p:cNvPr>
          <p:cNvSpPr>
            <a:spLocks noGrp="1"/>
          </p:cNvSpPr>
          <p:nvPr>
            <p:ph type="sldNum" sz="quarter" idx="12"/>
          </p:nvPr>
        </p:nvSpPr>
        <p:spPr/>
        <p:txBody>
          <a:bodyPr/>
          <a:lstStyle/>
          <a:p>
            <a:fld id="{56BB8B7D-B437-4E80-9B4F-EB7501C8BBDD}" type="slidenum">
              <a:rPr lang="en-IN" smtClean="0"/>
              <a:pPr/>
              <a:t>269</a:t>
            </a:fld>
            <a:endParaRPr lang="en-IN"/>
          </a:p>
        </p:txBody>
      </p:sp>
    </p:spTree>
    <p:extLst>
      <p:ext uri="{BB962C8B-B14F-4D97-AF65-F5344CB8AC3E}">
        <p14:creationId xmlns:p14="http://schemas.microsoft.com/office/powerpoint/2010/main" val="428561079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9109-6812-91AC-8161-056260CC76A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A4AF3F95-97F8-F329-4462-BCFD4958EA6D}"/>
              </a:ext>
            </a:extLst>
          </p:cNvPr>
          <p:cNvSpPr>
            <a:spLocks noGrp="1"/>
          </p:cNvSpPr>
          <p:nvPr>
            <p:ph idx="1"/>
          </p:nvPr>
        </p:nvSpPr>
        <p:spPr>
          <a:xfrm>
            <a:off x="1504950" y="1022456"/>
            <a:ext cx="5264426"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explicit_bins_example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[2:0] mode;</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covergroup</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crg</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mode { bins one = {1};</a:t>
            </a:r>
          </a:p>
          <a:p>
            <a:pPr marL="0" indent="0">
              <a:buNone/>
            </a:pPr>
            <a:r>
              <a:rPr lang="en-IN" sz="2000" dirty="0">
                <a:latin typeface="Times New Roman" panose="02020603050405020304" pitchFamily="18" charset="0"/>
                <a:cs typeface="Times New Roman" panose="02020603050405020304" pitchFamily="18" charset="0"/>
              </a:rPr>
              <a:t>                    	      bins two = {2};}</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endgroup</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crg_inst</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crg_inst</a:t>
            </a:r>
            <a:r>
              <a:rPr lang="en-IN" sz="2000" dirty="0">
                <a:latin typeface="Times New Roman" panose="02020603050405020304" pitchFamily="18" charset="0"/>
                <a:cs typeface="Times New Roman" panose="02020603050405020304" pitchFamily="18" charset="0"/>
              </a:rPr>
              <a:t> = new();</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D1BF6143-AE47-6354-C2D7-76ABF2ED1CFC}"/>
              </a:ext>
            </a:extLst>
          </p:cNvPr>
          <p:cNvSpPr>
            <a:spLocks noGrp="1"/>
          </p:cNvSpPr>
          <p:nvPr>
            <p:ph type="dt" sz="half" idx="10"/>
          </p:nvPr>
        </p:nvSpPr>
        <p:spPr/>
        <p:txBody>
          <a:bodyPr/>
          <a:lstStyle/>
          <a:p>
            <a:fld id="{6B9BF459-89B2-421A-A74D-CE40460A498B}" type="datetime1">
              <a:rPr lang="en-IN" smtClean="0"/>
              <a:pPr/>
              <a:t>31-10-2025</a:t>
            </a:fld>
            <a:endParaRPr lang="en-IN"/>
          </a:p>
        </p:txBody>
      </p:sp>
      <p:sp>
        <p:nvSpPr>
          <p:cNvPr id="6" name="Footer Placeholder 5">
            <a:extLst>
              <a:ext uri="{FF2B5EF4-FFF2-40B4-BE49-F238E27FC236}">
                <a16:creationId xmlns:a16="http://schemas.microsoft.com/office/drawing/2014/main" id="{C9D3C3EC-F62E-C70D-CB16-52DE5B0563D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8B525E3-8581-10B0-1E75-F57F0681288F}"/>
              </a:ext>
            </a:extLst>
          </p:cNvPr>
          <p:cNvSpPr>
            <a:spLocks noGrp="1"/>
          </p:cNvSpPr>
          <p:nvPr>
            <p:ph type="sldNum" sz="quarter" idx="12"/>
          </p:nvPr>
        </p:nvSpPr>
        <p:spPr/>
        <p:txBody>
          <a:bodyPr/>
          <a:lstStyle/>
          <a:p>
            <a:fld id="{56BB8B7D-B437-4E80-9B4F-EB7501C8BBDD}" type="slidenum">
              <a:rPr lang="en-IN" smtClean="0"/>
              <a:pPr/>
              <a:t>270</a:t>
            </a:fld>
            <a:endParaRPr lang="en-IN"/>
          </a:p>
        </p:txBody>
      </p:sp>
      <p:sp>
        <p:nvSpPr>
          <p:cNvPr id="4" name="TextBox 3">
            <a:extLst>
              <a:ext uri="{FF2B5EF4-FFF2-40B4-BE49-F238E27FC236}">
                <a16:creationId xmlns:a16="http://schemas.microsoft.com/office/drawing/2014/main" id="{ACB1016F-767C-B6A3-E815-31070B43EAE3}"/>
              </a:ext>
            </a:extLst>
          </p:cNvPr>
          <p:cNvSpPr txBox="1"/>
          <p:nvPr/>
        </p:nvSpPr>
        <p:spPr>
          <a:xfrm>
            <a:off x="6274904" y="1022456"/>
            <a:ext cx="5307496" cy="3170099"/>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&lt;7;i++)</a:t>
            </a:r>
          </a:p>
          <a:p>
            <a:pPr marL="0" indent="0">
              <a:buNone/>
            </a:pPr>
            <a:r>
              <a:rPr lang="en-IN" sz="2000" dirty="0">
                <a:latin typeface="Times New Roman" panose="02020603050405020304" pitchFamily="18" charset="0"/>
                <a:cs typeface="Times New Roman" panose="02020603050405020304" pitchFamily="18" charset="0"/>
              </a:rPr>
              <a:t>      begin</a:t>
            </a:r>
          </a:p>
          <a:p>
            <a:pPr marL="0" indent="0">
              <a:buNone/>
            </a:pPr>
            <a:r>
              <a:rPr lang="en-IN" sz="2000" dirty="0">
                <a:latin typeface="Times New Roman" panose="02020603050405020304" pitchFamily="18" charset="0"/>
                <a:cs typeface="Times New Roman" panose="02020603050405020304" pitchFamily="18" charset="0"/>
              </a:rPr>
              <a:t>        mode = $random;</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crg_inst.sample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$display("MODE VALUE IS : %d", mode);</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$display("COVERAGE IS : %0.2f %%", </a:t>
            </a:r>
            <a:r>
              <a:rPr lang="en-IN" sz="2000" dirty="0" err="1">
                <a:latin typeface="Times New Roman" panose="02020603050405020304" pitchFamily="18" charset="0"/>
                <a:cs typeface="Times New Roman" panose="02020603050405020304" pitchFamily="18" charset="0"/>
              </a:rPr>
              <a:t>crg_inst.get_inst_coverage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2553820102"/>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7A2E5-F407-2B93-1CCA-84D46526C12B}"/>
              </a:ext>
            </a:extLst>
          </p:cNvPr>
          <p:cNvSpPr>
            <a:spLocks noGrp="1"/>
          </p:cNvSpPr>
          <p:nvPr>
            <p:ph type="title"/>
          </p:nvPr>
        </p:nvSpPr>
        <p:spPr/>
        <p:txBody>
          <a:bodyPr/>
          <a:lstStyle/>
          <a:p>
            <a:r>
              <a:rPr kumimoji="0" lang="en-IN" sz="36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00A067FE-4CCC-F6B3-F968-6BBB66878008}"/>
              </a:ext>
            </a:extLst>
          </p:cNvPr>
          <p:cNvSpPr>
            <a:spLocks noGrp="1"/>
          </p:cNvSpPr>
          <p:nvPr>
            <p:ph idx="1"/>
          </p:nvPr>
        </p:nvSpPr>
        <p:spPr>
          <a:xfrm>
            <a:off x="609600" y="685805"/>
            <a:ext cx="10972800" cy="5440360"/>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Bins for transitions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transition of coverage point can be covered by specifying the sequence, value1 =&gt; value2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represents transition of coverage point value from value1 to value2. sequence can be single value or range, value1 =&gt; value2 =&gt; value3 …. range_list_1 =&gt; range_list_2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DF5C8CB-0E48-452A-266F-86DFD197CCA6}"/>
              </a:ext>
            </a:extLst>
          </p:cNvPr>
          <p:cNvSpPr>
            <a:spLocks noGrp="1"/>
          </p:cNvSpPr>
          <p:nvPr>
            <p:ph type="dt" sz="half" idx="10"/>
          </p:nvPr>
        </p:nvSpPr>
        <p:spPr/>
        <p:txBody>
          <a:bodyPr/>
          <a:lstStyle/>
          <a:p>
            <a:fld id="{0AE97A40-07C0-4EF4-87E7-64E76A711E42}" type="datetime1">
              <a:rPr lang="en-IN" smtClean="0"/>
              <a:pPr/>
              <a:t>31-10-2025</a:t>
            </a:fld>
            <a:endParaRPr lang="en-IN"/>
          </a:p>
        </p:txBody>
      </p:sp>
      <p:sp>
        <p:nvSpPr>
          <p:cNvPr id="6" name="Footer Placeholder 5">
            <a:extLst>
              <a:ext uri="{FF2B5EF4-FFF2-40B4-BE49-F238E27FC236}">
                <a16:creationId xmlns:a16="http://schemas.microsoft.com/office/drawing/2014/main" id="{B3BC7C2C-5ABB-89A5-0C3E-9823DF3CBEA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E4F4AD1A-7EBD-286D-DF2F-00D9885A6946}"/>
              </a:ext>
            </a:extLst>
          </p:cNvPr>
          <p:cNvSpPr>
            <a:spLocks noGrp="1"/>
          </p:cNvSpPr>
          <p:nvPr>
            <p:ph type="sldNum" sz="quarter" idx="12"/>
          </p:nvPr>
        </p:nvSpPr>
        <p:spPr/>
        <p:txBody>
          <a:bodyPr/>
          <a:lstStyle/>
          <a:p>
            <a:fld id="{56BB8B7D-B437-4E80-9B4F-EB7501C8BBDD}" type="slidenum">
              <a:rPr lang="en-IN" smtClean="0"/>
              <a:pPr/>
              <a:t>271</a:t>
            </a:fld>
            <a:endParaRPr lang="en-IN"/>
          </a:p>
        </p:txBody>
      </p:sp>
      <p:pic>
        <p:nvPicPr>
          <p:cNvPr id="5" name="Picture 4">
            <a:extLst>
              <a:ext uri="{FF2B5EF4-FFF2-40B4-BE49-F238E27FC236}">
                <a16:creationId xmlns:a16="http://schemas.microsoft.com/office/drawing/2014/main" id="{16121AF8-35F5-D668-F05C-3584BEE96128}"/>
              </a:ext>
            </a:extLst>
          </p:cNvPr>
          <p:cNvPicPr>
            <a:picLocks noChangeAspect="1"/>
          </p:cNvPicPr>
          <p:nvPr/>
        </p:nvPicPr>
        <p:blipFill>
          <a:blip r:embed="rId2"/>
          <a:stretch>
            <a:fillRect/>
          </a:stretch>
        </p:blipFill>
        <p:spPr>
          <a:xfrm>
            <a:off x="3135394" y="3089214"/>
            <a:ext cx="6548452" cy="3361042"/>
          </a:xfrm>
          <a:prstGeom prst="rect">
            <a:avLst/>
          </a:prstGeom>
        </p:spPr>
      </p:pic>
    </p:spTree>
    <p:extLst>
      <p:ext uri="{BB962C8B-B14F-4D97-AF65-F5344CB8AC3E}">
        <p14:creationId xmlns:p14="http://schemas.microsoft.com/office/powerpoint/2010/main" val="122524327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8460-2E12-7BC7-C757-6E7902863EB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F091F345-5BC2-A627-EEB2-DB2A193E001B}"/>
              </a:ext>
            </a:extLst>
          </p:cNvPr>
          <p:cNvSpPr>
            <a:spLocks noGrp="1"/>
          </p:cNvSpPr>
          <p:nvPr>
            <p:ph idx="1"/>
          </p:nvPr>
        </p:nvSpPr>
        <p:spPr>
          <a:xfrm>
            <a:off x="1385104" y="975168"/>
            <a:ext cx="5155096"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transition_example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[7:0]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initial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always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err="1">
                <a:latin typeface="Times New Roman" panose="02020603050405020304" pitchFamily="18" charset="0"/>
                <a:cs typeface="Times New Roman" panose="02020603050405020304" pitchFamily="18" charset="0"/>
              </a:rPr>
              <a:t>covergroup</a:t>
            </a:r>
            <a:r>
              <a:rPr lang="en-IN" sz="2000" dirty="0">
                <a:latin typeface="Times New Roman" panose="02020603050405020304" pitchFamily="18" charset="0"/>
                <a:cs typeface="Times New Roman" panose="02020603050405020304" pitchFamily="18" charset="0"/>
              </a:rPr>
              <a:t> cg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c1: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bins b1   = (10 =&gt; 20 =&gt; 30);            </a:t>
            </a:r>
          </a:p>
          <a:p>
            <a:pPr marL="0" indent="0">
              <a:buNone/>
            </a:pPr>
            <a:r>
              <a:rPr lang="en-IN" sz="2000" dirty="0">
                <a:latin typeface="Times New Roman" panose="02020603050405020304" pitchFamily="18" charset="0"/>
                <a:cs typeface="Times New Roman" panose="02020603050405020304" pitchFamily="18" charset="0"/>
              </a:rPr>
              <a:t>      bins b2[] = (40 =&gt; 50), (80 =&gt; 90 =&gt; 100 =&gt; 120); </a:t>
            </a:r>
          </a:p>
          <a:p>
            <a:pPr marL="0" indent="0">
              <a:buNone/>
            </a:pPr>
            <a:r>
              <a:rPr lang="en-IN" sz="2000" dirty="0">
                <a:latin typeface="Times New Roman" panose="02020603050405020304" pitchFamily="18" charset="0"/>
                <a:cs typeface="Times New Roman" panose="02020603050405020304" pitchFamily="18" charset="0"/>
              </a:rPr>
              <a:t>      bins b3   = (1,5 =&gt; 6, 7);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3F93104F-B61A-6192-B3F0-28B9965C12AD}"/>
              </a:ext>
            </a:extLst>
          </p:cNvPr>
          <p:cNvSpPr>
            <a:spLocks noGrp="1"/>
          </p:cNvSpPr>
          <p:nvPr>
            <p:ph type="dt" sz="half" idx="10"/>
          </p:nvPr>
        </p:nvSpPr>
        <p:spPr/>
        <p:txBody>
          <a:bodyPr/>
          <a:lstStyle/>
          <a:p>
            <a:fld id="{5CE145E9-CFE8-4472-958B-CE701FBDCA29}" type="datetime1">
              <a:rPr lang="en-IN" smtClean="0"/>
              <a:pPr/>
              <a:t>31-10-2025</a:t>
            </a:fld>
            <a:endParaRPr lang="en-IN"/>
          </a:p>
        </p:txBody>
      </p:sp>
      <p:sp>
        <p:nvSpPr>
          <p:cNvPr id="6" name="Footer Placeholder 5">
            <a:extLst>
              <a:ext uri="{FF2B5EF4-FFF2-40B4-BE49-F238E27FC236}">
                <a16:creationId xmlns:a16="http://schemas.microsoft.com/office/drawing/2014/main" id="{6ECF046E-B760-E194-3616-A26E3B857393}"/>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C312DF0-0AE1-8390-8072-BCCF0CD10858}"/>
              </a:ext>
            </a:extLst>
          </p:cNvPr>
          <p:cNvSpPr>
            <a:spLocks noGrp="1"/>
          </p:cNvSpPr>
          <p:nvPr>
            <p:ph type="sldNum" sz="quarter" idx="12"/>
          </p:nvPr>
        </p:nvSpPr>
        <p:spPr/>
        <p:txBody>
          <a:bodyPr/>
          <a:lstStyle/>
          <a:p>
            <a:fld id="{56BB8B7D-B437-4E80-9B4F-EB7501C8BBDD}" type="slidenum">
              <a:rPr lang="en-IN" smtClean="0"/>
              <a:pPr/>
              <a:t>272</a:t>
            </a:fld>
            <a:endParaRPr lang="en-IN"/>
          </a:p>
        </p:txBody>
      </p:sp>
      <p:sp>
        <p:nvSpPr>
          <p:cNvPr id="4" name="TextBox 3">
            <a:extLst>
              <a:ext uri="{FF2B5EF4-FFF2-40B4-BE49-F238E27FC236}">
                <a16:creationId xmlns:a16="http://schemas.microsoft.com/office/drawing/2014/main" id="{6E45634A-40A9-7C7F-3E78-F95FF8519678}"/>
              </a:ext>
            </a:extLst>
          </p:cNvPr>
          <p:cNvSpPr txBox="1"/>
          <p:nvPr/>
        </p:nvSpPr>
        <p:spPr>
          <a:xfrm>
            <a:off x="6540200" y="978063"/>
            <a:ext cx="5486400" cy="4708981"/>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c2: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endgroup</a:t>
            </a:r>
            <a:r>
              <a:rPr lang="en-IN" sz="2000" dirty="0">
                <a:latin typeface="Times New Roman" panose="02020603050405020304" pitchFamily="18" charset="0"/>
                <a:cs typeface="Times New Roman" panose="02020603050405020304" pitchFamily="18" charset="0"/>
              </a:rPr>
              <a:t> : cg</a:t>
            </a:r>
          </a:p>
          <a:p>
            <a:pPr marL="0" indent="0">
              <a:buNone/>
            </a:pPr>
            <a:r>
              <a:rPr lang="en-IN" sz="2000" dirty="0">
                <a:latin typeface="Times New Roman" panose="02020603050405020304" pitchFamily="18" charset="0"/>
                <a:cs typeface="Times New Roman" panose="02020603050405020304" pitchFamily="18" charset="0"/>
              </a:rPr>
              <a:t>cg </a:t>
            </a:r>
            <a:r>
              <a:rPr lang="en-IN" sz="2000" dirty="0" err="1">
                <a:latin typeface="Times New Roman" panose="02020603050405020304" pitchFamily="18" charset="0"/>
                <a:cs typeface="Times New Roman" panose="02020603050405020304" pitchFamily="18" charset="0"/>
              </a:rPr>
              <a:t>coverage_instance</a:t>
            </a:r>
            <a:r>
              <a:rPr lang="en-IN" sz="2000" dirty="0">
                <a:latin typeface="Times New Roman" panose="02020603050405020304" pitchFamily="18" charset="0"/>
                <a:cs typeface="Times New Roman" panose="02020603050405020304" pitchFamily="18" charset="0"/>
              </a:rPr>
              <a:t> = new();</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 ("ADDR: %b|| WR :%d",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10;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1;</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20;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30;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1;</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40;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50;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1;</a:t>
            </a:r>
          </a:p>
          <a:p>
            <a:pPr marL="0" indent="0">
              <a:buNone/>
            </a:pPr>
            <a:r>
              <a:rPr lang="en-IN" sz="2000" dirty="0">
                <a:latin typeface="Times New Roman" panose="02020603050405020304" pitchFamily="18" charset="0"/>
                <a:cs typeface="Times New Roman" panose="02020603050405020304" pitchFamily="18" charset="0"/>
              </a:rPr>
              <a:t>#150 $display("coverage is :%0.2f %%", </a:t>
            </a:r>
            <a:r>
              <a:rPr lang="en-IN" sz="2000" dirty="0" err="1">
                <a:latin typeface="Times New Roman" panose="02020603050405020304" pitchFamily="18" charset="0"/>
                <a:cs typeface="Times New Roman" panose="02020603050405020304" pitchFamily="18" charset="0"/>
              </a:rPr>
              <a:t>coverage_instance.get_inst_coverage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#10 $finish;</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560879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E9CC-5B05-6972-3AF2-F395B2885D5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88EE8D8E-8480-7479-E88E-3EA5C5DAA514}"/>
              </a:ext>
            </a:extLst>
          </p:cNvPr>
          <p:cNvSpPr>
            <a:spLocks noGrp="1"/>
          </p:cNvSpPr>
          <p:nvPr>
            <p:ph idx="1"/>
          </p:nvPr>
        </p:nvSpPr>
        <p:spPr/>
        <p:txBody>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Ignore_bins</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set of values or transitions associated with a coverage-point can be explicitly excluded from coverage by specifying them as </a:t>
            </a:r>
            <a:r>
              <a:rPr lang="en-US" sz="2400" dirty="0" err="1">
                <a:latin typeface="Times New Roman" panose="02020603050405020304" pitchFamily="18" charset="0"/>
                <a:cs typeface="Times New Roman" panose="02020603050405020304" pitchFamily="18" charset="0"/>
              </a:rPr>
              <a:t>ignore_bins</a:t>
            </a:r>
            <a:r>
              <a:rPr lang="en-US" sz="240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76D8F8A5-FFB2-999E-2050-E4CEE109EC0A}"/>
              </a:ext>
            </a:extLst>
          </p:cNvPr>
          <p:cNvSpPr>
            <a:spLocks noGrp="1"/>
          </p:cNvSpPr>
          <p:nvPr>
            <p:ph type="dt" sz="half" idx="10"/>
          </p:nvPr>
        </p:nvSpPr>
        <p:spPr/>
        <p:txBody>
          <a:bodyPr/>
          <a:lstStyle/>
          <a:p>
            <a:fld id="{85B11496-E0B4-4EE2-9FCC-F9D6458CE42A}" type="datetime1">
              <a:rPr lang="en-IN" smtClean="0"/>
              <a:pPr/>
              <a:t>31-10-2025</a:t>
            </a:fld>
            <a:endParaRPr lang="en-IN"/>
          </a:p>
        </p:txBody>
      </p:sp>
      <p:sp>
        <p:nvSpPr>
          <p:cNvPr id="6" name="Footer Placeholder 5">
            <a:extLst>
              <a:ext uri="{FF2B5EF4-FFF2-40B4-BE49-F238E27FC236}">
                <a16:creationId xmlns:a16="http://schemas.microsoft.com/office/drawing/2014/main" id="{43B42550-3357-E57A-4095-BF964F1A66D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6618E08-0ACB-2850-0BFE-AF2681C2D7FF}"/>
              </a:ext>
            </a:extLst>
          </p:cNvPr>
          <p:cNvSpPr>
            <a:spLocks noGrp="1"/>
          </p:cNvSpPr>
          <p:nvPr>
            <p:ph type="sldNum" sz="quarter" idx="12"/>
          </p:nvPr>
        </p:nvSpPr>
        <p:spPr/>
        <p:txBody>
          <a:bodyPr/>
          <a:lstStyle/>
          <a:p>
            <a:fld id="{56BB8B7D-B437-4E80-9B4F-EB7501C8BBDD}" type="slidenum">
              <a:rPr lang="en-IN" smtClean="0"/>
              <a:pPr/>
              <a:t>273</a:t>
            </a:fld>
            <a:endParaRPr lang="en-IN"/>
          </a:p>
        </p:txBody>
      </p:sp>
      <p:pic>
        <p:nvPicPr>
          <p:cNvPr id="5" name="Picture 4">
            <a:extLst>
              <a:ext uri="{FF2B5EF4-FFF2-40B4-BE49-F238E27FC236}">
                <a16:creationId xmlns:a16="http://schemas.microsoft.com/office/drawing/2014/main" id="{B5DAD0D7-F998-8949-EAB2-82F159DC0C82}"/>
              </a:ext>
            </a:extLst>
          </p:cNvPr>
          <p:cNvPicPr>
            <a:picLocks noChangeAspect="1"/>
          </p:cNvPicPr>
          <p:nvPr/>
        </p:nvPicPr>
        <p:blipFill>
          <a:blip r:embed="rId2"/>
          <a:stretch>
            <a:fillRect/>
          </a:stretch>
        </p:blipFill>
        <p:spPr>
          <a:xfrm>
            <a:off x="2194252" y="3435217"/>
            <a:ext cx="7803495" cy="1870695"/>
          </a:xfrm>
          <a:prstGeom prst="rect">
            <a:avLst/>
          </a:prstGeom>
        </p:spPr>
      </p:pic>
    </p:spTree>
    <p:extLst>
      <p:ext uri="{BB962C8B-B14F-4D97-AF65-F5344CB8AC3E}">
        <p14:creationId xmlns:p14="http://schemas.microsoft.com/office/powerpoint/2010/main" val="171537894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E8DA7-AE3E-E9D6-7F74-5F29E9A26DD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2151C447-EE4B-52C0-F748-25415359ED00}"/>
              </a:ext>
            </a:extLst>
          </p:cNvPr>
          <p:cNvSpPr>
            <a:spLocks noGrp="1"/>
          </p:cNvSpPr>
          <p:nvPr>
            <p:ph idx="1"/>
          </p:nvPr>
        </p:nvSpPr>
        <p:spPr/>
        <p:txBody>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Illegal_bins</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set of values or transitions associated with a coverage-point can be marked as illegal by specifying them as </a:t>
            </a:r>
            <a:r>
              <a:rPr lang="en-US" sz="2400" dirty="0" err="1">
                <a:latin typeface="Times New Roman" panose="02020603050405020304" pitchFamily="18" charset="0"/>
                <a:cs typeface="Times New Roman" panose="02020603050405020304" pitchFamily="18" charset="0"/>
              </a:rPr>
              <a:t>illegal_bins</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8A91FBA-B84F-6070-526F-022FE1BB0693}"/>
              </a:ext>
            </a:extLst>
          </p:cNvPr>
          <p:cNvSpPr>
            <a:spLocks noGrp="1"/>
          </p:cNvSpPr>
          <p:nvPr>
            <p:ph type="dt" sz="half" idx="10"/>
          </p:nvPr>
        </p:nvSpPr>
        <p:spPr/>
        <p:txBody>
          <a:bodyPr/>
          <a:lstStyle/>
          <a:p>
            <a:fld id="{AFC38011-B76E-4D6B-9C83-44A10518F7E7}" type="datetime1">
              <a:rPr lang="en-IN" smtClean="0"/>
              <a:pPr/>
              <a:t>31-10-2025</a:t>
            </a:fld>
            <a:endParaRPr lang="en-IN"/>
          </a:p>
        </p:txBody>
      </p:sp>
      <p:sp>
        <p:nvSpPr>
          <p:cNvPr id="6" name="Footer Placeholder 5">
            <a:extLst>
              <a:ext uri="{FF2B5EF4-FFF2-40B4-BE49-F238E27FC236}">
                <a16:creationId xmlns:a16="http://schemas.microsoft.com/office/drawing/2014/main" id="{6A9AA355-B760-0A1E-7BD2-73C19F2956F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D6213FA-D08F-441F-BA68-FF5179AFB68A}"/>
              </a:ext>
            </a:extLst>
          </p:cNvPr>
          <p:cNvSpPr>
            <a:spLocks noGrp="1"/>
          </p:cNvSpPr>
          <p:nvPr>
            <p:ph type="sldNum" sz="quarter" idx="12"/>
          </p:nvPr>
        </p:nvSpPr>
        <p:spPr/>
        <p:txBody>
          <a:bodyPr/>
          <a:lstStyle/>
          <a:p>
            <a:fld id="{56BB8B7D-B437-4E80-9B4F-EB7501C8BBDD}" type="slidenum">
              <a:rPr lang="en-IN" smtClean="0"/>
              <a:pPr/>
              <a:t>274</a:t>
            </a:fld>
            <a:endParaRPr lang="en-IN"/>
          </a:p>
        </p:txBody>
      </p:sp>
      <p:pic>
        <p:nvPicPr>
          <p:cNvPr id="5" name="Picture 4">
            <a:extLst>
              <a:ext uri="{FF2B5EF4-FFF2-40B4-BE49-F238E27FC236}">
                <a16:creationId xmlns:a16="http://schemas.microsoft.com/office/drawing/2014/main" id="{2CA4BD8C-84B6-4D7B-CEBE-617E0981E65E}"/>
              </a:ext>
            </a:extLst>
          </p:cNvPr>
          <p:cNvPicPr>
            <a:picLocks noChangeAspect="1"/>
          </p:cNvPicPr>
          <p:nvPr/>
        </p:nvPicPr>
        <p:blipFill>
          <a:blip r:embed="rId2"/>
          <a:stretch>
            <a:fillRect/>
          </a:stretch>
        </p:blipFill>
        <p:spPr>
          <a:xfrm>
            <a:off x="2666157" y="3308095"/>
            <a:ext cx="7118104" cy="1472707"/>
          </a:xfrm>
          <a:prstGeom prst="rect">
            <a:avLst/>
          </a:prstGeom>
        </p:spPr>
      </p:pic>
    </p:spTree>
    <p:extLst>
      <p:ext uri="{BB962C8B-B14F-4D97-AF65-F5344CB8AC3E}">
        <p14:creationId xmlns:p14="http://schemas.microsoft.com/office/powerpoint/2010/main" val="33008679"/>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BC1E3-0BF4-EDBB-70AE-19D1BE54A8CC}"/>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A207774B-B91F-6CC1-E8AF-FF290F921AFC}"/>
              </a:ext>
            </a:extLst>
          </p:cNvPr>
          <p:cNvSpPr>
            <a:spLocks noGrp="1"/>
          </p:cNvSpPr>
          <p:nvPr>
            <p:ph idx="1"/>
          </p:nvPr>
        </p:nvSpPr>
        <p:spPr>
          <a:xfrm>
            <a:off x="741073" y="1085618"/>
            <a:ext cx="5744901" cy="4794321"/>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Cross Coverage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Cross Coverage is specified between the cover points or variables. Cross coverage is specified using the cross construct.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Expressions cannot be used directly in a cross; a coverage point must be explicitly defined first.</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170BF6A-BF13-BD42-2A97-4EDD9E4F1544}"/>
              </a:ext>
            </a:extLst>
          </p:cNvPr>
          <p:cNvSpPr>
            <a:spLocks noGrp="1"/>
          </p:cNvSpPr>
          <p:nvPr>
            <p:ph type="dt" sz="half" idx="10"/>
          </p:nvPr>
        </p:nvSpPr>
        <p:spPr/>
        <p:txBody>
          <a:bodyPr/>
          <a:lstStyle/>
          <a:p>
            <a:fld id="{4F78B779-0C55-4BC8-9B1C-8888FE23E912}" type="datetime1">
              <a:rPr lang="en-IN" smtClean="0"/>
              <a:pPr/>
              <a:t>31-10-2025</a:t>
            </a:fld>
            <a:endParaRPr lang="en-IN"/>
          </a:p>
        </p:txBody>
      </p:sp>
      <p:sp>
        <p:nvSpPr>
          <p:cNvPr id="6" name="Footer Placeholder 5">
            <a:extLst>
              <a:ext uri="{FF2B5EF4-FFF2-40B4-BE49-F238E27FC236}">
                <a16:creationId xmlns:a16="http://schemas.microsoft.com/office/drawing/2014/main" id="{C770CB30-814F-463B-69B6-F7589BCFB0A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C1CBEC7-2888-0FB3-24E9-E9DEEA1712A1}"/>
              </a:ext>
            </a:extLst>
          </p:cNvPr>
          <p:cNvSpPr>
            <a:spLocks noGrp="1"/>
          </p:cNvSpPr>
          <p:nvPr>
            <p:ph type="sldNum" sz="quarter" idx="12"/>
          </p:nvPr>
        </p:nvSpPr>
        <p:spPr/>
        <p:txBody>
          <a:bodyPr/>
          <a:lstStyle/>
          <a:p>
            <a:fld id="{56BB8B7D-B437-4E80-9B4F-EB7501C8BBDD}" type="slidenum">
              <a:rPr lang="en-IN" smtClean="0"/>
              <a:pPr/>
              <a:t>275</a:t>
            </a:fld>
            <a:endParaRPr lang="en-IN"/>
          </a:p>
        </p:txBody>
      </p:sp>
      <p:pic>
        <p:nvPicPr>
          <p:cNvPr id="5" name="Picture 4">
            <a:extLst>
              <a:ext uri="{FF2B5EF4-FFF2-40B4-BE49-F238E27FC236}">
                <a16:creationId xmlns:a16="http://schemas.microsoft.com/office/drawing/2014/main" id="{D493FBA1-BCF9-F50D-892B-CDCB7822DD11}"/>
              </a:ext>
            </a:extLst>
          </p:cNvPr>
          <p:cNvPicPr>
            <a:picLocks noChangeAspect="1"/>
          </p:cNvPicPr>
          <p:nvPr/>
        </p:nvPicPr>
        <p:blipFill>
          <a:blip r:embed="rId2"/>
          <a:srcRect r="39881"/>
          <a:stretch>
            <a:fillRect/>
          </a:stretch>
        </p:blipFill>
        <p:spPr>
          <a:xfrm>
            <a:off x="7156022" y="1120520"/>
            <a:ext cx="4752171" cy="5056538"/>
          </a:xfrm>
          <a:prstGeom prst="rect">
            <a:avLst/>
          </a:prstGeom>
        </p:spPr>
      </p:pic>
    </p:spTree>
    <p:extLst>
      <p:ext uri="{BB962C8B-B14F-4D97-AF65-F5344CB8AC3E}">
        <p14:creationId xmlns:p14="http://schemas.microsoft.com/office/powerpoint/2010/main" val="414930528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C339-4955-C49C-9E42-FA87B95861E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BAA8F6BE-D309-D9C6-2672-ECB8FCE48C0F}"/>
              </a:ext>
            </a:extLst>
          </p:cNvPr>
          <p:cNvSpPr>
            <a:spLocks noGrp="1"/>
          </p:cNvSpPr>
          <p:nvPr>
            <p:ph idx="1"/>
          </p:nvPr>
        </p:nvSpPr>
        <p:spPr>
          <a:xfrm>
            <a:off x="609600" y="1417638"/>
            <a:ext cx="5413513" cy="4525963"/>
          </a:xfrm>
        </p:spPr>
        <p:txBody>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cross_coverage_example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logic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bit [3:0] a, b;</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initial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0;</a:t>
            </a:r>
          </a:p>
          <a:p>
            <a:pPr marL="0" indent="0">
              <a:buNone/>
            </a:pPr>
            <a:r>
              <a:rPr lang="en-US" sz="2000" dirty="0">
                <a:latin typeface="Times New Roman" panose="02020603050405020304" pitchFamily="18" charset="0"/>
                <a:cs typeface="Times New Roman" panose="02020603050405020304" pitchFamily="18" charset="0"/>
              </a:rPr>
              <a:t>  always #5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covergroup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cg_by_coverpoint</a:t>
            </a:r>
            <a:r>
              <a:rPr lang="en-US" sz="2000" dirty="0">
                <a:latin typeface="Times New Roman" panose="02020603050405020304" pitchFamily="18" charset="0"/>
                <a:cs typeface="Times New Roman" panose="02020603050405020304" pitchFamily="18" charset="0"/>
              </a:rPr>
              <a:t> @(posedge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c1: </a:t>
            </a:r>
            <a:r>
              <a:rPr lang="en-US" sz="2000" dirty="0" err="1">
                <a:latin typeface="Times New Roman" panose="02020603050405020304" pitchFamily="18" charset="0"/>
                <a:cs typeface="Times New Roman" panose="02020603050405020304" pitchFamily="18" charset="0"/>
              </a:rPr>
              <a:t>coverpoint</a:t>
            </a:r>
            <a:r>
              <a:rPr lang="en-US" sz="2000" dirty="0">
                <a:latin typeface="Times New Roman" panose="02020603050405020304" pitchFamily="18" charset="0"/>
                <a:cs typeface="Times New Roman" panose="02020603050405020304" pitchFamily="18" charset="0"/>
              </a:rPr>
              <a:t> a; </a:t>
            </a:r>
          </a:p>
          <a:p>
            <a:pPr marL="0" indent="0">
              <a:buNone/>
            </a:pPr>
            <a:r>
              <a:rPr lang="en-US" sz="2000" dirty="0">
                <a:latin typeface="Times New Roman" panose="02020603050405020304" pitchFamily="18" charset="0"/>
                <a:cs typeface="Times New Roman" panose="02020603050405020304" pitchFamily="18" charset="0"/>
              </a:rPr>
              <a:t>    c2: </a:t>
            </a:r>
            <a:r>
              <a:rPr lang="en-US" sz="2000" dirty="0" err="1">
                <a:latin typeface="Times New Roman" panose="02020603050405020304" pitchFamily="18" charset="0"/>
                <a:cs typeface="Times New Roman" panose="02020603050405020304" pitchFamily="18" charset="0"/>
              </a:rPr>
              <a:t>coverpoint</a:t>
            </a:r>
            <a:r>
              <a:rPr lang="en-US" sz="2000" dirty="0">
                <a:latin typeface="Times New Roman" panose="02020603050405020304" pitchFamily="18" charset="0"/>
                <a:cs typeface="Times New Roman" panose="02020603050405020304" pitchFamily="18" charset="0"/>
              </a:rPr>
              <a:t> b;  </a:t>
            </a:r>
          </a:p>
          <a:p>
            <a:pPr marL="0" indent="0">
              <a:buNone/>
            </a:pPr>
            <a:r>
              <a:rPr lang="en-US" sz="2000" dirty="0">
                <a:latin typeface="Times New Roman" panose="02020603050405020304" pitchFamily="18" charset="0"/>
                <a:cs typeface="Times New Roman" panose="02020603050405020304" pitchFamily="18" charset="0"/>
              </a:rPr>
              <a:t>    c1Xc2: cross c1, c2;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endgroup</a:t>
            </a:r>
            <a:endParaRPr lang="en-US"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88A37D9-9E2D-92BB-BBC6-0C228F12201D}"/>
              </a:ext>
            </a:extLst>
          </p:cNvPr>
          <p:cNvSpPr>
            <a:spLocks noGrp="1"/>
          </p:cNvSpPr>
          <p:nvPr>
            <p:ph type="dt" sz="half" idx="10"/>
          </p:nvPr>
        </p:nvSpPr>
        <p:spPr/>
        <p:txBody>
          <a:bodyPr/>
          <a:lstStyle/>
          <a:p>
            <a:fld id="{F38E3754-D79D-41A3-9587-E2991E275349}" type="datetime1">
              <a:rPr lang="en-IN" smtClean="0"/>
              <a:pPr/>
              <a:t>31-10-2025</a:t>
            </a:fld>
            <a:endParaRPr lang="en-IN"/>
          </a:p>
        </p:txBody>
      </p:sp>
      <p:sp>
        <p:nvSpPr>
          <p:cNvPr id="6" name="Footer Placeholder 5">
            <a:extLst>
              <a:ext uri="{FF2B5EF4-FFF2-40B4-BE49-F238E27FC236}">
                <a16:creationId xmlns:a16="http://schemas.microsoft.com/office/drawing/2014/main" id="{398510AA-EE2F-E651-6AB1-06EACA31202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4731325-FF64-694B-9C32-AB88437D8AE6}"/>
              </a:ext>
            </a:extLst>
          </p:cNvPr>
          <p:cNvSpPr>
            <a:spLocks noGrp="1"/>
          </p:cNvSpPr>
          <p:nvPr>
            <p:ph type="sldNum" sz="quarter" idx="12"/>
          </p:nvPr>
        </p:nvSpPr>
        <p:spPr/>
        <p:txBody>
          <a:bodyPr/>
          <a:lstStyle/>
          <a:p>
            <a:fld id="{56BB8B7D-B437-4E80-9B4F-EB7501C8BBDD}" type="slidenum">
              <a:rPr lang="en-IN" smtClean="0"/>
              <a:pPr/>
              <a:t>276</a:t>
            </a:fld>
            <a:endParaRPr lang="en-IN"/>
          </a:p>
        </p:txBody>
      </p:sp>
      <p:sp>
        <p:nvSpPr>
          <p:cNvPr id="4" name="TextBox 3">
            <a:extLst>
              <a:ext uri="{FF2B5EF4-FFF2-40B4-BE49-F238E27FC236}">
                <a16:creationId xmlns:a16="http://schemas.microsoft.com/office/drawing/2014/main" id="{D6896AD2-AAEC-45A5-A843-AD5255CD412D}"/>
              </a:ext>
            </a:extLst>
          </p:cNvPr>
          <p:cNvSpPr txBox="1"/>
          <p:nvPr/>
        </p:nvSpPr>
        <p:spPr>
          <a:xfrm>
            <a:off x="6825290" y="1214380"/>
            <a:ext cx="5280991" cy="5324535"/>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cg_by_coverpoint</a:t>
            </a:r>
            <a:r>
              <a:rPr lang="en-US" sz="2000" dirty="0">
                <a:latin typeface="Times New Roman" panose="02020603050405020304" pitchFamily="18" charset="0"/>
                <a:cs typeface="Times New Roman" panose="02020603050405020304" pitchFamily="18" charset="0"/>
              </a:rPr>
              <a:t> cov1 = new();</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initial begin</a:t>
            </a:r>
          </a:p>
          <a:p>
            <a:pPr marL="0" indent="0">
              <a:buNone/>
            </a:pPr>
            <a:r>
              <a:rPr lang="en-US" sz="2000" dirty="0">
                <a:latin typeface="Times New Roman" panose="02020603050405020304" pitchFamily="18" charset="0"/>
                <a:cs typeface="Times New Roman" panose="02020603050405020304" pitchFamily="18" charset="0"/>
              </a:rPr>
              <a:t>    repeat (40) begin</a:t>
            </a:r>
          </a:p>
          <a:p>
            <a:pPr marL="0" indent="0">
              <a:buNone/>
            </a:pPr>
            <a:r>
              <a:rPr lang="en-US" sz="2000" dirty="0">
                <a:latin typeface="Times New Roman" panose="02020603050405020304" pitchFamily="18" charset="0"/>
                <a:cs typeface="Times New Roman" panose="02020603050405020304" pitchFamily="18" charset="0"/>
              </a:rPr>
              <a:t>      #10 a = $random ;</a:t>
            </a:r>
          </a:p>
          <a:p>
            <a:pPr marL="0" indent="0">
              <a:buNone/>
            </a:pPr>
            <a:r>
              <a:rPr lang="en-US" sz="2000" dirty="0">
                <a:latin typeface="Times New Roman" panose="02020603050405020304" pitchFamily="18" charset="0"/>
                <a:cs typeface="Times New Roman" panose="02020603050405020304" pitchFamily="18" charset="0"/>
              </a:rPr>
              <a:t>          b = $random ; </a:t>
            </a:r>
          </a:p>
          <a:p>
            <a:pPr marL="0" indent="0">
              <a:buNone/>
            </a:pPr>
            <a:r>
              <a:rPr lang="en-US" sz="2000" dirty="0">
                <a:latin typeface="Times New Roman" panose="02020603050405020304" pitchFamily="18" charset="0"/>
                <a:cs typeface="Times New Roman" panose="02020603050405020304" pitchFamily="18" charset="0"/>
              </a:rPr>
              <a:t>      $display("At time %0t: a=%0d, b=%0d", $time, a, b);</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a:latin typeface="Times New Roman" panose="02020603050405020304" pitchFamily="18" charset="0"/>
                <a:cs typeface="Times New Roman" panose="02020603050405020304" pitchFamily="18" charset="0"/>
              </a:rPr>
              <a:t>    //$display("Coverage is : %0.2f %%",$</a:t>
            </a:r>
            <a:r>
              <a:rPr lang="en-US" sz="2000" dirty="0" err="1">
                <a:latin typeface="Times New Roman" panose="02020603050405020304" pitchFamily="18" charset="0"/>
                <a:cs typeface="Times New Roman" panose="02020603050405020304" pitchFamily="18" charset="0"/>
              </a:rPr>
              <a:t>get_coverage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//$display("Coverage is : %0.2f %%",cov1.c1Xc2.get_inst_coverage());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#10 $finish;</a:t>
            </a:r>
          </a:p>
          <a:p>
            <a:pPr marL="0" indent="0">
              <a:buNone/>
            </a:pPr>
            <a:r>
              <a:rPr lang="en-US" sz="2000" dirty="0">
                <a:latin typeface="Times New Roman" panose="02020603050405020304" pitchFamily="18" charset="0"/>
                <a:cs typeface="Times New Roman" panose="02020603050405020304" pitchFamily="18" charset="0"/>
              </a:rPr>
              <a:t>  end</a:t>
            </a:r>
          </a:p>
          <a:p>
            <a:pPr marL="0" indent="0">
              <a:buNone/>
            </a:pPr>
            <a:r>
              <a:rPr lang="en-US"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224049449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33D1C-DC18-CDF4-BBDC-BF21456D4B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68FB8748-FDA3-B10C-FA25-778317C0D94B}"/>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Coverage options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Coverage options control the behavior of the </a:t>
            </a:r>
            <a:r>
              <a:rPr lang="en-US" sz="2400" dirty="0" err="1">
                <a:latin typeface="Times New Roman" panose="02020603050405020304" pitchFamily="18" charset="0"/>
                <a:cs typeface="Times New Roman" panose="02020603050405020304" pitchFamily="18" charset="0"/>
              </a:rPr>
              <a:t>covergroup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coverpoint</a:t>
            </a:r>
            <a:r>
              <a:rPr lang="en-US" sz="2400" dirty="0">
                <a:latin typeface="Times New Roman" panose="02020603050405020304" pitchFamily="18" charset="0"/>
                <a:cs typeface="Times New Roman" panose="02020603050405020304" pitchFamily="18" charset="0"/>
              </a:rPr>
              <a:t>, and cross. </a:t>
            </a:r>
          </a:p>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at_least</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minimum number of hits for each bin. A bin with a hit count that is less than the number is not considered covered. the default value is ‘1’. </a:t>
            </a:r>
          </a:p>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auto_bin_max</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maximum number of automatically created bins when no bins are explicitly defined for a </a:t>
            </a:r>
            <a:r>
              <a:rPr lang="en-US" sz="2400" dirty="0" err="1">
                <a:latin typeface="Times New Roman" panose="02020603050405020304" pitchFamily="18" charset="0"/>
                <a:cs typeface="Times New Roman" panose="02020603050405020304" pitchFamily="18" charset="0"/>
              </a:rPr>
              <a:t>coverpoint</a:t>
            </a:r>
            <a:r>
              <a:rPr lang="en-US" sz="2400" dirty="0">
                <a:latin typeface="Times New Roman" panose="02020603050405020304" pitchFamily="18" charset="0"/>
                <a:cs typeface="Times New Roman" panose="02020603050405020304" pitchFamily="18" charset="0"/>
              </a:rPr>
              <a:t>. the default value is ‘64’. </a:t>
            </a:r>
          </a:p>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cross_auto_bin_max</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maximum number of automatically created cross product bins for a cross. there is no default value, it is unbounded.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2625E41-4647-389C-7DAD-23B54DDF7226}"/>
              </a:ext>
            </a:extLst>
          </p:cNvPr>
          <p:cNvSpPr>
            <a:spLocks noGrp="1"/>
          </p:cNvSpPr>
          <p:nvPr>
            <p:ph type="dt" sz="half" idx="10"/>
          </p:nvPr>
        </p:nvSpPr>
        <p:spPr/>
        <p:txBody>
          <a:bodyPr/>
          <a:lstStyle/>
          <a:p>
            <a:fld id="{B216F778-CAD8-4E04-B493-D19641D7230D}" type="datetime1">
              <a:rPr lang="en-IN" smtClean="0"/>
              <a:pPr/>
              <a:t>31-10-2025</a:t>
            </a:fld>
            <a:endParaRPr lang="en-IN"/>
          </a:p>
        </p:txBody>
      </p:sp>
      <p:sp>
        <p:nvSpPr>
          <p:cNvPr id="5" name="Footer Placeholder 4">
            <a:extLst>
              <a:ext uri="{FF2B5EF4-FFF2-40B4-BE49-F238E27FC236}">
                <a16:creationId xmlns:a16="http://schemas.microsoft.com/office/drawing/2014/main" id="{5AC5499B-F454-B4FF-FC09-6FD05A0C21D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F1EEBD3-3F65-84E3-9AD0-CE6339D635A2}"/>
              </a:ext>
            </a:extLst>
          </p:cNvPr>
          <p:cNvSpPr>
            <a:spLocks noGrp="1"/>
          </p:cNvSpPr>
          <p:nvPr>
            <p:ph type="sldNum" sz="quarter" idx="12"/>
          </p:nvPr>
        </p:nvSpPr>
        <p:spPr/>
        <p:txBody>
          <a:bodyPr/>
          <a:lstStyle/>
          <a:p>
            <a:fld id="{56BB8B7D-B437-4E80-9B4F-EB7501C8BBDD}" type="slidenum">
              <a:rPr lang="en-IN" smtClean="0"/>
              <a:pPr/>
              <a:t>277</a:t>
            </a:fld>
            <a:endParaRPr lang="en-IN"/>
          </a:p>
        </p:txBody>
      </p:sp>
    </p:spTree>
    <p:extLst>
      <p:ext uri="{BB962C8B-B14F-4D97-AF65-F5344CB8AC3E}">
        <p14:creationId xmlns:p14="http://schemas.microsoft.com/office/powerpoint/2010/main" val="332032242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32FCC-646D-2A67-E51A-BD96F38CFD0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Coverage</a:t>
            </a:r>
            <a:endParaRPr lang="en-IN" dirty="0"/>
          </a:p>
        </p:txBody>
      </p:sp>
      <p:sp>
        <p:nvSpPr>
          <p:cNvPr id="3" name="Content Placeholder 2">
            <a:extLst>
              <a:ext uri="{FF2B5EF4-FFF2-40B4-BE49-F238E27FC236}">
                <a16:creationId xmlns:a16="http://schemas.microsoft.com/office/drawing/2014/main" id="{FE94BE65-66B0-9E9B-7D40-4DBC28975C0A}"/>
              </a:ext>
            </a:extLst>
          </p:cNvPr>
          <p:cNvSpPr>
            <a:spLocks noGrp="1"/>
          </p:cNvSpPr>
          <p:nvPr>
            <p:ph idx="1"/>
          </p:nvPr>
        </p:nvSpPr>
        <p:spPr>
          <a:xfrm>
            <a:off x="1033335" y="915998"/>
            <a:ext cx="5821017"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coverage_test</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[7:0]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bit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initial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always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covergroup</a:t>
            </a:r>
            <a:r>
              <a:rPr lang="en-IN" sz="2000" dirty="0">
                <a:latin typeface="Times New Roman" panose="02020603050405020304" pitchFamily="18" charset="0"/>
                <a:cs typeface="Times New Roman" panose="02020603050405020304" pitchFamily="18" charset="0"/>
              </a:rPr>
              <a:t> cg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c1: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option.auto_bin_max</a:t>
            </a:r>
            <a:r>
              <a:rPr lang="en-IN" sz="2000" dirty="0">
                <a:latin typeface="Times New Roman" panose="02020603050405020304" pitchFamily="18" charset="0"/>
                <a:cs typeface="Times New Roman" panose="02020603050405020304" pitchFamily="18" charset="0"/>
              </a:rPr>
              <a:t> = 128; }  </a:t>
            </a:r>
          </a:p>
          <a:p>
            <a:pPr marL="0" indent="0">
              <a:buNone/>
            </a:pPr>
            <a:r>
              <a:rPr lang="en-IN" sz="2000" dirty="0">
                <a:latin typeface="Times New Roman" panose="02020603050405020304" pitchFamily="18" charset="0"/>
                <a:cs typeface="Times New Roman" panose="02020603050405020304" pitchFamily="18" charset="0"/>
              </a:rPr>
              <a:t>    c2: </a:t>
            </a:r>
            <a:r>
              <a:rPr lang="en-IN" sz="2000" dirty="0" err="1">
                <a:latin typeface="Times New Roman" panose="02020603050405020304" pitchFamily="18" charset="0"/>
                <a:cs typeface="Times New Roman" panose="02020603050405020304" pitchFamily="18" charset="0"/>
              </a:rPr>
              <a:t>coverpoint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option.at_least</a:t>
            </a:r>
            <a:r>
              <a:rPr lang="en-IN" sz="2000" dirty="0">
                <a:latin typeface="Times New Roman" panose="02020603050405020304" pitchFamily="18" charset="0"/>
                <a:cs typeface="Times New Roman" panose="02020603050405020304" pitchFamily="18" charset="0"/>
              </a:rPr>
              <a:t> = 2; }       </a:t>
            </a:r>
          </a:p>
          <a:p>
            <a:pPr marL="0" indent="0">
              <a:buNone/>
            </a:pPr>
            <a:r>
              <a:rPr lang="en-IN" sz="2000" dirty="0">
                <a:latin typeface="Times New Roman" panose="02020603050405020304" pitchFamily="18" charset="0"/>
                <a:cs typeface="Times New Roman" panose="02020603050405020304" pitchFamily="18" charset="0"/>
              </a:rPr>
              <a:t>    c1Xc2: cross c1, c2  { </a:t>
            </a:r>
            <a:r>
              <a:rPr lang="en-IN" sz="2000" dirty="0" err="1">
                <a:latin typeface="Times New Roman" panose="02020603050405020304" pitchFamily="18" charset="0"/>
                <a:cs typeface="Times New Roman" panose="02020603050405020304" pitchFamily="18" charset="0"/>
              </a:rPr>
              <a:t>option.cross_auto_bin_max</a:t>
            </a:r>
            <a:r>
              <a:rPr lang="en-IN" sz="2000" dirty="0">
                <a:latin typeface="Times New Roman" panose="02020603050405020304" pitchFamily="18" charset="0"/>
                <a:cs typeface="Times New Roman" panose="02020603050405020304" pitchFamily="18" charset="0"/>
              </a:rPr>
              <a:t> = 128; }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endgroup</a:t>
            </a:r>
            <a:r>
              <a:rPr lang="en-IN" sz="2000" dirty="0">
                <a:latin typeface="Times New Roman" panose="02020603050405020304" pitchFamily="18" charset="0"/>
                <a:cs typeface="Times New Roman" panose="02020603050405020304" pitchFamily="18" charset="0"/>
              </a:rPr>
              <a:t> : cg</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84FC718-4F36-ADEE-8A89-C1B56B2EB05C}"/>
              </a:ext>
            </a:extLst>
          </p:cNvPr>
          <p:cNvSpPr>
            <a:spLocks noGrp="1"/>
          </p:cNvSpPr>
          <p:nvPr>
            <p:ph type="dt" sz="half" idx="10"/>
          </p:nvPr>
        </p:nvSpPr>
        <p:spPr/>
        <p:txBody>
          <a:bodyPr/>
          <a:lstStyle/>
          <a:p>
            <a:fld id="{A4016952-E3E7-4825-BD89-96BC877ADA9A}" type="datetime1">
              <a:rPr lang="en-IN" smtClean="0"/>
              <a:pPr/>
              <a:t>31-10-2025</a:t>
            </a:fld>
            <a:endParaRPr lang="en-IN"/>
          </a:p>
        </p:txBody>
      </p:sp>
      <p:sp>
        <p:nvSpPr>
          <p:cNvPr id="6" name="Footer Placeholder 5">
            <a:extLst>
              <a:ext uri="{FF2B5EF4-FFF2-40B4-BE49-F238E27FC236}">
                <a16:creationId xmlns:a16="http://schemas.microsoft.com/office/drawing/2014/main" id="{9F94CF07-667B-BEBF-A501-A267353D393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AC25B9C-7F45-2F74-D0CF-ECB285545C00}"/>
              </a:ext>
            </a:extLst>
          </p:cNvPr>
          <p:cNvSpPr>
            <a:spLocks noGrp="1"/>
          </p:cNvSpPr>
          <p:nvPr>
            <p:ph type="sldNum" sz="quarter" idx="12"/>
          </p:nvPr>
        </p:nvSpPr>
        <p:spPr/>
        <p:txBody>
          <a:bodyPr/>
          <a:lstStyle/>
          <a:p>
            <a:fld id="{56BB8B7D-B437-4E80-9B4F-EB7501C8BBDD}" type="slidenum">
              <a:rPr lang="en-IN" smtClean="0"/>
              <a:pPr/>
              <a:t>278</a:t>
            </a:fld>
            <a:endParaRPr lang="en-IN"/>
          </a:p>
        </p:txBody>
      </p:sp>
      <p:sp>
        <p:nvSpPr>
          <p:cNvPr id="4" name="TextBox 3">
            <a:extLst>
              <a:ext uri="{FF2B5EF4-FFF2-40B4-BE49-F238E27FC236}">
                <a16:creationId xmlns:a16="http://schemas.microsoft.com/office/drawing/2014/main" id="{E88EEECD-A0B0-427D-B400-5E427605BB72}"/>
              </a:ext>
            </a:extLst>
          </p:cNvPr>
          <p:cNvSpPr txBox="1"/>
          <p:nvPr/>
        </p:nvSpPr>
        <p:spPr>
          <a:xfrm>
            <a:off x="6854352" y="915998"/>
            <a:ext cx="4913243" cy="4708981"/>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cg </a:t>
            </a:r>
            <a:r>
              <a:rPr lang="en-IN" sz="2000" dirty="0" err="1">
                <a:latin typeface="Times New Roman" panose="02020603050405020304" pitchFamily="18" charset="0"/>
                <a:cs typeface="Times New Roman" panose="02020603050405020304" pitchFamily="18" charset="0"/>
              </a:rPr>
              <a:t>coverage_instance</a:t>
            </a:r>
            <a:r>
              <a:rPr lang="en-IN" sz="2000" dirty="0">
                <a:latin typeface="Times New Roman" panose="02020603050405020304" pitchFamily="18" charset="0"/>
                <a:cs typeface="Times New Roman" panose="02020603050405020304" pitchFamily="18" charset="0"/>
              </a:rPr>
              <a:t> = new();</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repeat (20) begin</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 $random ;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 $random ; </a:t>
            </a:r>
          </a:p>
          <a:p>
            <a:pPr marL="0" indent="0">
              <a:buNone/>
            </a:pPr>
            <a:r>
              <a:rPr lang="en-IN" sz="2000" dirty="0">
                <a:latin typeface="Times New Roman" panose="02020603050405020304" pitchFamily="18" charset="0"/>
                <a:cs typeface="Times New Roman" panose="02020603050405020304" pitchFamily="18" charset="0"/>
              </a:rPr>
              <a:t>      $display("Time: %0t,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%0d,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 %0d", $time, </a:t>
            </a:r>
            <a:r>
              <a:rPr lang="en-IN" sz="2000" dirty="0" err="1">
                <a:latin typeface="Times New Roman" panose="02020603050405020304" pitchFamily="18" charset="0"/>
                <a:cs typeface="Times New Roman" panose="02020603050405020304" pitchFamily="18" charset="0"/>
              </a:rPr>
              <a:t>addr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wr_rd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$display("COVERAGE :%0.2f %%",$</a:t>
            </a:r>
            <a:r>
              <a:rPr lang="en-IN" sz="2000" dirty="0" err="1">
                <a:latin typeface="Times New Roman" panose="02020603050405020304" pitchFamily="18" charset="0"/>
                <a:cs typeface="Times New Roman" panose="02020603050405020304" pitchFamily="18" charset="0"/>
              </a:rPr>
              <a:t>get_coverage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#10 $finish;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4034348437"/>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14C6-DF9F-69CC-BAB6-B16683A50243}"/>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Assertions</a:t>
            </a:r>
          </a:p>
        </p:txBody>
      </p:sp>
      <p:sp>
        <p:nvSpPr>
          <p:cNvPr id="3" name="Content Placeholder 2">
            <a:extLst>
              <a:ext uri="{FF2B5EF4-FFF2-40B4-BE49-F238E27FC236}">
                <a16:creationId xmlns:a16="http://schemas.microsoft.com/office/drawing/2014/main" id="{C1AE8179-B7EB-C9F5-EA75-A628F26375AE}"/>
              </a:ext>
            </a:extLst>
          </p:cNvPr>
          <p:cNvSpPr>
            <a:spLocks noGrp="1"/>
          </p:cNvSpPr>
          <p:nvPr>
            <p:ph idx="1"/>
          </p:nvPr>
        </p:nvSpPr>
        <p:spPr/>
        <p:txBody>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Assertions are primarily used to validate the behavior of a design. An assertion is a check embedded in design Warnings or errors are generated on the failure of a specific condition or sequence of events.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D4659CE-3EF6-4A62-E49C-32C816679B58}"/>
              </a:ext>
            </a:extLst>
          </p:cNvPr>
          <p:cNvSpPr>
            <a:spLocks noGrp="1"/>
          </p:cNvSpPr>
          <p:nvPr>
            <p:ph type="dt" sz="half" idx="10"/>
          </p:nvPr>
        </p:nvSpPr>
        <p:spPr/>
        <p:txBody>
          <a:bodyPr/>
          <a:lstStyle/>
          <a:p>
            <a:fld id="{5C4693D8-E68A-4E13-8544-9955EF865033}" type="datetime1">
              <a:rPr lang="en-IN" smtClean="0"/>
              <a:pPr/>
              <a:t>31-10-2025</a:t>
            </a:fld>
            <a:endParaRPr lang="en-IN"/>
          </a:p>
        </p:txBody>
      </p:sp>
      <p:sp>
        <p:nvSpPr>
          <p:cNvPr id="6" name="Footer Placeholder 5">
            <a:extLst>
              <a:ext uri="{FF2B5EF4-FFF2-40B4-BE49-F238E27FC236}">
                <a16:creationId xmlns:a16="http://schemas.microsoft.com/office/drawing/2014/main" id="{A05572CB-D24F-6043-661C-A70EC7591E9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25A0899-171A-D59E-FFA2-0C443A662FDF}"/>
              </a:ext>
            </a:extLst>
          </p:cNvPr>
          <p:cNvSpPr>
            <a:spLocks noGrp="1"/>
          </p:cNvSpPr>
          <p:nvPr>
            <p:ph type="sldNum" sz="quarter" idx="12"/>
          </p:nvPr>
        </p:nvSpPr>
        <p:spPr/>
        <p:txBody>
          <a:bodyPr/>
          <a:lstStyle/>
          <a:p>
            <a:fld id="{56BB8B7D-B437-4E80-9B4F-EB7501C8BBDD}" type="slidenum">
              <a:rPr lang="en-IN" smtClean="0"/>
              <a:pPr/>
              <a:t>279</a:t>
            </a:fld>
            <a:endParaRPr lang="en-IN"/>
          </a:p>
        </p:txBody>
      </p:sp>
      <p:graphicFrame>
        <p:nvGraphicFramePr>
          <p:cNvPr id="4" name="Table 3">
            <a:extLst>
              <a:ext uri="{FF2B5EF4-FFF2-40B4-BE49-F238E27FC236}">
                <a16:creationId xmlns:a16="http://schemas.microsoft.com/office/drawing/2014/main" id="{5CBF0F8C-4D83-EA8F-DE4F-BFB8050455B5}"/>
              </a:ext>
            </a:extLst>
          </p:cNvPr>
          <p:cNvGraphicFramePr>
            <a:graphicFrameLocks noGrp="1"/>
          </p:cNvGraphicFramePr>
          <p:nvPr>
            <p:extLst>
              <p:ext uri="{D42A27DB-BD31-4B8C-83A1-F6EECF244321}">
                <p14:modId xmlns:p14="http://schemas.microsoft.com/office/powerpoint/2010/main" val="3431782680"/>
              </p:ext>
            </p:extLst>
          </p:nvPr>
        </p:nvGraphicFramePr>
        <p:xfrm>
          <a:off x="745434" y="2822536"/>
          <a:ext cx="10701132" cy="3533817"/>
        </p:xfrm>
        <a:graphic>
          <a:graphicData uri="http://schemas.openxmlformats.org/drawingml/2006/table">
            <a:tbl>
              <a:tblPr firstRow="1" bandRow="1">
                <a:tableStyleId>{5C22544A-7EE6-4342-B048-85BDC9FD1C3A}</a:tableStyleId>
              </a:tblPr>
              <a:tblGrid>
                <a:gridCol w="2675283">
                  <a:extLst>
                    <a:ext uri="{9D8B030D-6E8A-4147-A177-3AD203B41FA5}">
                      <a16:colId xmlns:a16="http://schemas.microsoft.com/office/drawing/2014/main" val="3009237884"/>
                    </a:ext>
                  </a:extLst>
                </a:gridCol>
                <a:gridCol w="2675283">
                  <a:extLst>
                    <a:ext uri="{9D8B030D-6E8A-4147-A177-3AD203B41FA5}">
                      <a16:colId xmlns:a16="http://schemas.microsoft.com/office/drawing/2014/main" val="2196079650"/>
                    </a:ext>
                  </a:extLst>
                </a:gridCol>
                <a:gridCol w="2675283">
                  <a:extLst>
                    <a:ext uri="{9D8B030D-6E8A-4147-A177-3AD203B41FA5}">
                      <a16:colId xmlns:a16="http://schemas.microsoft.com/office/drawing/2014/main" val="2848929528"/>
                    </a:ext>
                  </a:extLst>
                </a:gridCol>
                <a:gridCol w="2675283">
                  <a:extLst>
                    <a:ext uri="{9D8B030D-6E8A-4147-A177-3AD203B41FA5}">
                      <a16:colId xmlns:a16="http://schemas.microsoft.com/office/drawing/2014/main" val="4239527861"/>
                    </a:ext>
                  </a:extLst>
                </a:gridCol>
              </a:tblGrid>
              <a:tr h="430953">
                <a:tc>
                  <a:txBody>
                    <a:bodyPr/>
                    <a:lstStyle/>
                    <a:p>
                      <a:r>
                        <a:rPr lang="en-IN" sz="2000" dirty="0">
                          <a:latin typeface="Times New Roman" panose="02020603050405020304" pitchFamily="18" charset="0"/>
                          <a:cs typeface="Times New Roman" panose="02020603050405020304" pitchFamily="18" charset="0"/>
                        </a:rPr>
                        <a:t>Assertion Type</a:t>
                      </a:r>
                    </a:p>
                  </a:txBody>
                  <a:tcPr anchor="ctr"/>
                </a:tc>
                <a:tc>
                  <a:txBody>
                    <a:bodyPr/>
                    <a:lstStyle/>
                    <a:p>
                      <a:r>
                        <a:rPr lang="en-IN" sz="2000" dirty="0">
                          <a:latin typeface="Times New Roman" panose="02020603050405020304" pitchFamily="18" charset="0"/>
                          <a:cs typeface="Times New Roman" panose="02020603050405020304" pitchFamily="18" charset="0"/>
                        </a:rPr>
                        <a:t>Used In</a:t>
                      </a:r>
                    </a:p>
                  </a:txBody>
                  <a:tcPr anchor="ctr"/>
                </a:tc>
                <a:tc>
                  <a:txBody>
                    <a:bodyPr/>
                    <a:lstStyle/>
                    <a:p>
                      <a:r>
                        <a:rPr lang="en-IN" sz="2000">
                          <a:latin typeface="Times New Roman" panose="02020603050405020304" pitchFamily="18" charset="0"/>
                          <a:cs typeface="Times New Roman" panose="02020603050405020304" pitchFamily="18" charset="0"/>
                        </a:rPr>
                        <a:t>Purpose</a:t>
                      </a:r>
                    </a:p>
                  </a:txBody>
                  <a:tcPr anchor="ctr"/>
                </a:tc>
                <a:tc>
                  <a:txBody>
                    <a:bodyPr/>
                    <a:lstStyle/>
                    <a:p>
                      <a:r>
                        <a:rPr lang="en-IN" sz="2000" dirty="0">
                          <a:latin typeface="Times New Roman" panose="02020603050405020304" pitchFamily="18" charset="0"/>
                          <a:cs typeface="Times New Roman" panose="02020603050405020304" pitchFamily="18" charset="0"/>
                        </a:rPr>
                        <a:t>Behaviour</a:t>
                      </a:r>
                    </a:p>
                  </a:txBody>
                  <a:tcPr anchor="ctr"/>
                </a:tc>
                <a:extLst>
                  <a:ext uri="{0D108BD9-81ED-4DB2-BD59-A6C34878D82A}">
                    <a16:rowId xmlns:a16="http://schemas.microsoft.com/office/drawing/2014/main" val="3414398089"/>
                  </a:ext>
                </a:extLst>
              </a:tr>
              <a:tr h="775716">
                <a:tc>
                  <a:txBody>
                    <a:bodyPr/>
                    <a:lstStyle/>
                    <a:p>
                      <a:r>
                        <a:rPr lang="en-IN" sz="2000" dirty="0">
                          <a:latin typeface="Times New Roman" panose="02020603050405020304" pitchFamily="18" charset="0"/>
                          <a:cs typeface="Times New Roman" panose="02020603050405020304" pitchFamily="18" charset="0"/>
                        </a:rPr>
                        <a:t>assert</a:t>
                      </a:r>
                    </a:p>
                  </a:txBody>
                  <a:tcPr anchor="ctr"/>
                </a:tc>
                <a:tc>
                  <a:txBody>
                    <a:bodyPr/>
                    <a:lstStyle/>
                    <a:p>
                      <a:r>
                        <a:rPr lang="en-IN" sz="2000" dirty="0">
                          <a:latin typeface="Times New Roman" panose="02020603050405020304" pitchFamily="18" charset="0"/>
                          <a:cs typeface="Times New Roman" panose="02020603050405020304" pitchFamily="18" charset="0"/>
                        </a:rPr>
                        <a:t>Simulation</a:t>
                      </a:r>
                    </a:p>
                  </a:txBody>
                  <a:tcPr anchor="ctr"/>
                </a:tc>
                <a:tc>
                  <a:txBody>
                    <a:bodyPr/>
                    <a:lstStyle/>
                    <a:p>
                      <a:r>
                        <a:rPr lang="en-IN" sz="2000">
                          <a:latin typeface="Times New Roman" panose="02020603050405020304" pitchFamily="18" charset="0"/>
                          <a:cs typeface="Times New Roman" panose="02020603050405020304" pitchFamily="18" charset="0"/>
                        </a:rPr>
                        <a:t>Check if condition holds</a:t>
                      </a:r>
                    </a:p>
                  </a:txBody>
                  <a:tcPr anchor="ctr"/>
                </a:tc>
                <a:tc>
                  <a:txBody>
                    <a:bodyPr/>
                    <a:lstStyle/>
                    <a:p>
                      <a:r>
                        <a:rPr lang="en-US" sz="2000" dirty="0">
                          <a:latin typeface="Times New Roman" panose="02020603050405020304" pitchFamily="18" charset="0"/>
                          <a:cs typeface="Times New Roman" panose="02020603050405020304" pitchFamily="18" charset="0"/>
                        </a:rPr>
                        <a:t>Fails if condition is false</a:t>
                      </a:r>
                    </a:p>
                  </a:txBody>
                  <a:tcPr anchor="ctr"/>
                </a:tc>
                <a:extLst>
                  <a:ext uri="{0D108BD9-81ED-4DB2-BD59-A6C34878D82A}">
                    <a16:rowId xmlns:a16="http://schemas.microsoft.com/office/drawing/2014/main" val="4163344069"/>
                  </a:ext>
                </a:extLst>
              </a:tr>
              <a:tr h="775716">
                <a:tc>
                  <a:txBody>
                    <a:bodyPr/>
                    <a:lstStyle/>
                    <a:p>
                      <a:r>
                        <a:rPr lang="en-IN" sz="2000" dirty="0">
                          <a:latin typeface="Times New Roman" panose="02020603050405020304" pitchFamily="18" charset="0"/>
                          <a:cs typeface="Times New Roman" panose="02020603050405020304" pitchFamily="18" charset="0"/>
                        </a:rPr>
                        <a:t>cover</a:t>
                      </a:r>
                    </a:p>
                  </a:txBody>
                  <a:tcPr anchor="ctr"/>
                </a:tc>
                <a:tc>
                  <a:txBody>
                    <a:bodyPr/>
                    <a:lstStyle/>
                    <a:p>
                      <a:r>
                        <a:rPr lang="en-IN" sz="2000" dirty="0">
                          <a:latin typeface="Times New Roman" panose="02020603050405020304" pitchFamily="18" charset="0"/>
                          <a:cs typeface="Times New Roman" panose="02020603050405020304" pitchFamily="18" charset="0"/>
                        </a:rPr>
                        <a:t>Simulation</a:t>
                      </a:r>
                    </a:p>
                  </a:txBody>
                  <a:tcPr anchor="ctr"/>
                </a:tc>
                <a:tc>
                  <a:txBody>
                    <a:bodyPr/>
                    <a:lstStyle/>
                    <a:p>
                      <a:r>
                        <a:rPr lang="en-IN" sz="2000">
                          <a:latin typeface="Times New Roman" panose="02020603050405020304" pitchFamily="18" charset="0"/>
                          <a:cs typeface="Times New Roman" panose="02020603050405020304" pitchFamily="18" charset="0"/>
                        </a:rPr>
                        <a:t>Measure occurrence of condition</a:t>
                      </a:r>
                    </a:p>
                  </a:txBody>
                  <a:tcPr anchor="ctr"/>
                </a:tc>
                <a:tc>
                  <a:txBody>
                    <a:bodyPr/>
                    <a:lstStyle/>
                    <a:p>
                      <a:r>
                        <a:rPr lang="en-US" sz="2000" dirty="0">
                          <a:latin typeface="Times New Roman" panose="02020603050405020304" pitchFamily="18" charset="0"/>
                          <a:cs typeface="Times New Roman" panose="02020603050405020304" pitchFamily="18" charset="0"/>
                        </a:rPr>
                        <a:t>Tracks coverage, does not fail</a:t>
                      </a:r>
                    </a:p>
                  </a:txBody>
                  <a:tcPr anchor="ctr"/>
                </a:tc>
                <a:extLst>
                  <a:ext uri="{0D108BD9-81ED-4DB2-BD59-A6C34878D82A}">
                    <a16:rowId xmlns:a16="http://schemas.microsoft.com/office/drawing/2014/main" val="4203413126"/>
                  </a:ext>
                </a:extLst>
              </a:tr>
              <a:tr h="775716">
                <a:tc>
                  <a:txBody>
                    <a:bodyPr/>
                    <a:lstStyle/>
                    <a:p>
                      <a:r>
                        <a:rPr lang="en-IN" sz="2000" dirty="0">
                          <a:latin typeface="Times New Roman" panose="02020603050405020304" pitchFamily="18" charset="0"/>
                          <a:cs typeface="Times New Roman" panose="02020603050405020304" pitchFamily="18" charset="0"/>
                        </a:rPr>
                        <a:t>assume</a:t>
                      </a:r>
                    </a:p>
                  </a:txBody>
                  <a:tcPr anchor="ctr"/>
                </a:tc>
                <a:tc>
                  <a:txBody>
                    <a:bodyPr/>
                    <a:lstStyle/>
                    <a:p>
                      <a:r>
                        <a:rPr lang="en-IN" sz="2000">
                          <a:latin typeface="Times New Roman" panose="02020603050405020304" pitchFamily="18" charset="0"/>
                          <a:cs typeface="Times New Roman" panose="02020603050405020304" pitchFamily="18" charset="0"/>
                        </a:rPr>
                        <a:t>Formal Verification</a:t>
                      </a:r>
                    </a:p>
                  </a:txBody>
                  <a:tcPr anchor="ctr"/>
                </a:tc>
                <a:tc>
                  <a:txBody>
                    <a:bodyPr/>
                    <a:lstStyle/>
                    <a:p>
                      <a:r>
                        <a:rPr lang="en-IN" sz="2000">
                          <a:latin typeface="Times New Roman" panose="02020603050405020304" pitchFamily="18" charset="0"/>
                          <a:cs typeface="Times New Roman" panose="02020603050405020304" pitchFamily="18" charset="0"/>
                        </a:rPr>
                        <a:t>Guide input stimulus</a:t>
                      </a:r>
                    </a:p>
                  </a:txBody>
                  <a:tcPr anchor="ctr"/>
                </a:tc>
                <a:tc>
                  <a:txBody>
                    <a:bodyPr/>
                    <a:lstStyle/>
                    <a:p>
                      <a:r>
                        <a:rPr lang="en-US" sz="2000" dirty="0">
                          <a:latin typeface="Times New Roman" panose="02020603050405020304" pitchFamily="18" charset="0"/>
                          <a:cs typeface="Times New Roman" panose="02020603050405020304" pitchFamily="18" charset="0"/>
                        </a:rPr>
                        <a:t>Helps tools generate valid test cases</a:t>
                      </a:r>
                    </a:p>
                  </a:txBody>
                  <a:tcPr anchor="ctr"/>
                </a:tc>
                <a:extLst>
                  <a:ext uri="{0D108BD9-81ED-4DB2-BD59-A6C34878D82A}">
                    <a16:rowId xmlns:a16="http://schemas.microsoft.com/office/drawing/2014/main" val="2962384029"/>
                  </a:ext>
                </a:extLst>
              </a:tr>
              <a:tr h="775716">
                <a:tc>
                  <a:txBody>
                    <a:bodyPr/>
                    <a:lstStyle/>
                    <a:p>
                      <a:r>
                        <a:rPr lang="en-IN" sz="2000" dirty="0">
                          <a:latin typeface="Times New Roman" panose="02020603050405020304" pitchFamily="18" charset="0"/>
                          <a:cs typeface="Times New Roman" panose="02020603050405020304" pitchFamily="18" charset="0"/>
                        </a:rPr>
                        <a:t>restrict</a:t>
                      </a:r>
                    </a:p>
                  </a:txBody>
                  <a:tcPr anchor="ctr"/>
                </a:tc>
                <a:tc>
                  <a:txBody>
                    <a:bodyPr/>
                    <a:lstStyle/>
                    <a:p>
                      <a:r>
                        <a:rPr lang="en-IN" sz="2000" dirty="0">
                          <a:latin typeface="Times New Roman" panose="02020603050405020304" pitchFamily="18" charset="0"/>
                          <a:cs typeface="Times New Roman" panose="02020603050405020304" pitchFamily="18" charset="0"/>
                        </a:rPr>
                        <a:t>Formal Verification</a:t>
                      </a:r>
                    </a:p>
                  </a:txBody>
                  <a:tcPr anchor="ctr"/>
                </a:tc>
                <a:tc>
                  <a:txBody>
                    <a:bodyPr/>
                    <a:lstStyle/>
                    <a:p>
                      <a:r>
                        <a:rPr lang="en-IN" sz="2000" dirty="0">
                          <a:latin typeface="Times New Roman" panose="02020603050405020304" pitchFamily="18" charset="0"/>
                          <a:cs typeface="Times New Roman" panose="02020603050405020304" pitchFamily="18" charset="0"/>
                        </a:rPr>
                        <a:t>Formal Verification</a:t>
                      </a:r>
                    </a:p>
                  </a:txBody>
                  <a:tcPr anchor="ctr"/>
                </a:tc>
                <a:tc>
                  <a:txBody>
                    <a:bodyPr/>
                    <a:lstStyle/>
                    <a:p>
                      <a:r>
                        <a:rPr lang="en-IN" sz="2000" dirty="0">
                          <a:latin typeface="Times New Roman" panose="02020603050405020304" pitchFamily="18" charset="0"/>
                          <a:cs typeface="Times New Roman" panose="02020603050405020304" pitchFamily="18" charset="0"/>
                        </a:rPr>
                        <a:t>Constrains formal verification</a:t>
                      </a:r>
                    </a:p>
                  </a:txBody>
                  <a:tcPr/>
                </a:tc>
                <a:extLst>
                  <a:ext uri="{0D108BD9-81ED-4DB2-BD59-A6C34878D82A}">
                    <a16:rowId xmlns:a16="http://schemas.microsoft.com/office/drawing/2014/main" val="3193688530"/>
                  </a:ext>
                </a:extLst>
              </a:tr>
            </a:tbl>
          </a:graphicData>
        </a:graphic>
      </p:graphicFrame>
    </p:spTree>
    <p:extLst>
      <p:ext uri="{BB962C8B-B14F-4D97-AF65-F5344CB8AC3E}">
        <p14:creationId xmlns:p14="http://schemas.microsoft.com/office/powerpoint/2010/main" val="384778051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BBC91-7020-580D-F513-04D857AF65E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2F1976AB-2B4D-FC21-486B-866DA6B72A61}"/>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Assertions are used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Check the occurrence of a specific condition or sequence of events.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 functional coverage.</a:t>
            </a:r>
          </a:p>
          <a:p>
            <a:pPr marL="457200" lvl="1"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There are two kinds of assertions: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Immediate Assertions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Concurrent Assertions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339F33C-D1DC-1EC6-2A51-2E8CB661D6F8}"/>
              </a:ext>
            </a:extLst>
          </p:cNvPr>
          <p:cNvSpPr>
            <a:spLocks noGrp="1"/>
          </p:cNvSpPr>
          <p:nvPr>
            <p:ph type="dt" sz="half" idx="10"/>
          </p:nvPr>
        </p:nvSpPr>
        <p:spPr/>
        <p:txBody>
          <a:bodyPr/>
          <a:lstStyle/>
          <a:p>
            <a:fld id="{692087D4-11AE-446F-A1FD-90D53050B947}" type="datetime1">
              <a:rPr lang="en-IN" smtClean="0"/>
              <a:pPr/>
              <a:t>31-10-2025</a:t>
            </a:fld>
            <a:endParaRPr lang="en-IN"/>
          </a:p>
        </p:txBody>
      </p:sp>
      <p:sp>
        <p:nvSpPr>
          <p:cNvPr id="5" name="Footer Placeholder 4">
            <a:extLst>
              <a:ext uri="{FF2B5EF4-FFF2-40B4-BE49-F238E27FC236}">
                <a16:creationId xmlns:a16="http://schemas.microsoft.com/office/drawing/2014/main" id="{2290AE04-420F-FFD9-46E3-379C342A0E0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F98F3F8-A77F-57DA-0530-2B5FBCF2F0E5}"/>
              </a:ext>
            </a:extLst>
          </p:cNvPr>
          <p:cNvSpPr>
            <a:spLocks noGrp="1"/>
          </p:cNvSpPr>
          <p:nvPr>
            <p:ph type="sldNum" sz="quarter" idx="12"/>
          </p:nvPr>
        </p:nvSpPr>
        <p:spPr/>
        <p:txBody>
          <a:bodyPr/>
          <a:lstStyle/>
          <a:p>
            <a:fld id="{56BB8B7D-B437-4E80-9B4F-EB7501C8BBDD}" type="slidenum">
              <a:rPr lang="en-IN" smtClean="0"/>
              <a:pPr/>
              <a:t>280</a:t>
            </a:fld>
            <a:endParaRPr lang="en-IN"/>
          </a:p>
        </p:txBody>
      </p:sp>
    </p:spTree>
    <p:extLst>
      <p:ext uri="{BB962C8B-B14F-4D97-AF65-F5344CB8AC3E}">
        <p14:creationId xmlns:p14="http://schemas.microsoft.com/office/powerpoint/2010/main" val="738644925"/>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3308F-8791-33DB-2C69-9328D3A16E5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E6A70468-7352-E48C-C284-82683B16D590}"/>
              </a:ext>
            </a:extLst>
          </p:cNvPr>
          <p:cNvSpPr>
            <a:spLocks noGrp="1"/>
          </p:cNvSpPr>
          <p:nvPr>
            <p:ph idx="1"/>
          </p:nvPr>
        </p:nvSpPr>
        <p:spPr>
          <a:xfrm>
            <a:off x="609600" y="895321"/>
            <a:ext cx="10972800" cy="5251519"/>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Immediate Assertions: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Immediate assertions check for a condition at the current simulation time.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immediate assertion is the same as an if else statement with assertion control.</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Immediate assertions have to be placed in a procedural block definition.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r>
              <a:rPr lang="en-US" sz="24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label: assert(expression) </a:t>
            </a:r>
            <a:r>
              <a:rPr lang="en-IN" dirty="0" err="1">
                <a:latin typeface="Times New Roman" panose="02020603050405020304" pitchFamily="18" charset="0"/>
                <a:cs typeface="Times New Roman" panose="02020603050405020304" pitchFamily="18" charset="0"/>
              </a:rPr>
              <a:t>action_block</a:t>
            </a:r>
            <a:r>
              <a:rPr lang="en-IN"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optional statement label (identifier and colon) creates a named block around the assertion statement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action block is executed immediately after the evaluation of the assert expression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action_block</a:t>
            </a:r>
            <a:r>
              <a:rPr lang="en-US" sz="2400" dirty="0">
                <a:latin typeface="Times New Roman" panose="02020603050405020304" pitchFamily="18" charset="0"/>
                <a:cs typeface="Times New Roman" panose="02020603050405020304" pitchFamily="18" charset="0"/>
              </a:rPr>
              <a:t> specifies what actions are taken upon success or failure of the assertion</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A2282DE-E92E-F67E-C99C-8720CE0FF858}"/>
              </a:ext>
            </a:extLst>
          </p:cNvPr>
          <p:cNvSpPr>
            <a:spLocks noGrp="1"/>
          </p:cNvSpPr>
          <p:nvPr>
            <p:ph type="dt" sz="half" idx="10"/>
          </p:nvPr>
        </p:nvSpPr>
        <p:spPr/>
        <p:txBody>
          <a:bodyPr/>
          <a:lstStyle/>
          <a:p>
            <a:fld id="{E3D703AB-A5AE-423B-B8EC-DCC9393A2B27}" type="datetime1">
              <a:rPr lang="en-IN" smtClean="0"/>
              <a:pPr/>
              <a:t>31-10-2025</a:t>
            </a:fld>
            <a:endParaRPr lang="en-IN"/>
          </a:p>
        </p:txBody>
      </p:sp>
      <p:sp>
        <p:nvSpPr>
          <p:cNvPr id="5" name="Footer Placeholder 4">
            <a:extLst>
              <a:ext uri="{FF2B5EF4-FFF2-40B4-BE49-F238E27FC236}">
                <a16:creationId xmlns:a16="http://schemas.microsoft.com/office/drawing/2014/main" id="{975DEA6C-F746-4BFD-6B49-67DB55DC8AE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BE05C2EA-C5A4-04B1-4C05-F72B48ABFE49}"/>
              </a:ext>
            </a:extLst>
          </p:cNvPr>
          <p:cNvSpPr>
            <a:spLocks noGrp="1"/>
          </p:cNvSpPr>
          <p:nvPr>
            <p:ph type="sldNum" sz="quarter" idx="12"/>
          </p:nvPr>
        </p:nvSpPr>
        <p:spPr/>
        <p:txBody>
          <a:bodyPr/>
          <a:lstStyle/>
          <a:p>
            <a:fld id="{56BB8B7D-B437-4E80-9B4F-EB7501C8BBDD}" type="slidenum">
              <a:rPr lang="en-IN" smtClean="0"/>
              <a:pPr/>
              <a:t>281</a:t>
            </a:fld>
            <a:endParaRPr lang="en-IN"/>
          </a:p>
        </p:txBody>
      </p:sp>
    </p:spTree>
    <p:extLst>
      <p:ext uri="{BB962C8B-B14F-4D97-AF65-F5344CB8AC3E}">
        <p14:creationId xmlns:p14="http://schemas.microsoft.com/office/powerpoint/2010/main" val="2482329995"/>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F358-BE2C-C3F0-2D3A-09A68025F1A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357EA57E-78A5-4441-930D-A854361F9C41}"/>
              </a:ext>
            </a:extLst>
          </p:cNvPr>
          <p:cNvSpPr>
            <a:spLocks noGrp="1"/>
          </p:cNvSpPr>
          <p:nvPr>
            <p:ph idx="1"/>
          </p:nvPr>
        </p:nvSpPr>
        <p:spPr/>
        <p:txBody>
          <a:bodyPr/>
          <a:lstStyle/>
          <a:p>
            <a:pPr>
              <a:buFont typeface="Wingdings" panose="05000000000000000000" pitchFamily="2" charset="2"/>
              <a:buChar char="§"/>
            </a:pPr>
            <a:r>
              <a:rPr lang="en-US" sz="2400" dirty="0" err="1">
                <a:solidFill>
                  <a:schemeClr val="tx2">
                    <a:lumMod val="60000"/>
                    <a:lumOff val="40000"/>
                  </a:schemeClr>
                </a:solidFill>
                <a:latin typeface="Times New Roman" panose="02020603050405020304" pitchFamily="18" charset="0"/>
                <a:cs typeface="Times New Roman" panose="02020603050405020304" pitchFamily="18" charset="0"/>
              </a:rPr>
              <a:t>action_block</a:t>
            </a: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pass_statement</a:t>
            </a:r>
            <a:r>
              <a:rPr lang="en-US" sz="2400" dirty="0">
                <a:latin typeface="Times New Roman" panose="02020603050405020304" pitchFamily="18" charset="0"/>
                <a:cs typeface="Times New Roman" panose="02020603050405020304" pitchFamily="18" charset="0"/>
              </a:rPr>
              <a:t>; else </a:t>
            </a:r>
            <a:r>
              <a:rPr lang="en-US" sz="2400" dirty="0" err="1">
                <a:latin typeface="Times New Roman" panose="02020603050405020304" pitchFamily="18" charset="0"/>
                <a:cs typeface="Times New Roman" panose="02020603050405020304" pitchFamily="18" charset="0"/>
              </a:rPr>
              <a:t>fail_statement</a:t>
            </a:r>
            <a:r>
              <a:rPr lang="en-US"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pass statement is executed if the expression evaluates to true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statement associated with else is called a fail statement and is executed if the expression evaluates to false. </a:t>
            </a:r>
            <a:r>
              <a:rPr lang="en-US" sz="2400" dirty="0">
                <a:highlight>
                  <a:srgbClr val="FFFF00"/>
                </a:highlight>
                <a:latin typeface="Times New Roman" panose="02020603050405020304" pitchFamily="18" charset="0"/>
                <a:cs typeface="Times New Roman" panose="02020603050405020304" pitchFamily="18" charset="0"/>
              </a:rPr>
              <a:t>Both pass and fail statements are optional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Since the assertion is a statement that something must be true, the failure of an assertion shall have a severity associated with it.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By default, the severity of an assertion failure is an error. </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Other severity levels can be specified by including one of the </a:t>
            </a:r>
          </a:p>
        </p:txBody>
      </p:sp>
      <p:sp>
        <p:nvSpPr>
          <p:cNvPr id="4" name="Date Placeholder 3">
            <a:extLst>
              <a:ext uri="{FF2B5EF4-FFF2-40B4-BE49-F238E27FC236}">
                <a16:creationId xmlns:a16="http://schemas.microsoft.com/office/drawing/2014/main" id="{2512B5D3-9712-32B3-2AFE-CAC40CAB6145}"/>
              </a:ext>
            </a:extLst>
          </p:cNvPr>
          <p:cNvSpPr>
            <a:spLocks noGrp="1"/>
          </p:cNvSpPr>
          <p:nvPr>
            <p:ph type="dt" sz="half" idx="10"/>
          </p:nvPr>
        </p:nvSpPr>
        <p:spPr/>
        <p:txBody>
          <a:bodyPr/>
          <a:lstStyle/>
          <a:p>
            <a:fld id="{4B2573BB-DFA8-4E05-B196-4D1A8973E1F6}" type="datetime1">
              <a:rPr lang="en-IN" smtClean="0"/>
              <a:pPr/>
              <a:t>31-10-2025</a:t>
            </a:fld>
            <a:endParaRPr lang="en-IN"/>
          </a:p>
        </p:txBody>
      </p:sp>
      <p:sp>
        <p:nvSpPr>
          <p:cNvPr id="5" name="Footer Placeholder 4">
            <a:extLst>
              <a:ext uri="{FF2B5EF4-FFF2-40B4-BE49-F238E27FC236}">
                <a16:creationId xmlns:a16="http://schemas.microsoft.com/office/drawing/2014/main" id="{CD207EA8-4A82-F75B-EDBC-1BB77FB6AD89}"/>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62E0147-2C09-D4EF-62F1-37C69424BF38}"/>
              </a:ext>
            </a:extLst>
          </p:cNvPr>
          <p:cNvSpPr>
            <a:spLocks noGrp="1"/>
          </p:cNvSpPr>
          <p:nvPr>
            <p:ph type="sldNum" sz="quarter" idx="12"/>
          </p:nvPr>
        </p:nvSpPr>
        <p:spPr/>
        <p:txBody>
          <a:bodyPr/>
          <a:lstStyle/>
          <a:p>
            <a:fld id="{56BB8B7D-B437-4E80-9B4F-EB7501C8BBDD}" type="slidenum">
              <a:rPr lang="en-IN" smtClean="0"/>
              <a:pPr/>
              <a:t>282</a:t>
            </a:fld>
            <a:endParaRPr lang="en-IN"/>
          </a:p>
        </p:txBody>
      </p:sp>
    </p:spTree>
    <p:extLst>
      <p:ext uri="{BB962C8B-B14F-4D97-AF65-F5344CB8AC3E}">
        <p14:creationId xmlns:p14="http://schemas.microsoft.com/office/powerpoint/2010/main" val="205166366"/>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D1A2-6D34-5D1D-0864-D4E4401AE51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6B395824-DFBF-5B8C-0470-5E7316ED552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Following severity system tasks in the fail statement: </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$fatal </a:t>
            </a:r>
            <a:r>
              <a:rPr lang="en-US" sz="2400" dirty="0">
                <a:latin typeface="Times New Roman" panose="02020603050405020304" pitchFamily="18" charset="0"/>
                <a:cs typeface="Times New Roman" panose="02020603050405020304" pitchFamily="18" charset="0"/>
              </a:rPr>
              <a:t>is a run-time fatal. </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$error </a:t>
            </a:r>
            <a:r>
              <a:rPr lang="en-US" sz="2400" dirty="0">
                <a:latin typeface="Times New Roman" panose="02020603050405020304" pitchFamily="18" charset="0"/>
                <a:cs typeface="Times New Roman" panose="02020603050405020304" pitchFamily="18" charset="0"/>
              </a:rPr>
              <a:t>is a run-time error. </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$warning </a:t>
            </a:r>
            <a:r>
              <a:rPr lang="en-US" sz="2400" dirty="0">
                <a:latin typeface="Times New Roman" panose="02020603050405020304" pitchFamily="18" charset="0"/>
                <a:cs typeface="Times New Roman" panose="02020603050405020304" pitchFamily="18" charset="0"/>
              </a:rPr>
              <a:t>is a run-time warning, which can be suppressed in a tool-specific manner. </a:t>
            </a:r>
          </a:p>
          <a:p>
            <a:pPr lvl="1">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$info </a:t>
            </a:r>
            <a:r>
              <a:rPr lang="en-US" sz="2400" dirty="0">
                <a:latin typeface="Times New Roman" panose="02020603050405020304" pitchFamily="18" charset="0"/>
                <a:cs typeface="Times New Roman" panose="02020603050405020304" pitchFamily="18" charset="0"/>
              </a:rPr>
              <a:t>indicates that the assertion failure carries no specific severity.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an assertion fails and no else clause is specified, the tool shall, by default call $error.</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C64BBAE-E519-17FB-B4FC-BD359B4BA860}"/>
              </a:ext>
            </a:extLst>
          </p:cNvPr>
          <p:cNvSpPr>
            <a:spLocks noGrp="1"/>
          </p:cNvSpPr>
          <p:nvPr>
            <p:ph type="dt" sz="half" idx="10"/>
          </p:nvPr>
        </p:nvSpPr>
        <p:spPr/>
        <p:txBody>
          <a:bodyPr/>
          <a:lstStyle/>
          <a:p>
            <a:fld id="{5D86FF24-F50F-462E-920A-4B2D8AE8460E}" type="datetime1">
              <a:rPr lang="en-IN" smtClean="0"/>
              <a:pPr/>
              <a:t>31-10-2025</a:t>
            </a:fld>
            <a:endParaRPr lang="en-IN"/>
          </a:p>
        </p:txBody>
      </p:sp>
      <p:sp>
        <p:nvSpPr>
          <p:cNvPr id="5" name="Footer Placeholder 4">
            <a:extLst>
              <a:ext uri="{FF2B5EF4-FFF2-40B4-BE49-F238E27FC236}">
                <a16:creationId xmlns:a16="http://schemas.microsoft.com/office/drawing/2014/main" id="{44278D7E-4994-5C97-BA0D-B8FDB7AE568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BA3BE93-6AA7-C183-A7D2-15DE126ACF19}"/>
              </a:ext>
            </a:extLst>
          </p:cNvPr>
          <p:cNvSpPr>
            <a:spLocks noGrp="1"/>
          </p:cNvSpPr>
          <p:nvPr>
            <p:ph type="sldNum" sz="quarter" idx="12"/>
          </p:nvPr>
        </p:nvSpPr>
        <p:spPr/>
        <p:txBody>
          <a:bodyPr/>
          <a:lstStyle/>
          <a:p>
            <a:fld id="{56BB8B7D-B437-4E80-9B4F-EB7501C8BBDD}" type="slidenum">
              <a:rPr lang="en-IN" smtClean="0"/>
              <a:pPr/>
              <a:t>283</a:t>
            </a:fld>
            <a:endParaRPr lang="en-IN"/>
          </a:p>
        </p:txBody>
      </p:sp>
    </p:spTree>
    <p:extLst>
      <p:ext uri="{BB962C8B-B14F-4D97-AF65-F5344CB8AC3E}">
        <p14:creationId xmlns:p14="http://schemas.microsoft.com/office/powerpoint/2010/main" val="3197315832"/>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US" dirty="0">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a:xfrm>
            <a:off x="81805" y="1879987"/>
            <a:ext cx="5181600" cy="3866515"/>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sym typeface="+mn-ea"/>
              </a:rPr>
              <a:t>Always @(posedge </a:t>
            </a:r>
            <a:r>
              <a:rPr lang="en-US" sz="2400" dirty="0" err="1">
                <a:latin typeface="Times New Roman" panose="02020603050405020304" pitchFamily="18" charset="0"/>
                <a:cs typeface="Times New Roman" panose="02020603050405020304" pitchFamily="18" charset="0"/>
                <a:sym typeface="+mn-ea"/>
              </a:rPr>
              <a:t>clk</a:t>
            </a:r>
            <a:r>
              <a:rPr lang="en-US" sz="2400" dirty="0">
                <a:latin typeface="Times New Roman" panose="02020603050405020304" pitchFamily="18" charset="0"/>
                <a:cs typeface="Times New Roman" panose="02020603050405020304" pitchFamily="18" charset="0"/>
                <a:sym typeface="+mn-ea"/>
              </a:rPr>
              <a:t>)</a:t>
            </a:r>
          </a:p>
          <a:p>
            <a:pPr marL="457200" lvl="1" indent="0">
              <a:buNone/>
            </a:pPr>
            <a:r>
              <a:rPr lang="en-US" dirty="0">
                <a:latin typeface="Times New Roman" panose="02020603050405020304" pitchFamily="18" charset="0"/>
                <a:cs typeface="Times New Roman" panose="02020603050405020304" pitchFamily="18" charset="0"/>
                <a:sym typeface="+mn-ea"/>
              </a:rPr>
              <a:t>assert (a &amp;&amp; b);</a:t>
            </a:r>
            <a:endParaRPr lang="en-US" dirty="0">
              <a:latin typeface="Times New Roman" panose="02020603050405020304" pitchFamily="18" charset="0"/>
              <a:cs typeface="Times New Roman" panose="02020603050405020304" pitchFamily="18" charset="0"/>
            </a:endParaRPr>
          </a:p>
        </p:txBody>
      </p:sp>
      <p:pic>
        <p:nvPicPr>
          <p:cNvPr id="5" name="Picture 1"/>
          <p:cNvPicPr>
            <a:picLocks noGrp="1" noChangeAspect="1"/>
          </p:cNvPicPr>
          <p:nvPr>
            <p:ph sz="half" idx="2"/>
          </p:nvPr>
        </p:nvPicPr>
        <p:blipFill>
          <a:blip r:embed="rId2"/>
          <a:stretch>
            <a:fillRect/>
          </a:stretch>
        </p:blipFill>
        <p:spPr>
          <a:xfrm>
            <a:off x="5263405" y="1417638"/>
            <a:ext cx="6466840" cy="4700270"/>
          </a:xfrm>
          <a:prstGeom prst="rect">
            <a:avLst/>
          </a:prstGeom>
          <a:noFill/>
          <a:ln>
            <a:noFill/>
          </a:ln>
        </p:spPr>
      </p:pic>
      <p:sp>
        <p:nvSpPr>
          <p:cNvPr id="4" name="Date Placeholder 3">
            <a:extLst>
              <a:ext uri="{FF2B5EF4-FFF2-40B4-BE49-F238E27FC236}">
                <a16:creationId xmlns:a16="http://schemas.microsoft.com/office/drawing/2014/main" id="{69035D2D-7368-8570-73F1-9A149F594A3C}"/>
              </a:ext>
            </a:extLst>
          </p:cNvPr>
          <p:cNvSpPr>
            <a:spLocks noGrp="1"/>
          </p:cNvSpPr>
          <p:nvPr>
            <p:ph type="dt" sz="half" idx="10"/>
          </p:nvPr>
        </p:nvSpPr>
        <p:spPr/>
        <p:txBody>
          <a:bodyPr/>
          <a:lstStyle/>
          <a:p>
            <a:fld id="{DD134231-44A8-4624-B2F5-3D87FF27F946}" type="datetime1">
              <a:rPr lang="en-IN" smtClean="0"/>
              <a:pPr/>
              <a:t>31-10-2025</a:t>
            </a:fld>
            <a:endParaRPr lang="en-IN"/>
          </a:p>
        </p:txBody>
      </p:sp>
      <p:sp>
        <p:nvSpPr>
          <p:cNvPr id="6" name="Footer Placeholder 5">
            <a:extLst>
              <a:ext uri="{FF2B5EF4-FFF2-40B4-BE49-F238E27FC236}">
                <a16:creationId xmlns:a16="http://schemas.microsoft.com/office/drawing/2014/main" id="{7CA7C23C-5049-4B08-5808-9204180499B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1983A9F4-DB39-0CC6-1D84-EAE2521F2C45}"/>
              </a:ext>
            </a:extLst>
          </p:cNvPr>
          <p:cNvSpPr>
            <a:spLocks noGrp="1"/>
          </p:cNvSpPr>
          <p:nvPr>
            <p:ph type="sldNum" sz="quarter" idx="12"/>
          </p:nvPr>
        </p:nvSpPr>
        <p:spPr/>
        <p:txBody>
          <a:bodyPr/>
          <a:lstStyle/>
          <a:p>
            <a:fld id="{E98E0580-0EC3-4F41-ABC7-A6ED447CD611}" type="slidenum">
              <a:rPr lang="en-IN" smtClean="0"/>
              <a:pPr/>
              <a:t>284</a:t>
            </a:fld>
            <a:endParaRPr lang="en-IN"/>
          </a:p>
        </p:txBody>
      </p:sp>
    </p:spTree>
  </p:cSld>
  <p:clrMapOvr>
    <a:masterClrMapping/>
  </p:clrMapOvr>
  <p:transition/>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E3FA-105F-AC6E-E990-4B7DFDC604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D7047C9-833A-5AEC-6113-0759D0DE164E}"/>
              </a:ext>
            </a:extLst>
          </p:cNvPr>
          <p:cNvSpPr>
            <a:spLocks noGrp="1"/>
          </p:cNvSpPr>
          <p:nvPr>
            <p:ph idx="1"/>
          </p:nvPr>
        </p:nvSpPr>
        <p:spPr>
          <a:xfrm>
            <a:off x="1582530" y="915998"/>
            <a:ext cx="3743739" cy="4525963"/>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module </a:t>
            </a:r>
            <a:r>
              <a:rPr lang="en-US" sz="2000" dirty="0" err="1">
                <a:latin typeface="Times New Roman" panose="02020603050405020304" pitchFamily="18" charset="0"/>
                <a:cs typeface="Times New Roman" panose="02020603050405020304" pitchFamily="18" charset="0"/>
              </a:rPr>
              <a:t>asertion_ex</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bit </a:t>
            </a:r>
            <a:r>
              <a:rPr lang="en-US" sz="2000" dirty="0" err="1">
                <a:latin typeface="Times New Roman" panose="02020603050405020304" pitchFamily="18" charset="0"/>
                <a:cs typeface="Times New Roman" panose="02020603050405020304" pitchFamily="18" charset="0"/>
              </a:rPr>
              <a:t>clk,a,b</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always #5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initial begin </a:t>
            </a:r>
          </a:p>
          <a:p>
            <a:pPr marL="0" indent="0">
              <a:buNone/>
            </a:pPr>
            <a:r>
              <a:rPr lang="en-US" sz="2000" dirty="0">
                <a:latin typeface="Times New Roman" panose="02020603050405020304" pitchFamily="18" charset="0"/>
                <a:cs typeface="Times New Roman" panose="02020603050405020304" pitchFamily="18" charset="0"/>
              </a:rPr>
              <a:t>    a=1; </a:t>
            </a:r>
          </a:p>
          <a:p>
            <a:pPr marL="0" indent="0">
              <a:buNone/>
            </a:pPr>
            <a:r>
              <a:rPr lang="en-US" sz="2000" dirty="0">
                <a:latin typeface="Times New Roman" panose="02020603050405020304" pitchFamily="18" charset="0"/>
                <a:cs typeface="Times New Roman" panose="02020603050405020304" pitchFamily="18" charset="0"/>
              </a:rPr>
              <a:t>    b=1; </a:t>
            </a:r>
          </a:p>
          <a:p>
            <a:pPr marL="0" indent="0">
              <a:buNone/>
            </a:pPr>
            <a:r>
              <a:rPr lang="en-US" sz="2000" dirty="0">
                <a:latin typeface="Times New Roman" panose="02020603050405020304" pitchFamily="18" charset="0"/>
                <a:cs typeface="Times New Roman" panose="02020603050405020304" pitchFamily="18" charset="0"/>
              </a:rPr>
              <a:t>#15 b=0; </a:t>
            </a:r>
          </a:p>
          <a:p>
            <a:pPr marL="0" indent="0">
              <a:buNone/>
            </a:pPr>
            <a:r>
              <a:rPr lang="en-US" sz="2000" dirty="0">
                <a:latin typeface="Times New Roman" panose="02020603050405020304" pitchFamily="18" charset="0"/>
                <a:cs typeface="Times New Roman" panose="02020603050405020304" pitchFamily="18" charset="0"/>
              </a:rPr>
              <a:t>#10 b=1; </a:t>
            </a:r>
          </a:p>
          <a:p>
            <a:pPr marL="0" indent="0">
              <a:buNone/>
            </a:pPr>
            <a:r>
              <a:rPr lang="en-US" sz="2000" dirty="0">
                <a:latin typeface="Times New Roman" panose="02020603050405020304" pitchFamily="18" charset="0"/>
                <a:cs typeface="Times New Roman" panose="02020603050405020304" pitchFamily="18" charset="0"/>
              </a:rPr>
              <a:t>a=0; </a:t>
            </a:r>
          </a:p>
          <a:p>
            <a:pPr marL="0" indent="0">
              <a:buNone/>
            </a:pPr>
            <a:r>
              <a:rPr lang="en-US" sz="2000" dirty="0">
                <a:latin typeface="Times New Roman" panose="02020603050405020304" pitchFamily="18" charset="0"/>
                <a:cs typeface="Times New Roman" panose="02020603050405020304" pitchFamily="18" charset="0"/>
              </a:rPr>
              <a:t>#20 a=1; </a:t>
            </a:r>
          </a:p>
          <a:p>
            <a:pPr marL="0" indent="0">
              <a:buNone/>
            </a:pPr>
            <a:r>
              <a:rPr lang="en-US" sz="2000" dirty="0">
                <a:latin typeface="Times New Roman" panose="02020603050405020304" pitchFamily="18" charset="0"/>
                <a:cs typeface="Times New Roman" panose="02020603050405020304" pitchFamily="18" charset="0"/>
              </a:rPr>
              <a:t>#10; </a:t>
            </a:r>
          </a:p>
          <a:p>
            <a:pPr marL="0" indent="0">
              <a:buNone/>
            </a:pPr>
            <a:r>
              <a:rPr lang="en-US" sz="2000" dirty="0">
                <a:latin typeface="Times New Roman" panose="02020603050405020304" pitchFamily="18" charset="0"/>
                <a:cs typeface="Times New Roman" panose="02020603050405020304" pitchFamily="18" charset="0"/>
              </a:rPr>
              <a:t>$finish; </a:t>
            </a:r>
          </a:p>
          <a:p>
            <a:pPr marL="0" indent="0">
              <a:buNone/>
            </a:pPr>
            <a:r>
              <a:rPr lang="en-US" sz="2000" dirty="0">
                <a:latin typeface="Times New Roman" panose="02020603050405020304" pitchFamily="18" charset="0"/>
                <a:cs typeface="Times New Roman" panose="02020603050405020304" pitchFamily="18" charset="0"/>
              </a:rPr>
              <a:t>end </a:t>
            </a:r>
          </a:p>
        </p:txBody>
      </p:sp>
      <p:sp>
        <p:nvSpPr>
          <p:cNvPr id="5" name="Date Placeholder 4">
            <a:extLst>
              <a:ext uri="{FF2B5EF4-FFF2-40B4-BE49-F238E27FC236}">
                <a16:creationId xmlns:a16="http://schemas.microsoft.com/office/drawing/2014/main" id="{9BA4CA80-C2E5-4277-7652-63C8A39BDA1F}"/>
              </a:ext>
            </a:extLst>
          </p:cNvPr>
          <p:cNvSpPr>
            <a:spLocks noGrp="1"/>
          </p:cNvSpPr>
          <p:nvPr>
            <p:ph type="dt" sz="half" idx="10"/>
          </p:nvPr>
        </p:nvSpPr>
        <p:spPr/>
        <p:txBody>
          <a:bodyPr/>
          <a:lstStyle/>
          <a:p>
            <a:fld id="{DEB3834D-C768-4001-AC88-CDC331F08D9B}" type="datetime1">
              <a:rPr lang="en-IN" smtClean="0"/>
              <a:pPr/>
              <a:t>31-10-2025</a:t>
            </a:fld>
            <a:endParaRPr lang="en-IN"/>
          </a:p>
        </p:txBody>
      </p:sp>
      <p:sp>
        <p:nvSpPr>
          <p:cNvPr id="6" name="Footer Placeholder 5">
            <a:extLst>
              <a:ext uri="{FF2B5EF4-FFF2-40B4-BE49-F238E27FC236}">
                <a16:creationId xmlns:a16="http://schemas.microsoft.com/office/drawing/2014/main" id="{1B155A32-EA11-2289-1404-2D9B5BA3665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47EBCCD-4109-C3E3-6644-9A4427A9ACEC}"/>
              </a:ext>
            </a:extLst>
          </p:cNvPr>
          <p:cNvSpPr>
            <a:spLocks noGrp="1"/>
          </p:cNvSpPr>
          <p:nvPr>
            <p:ph type="sldNum" sz="quarter" idx="12"/>
          </p:nvPr>
        </p:nvSpPr>
        <p:spPr/>
        <p:txBody>
          <a:bodyPr/>
          <a:lstStyle/>
          <a:p>
            <a:fld id="{56BB8B7D-B437-4E80-9B4F-EB7501C8BBDD}" type="slidenum">
              <a:rPr lang="en-IN" smtClean="0"/>
              <a:pPr/>
              <a:t>285</a:t>
            </a:fld>
            <a:endParaRPr lang="en-IN"/>
          </a:p>
        </p:txBody>
      </p:sp>
      <p:sp>
        <p:nvSpPr>
          <p:cNvPr id="4" name="TextBox 3">
            <a:extLst>
              <a:ext uri="{FF2B5EF4-FFF2-40B4-BE49-F238E27FC236}">
                <a16:creationId xmlns:a16="http://schemas.microsoft.com/office/drawing/2014/main" id="{F46CC988-F19D-09A7-2612-4B0D055D30C1}"/>
              </a:ext>
            </a:extLst>
          </p:cNvPr>
          <p:cNvSpPr txBox="1"/>
          <p:nvPr/>
        </p:nvSpPr>
        <p:spPr>
          <a:xfrm>
            <a:off x="5608982" y="1490807"/>
            <a:ext cx="6708913" cy="1938992"/>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 always @(posedge </a:t>
            </a:r>
            <a:r>
              <a:rPr lang="en-US" sz="2000" dirty="0" err="1">
                <a:latin typeface="Times New Roman" panose="02020603050405020304" pitchFamily="18" charset="0"/>
                <a:cs typeface="Times New Roman" panose="02020603050405020304" pitchFamily="18" charset="0"/>
              </a:rPr>
              <a:t>clk</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assert (a &amp;&amp; b) $display("there's no error"); $warning("there's error"); </a:t>
            </a:r>
          </a:p>
          <a:p>
            <a:pPr marL="0" indent="0">
              <a:buNone/>
            </a:pPr>
            <a:r>
              <a:rPr lang="en-US" sz="2000" dirty="0">
                <a:latin typeface="Times New Roman" panose="02020603050405020304" pitchFamily="18" charset="0"/>
                <a:cs typeface="Times New Roman" panose="02020603050405020304" pitchFamily="18" charset="0"/>
              </a:rPr>
              <a:t> assert (a &amp;&amp; b);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03542232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A2CC-21A9-C335-E3FE-8294D0E6633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5309B12A-30F7-DDC9-1327-F952D19C7618}"/>
              </a:ext>
            </a:extLst>
          </p:cNvPr>
          <p:cNvSpPr>
            <a:spLocks noGrp="1"/>
          </p:cNvSpPr>
          <p:nvPr>
            <p:ph idx="1"/>
          </p:nvPr>
        </p:nvSpPr>
        <p:spPr>
          <a:xfrm>
            <a:off x="794795" y="1011961"/>
            <a:ext cx="10972800" cy="4834077"/>
          </a:xfrm>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Concurrent Assertions: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Concurrent assertions check the sequence of events spread over multiple clock cycles.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concurrent assertion is evaluated only at the occurrence of a clock tick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test expression is evaluated at clock edges based on the sampled values of the variables involved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can be placed in a procedural block, a module, an interface or a program definition</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a:t>
            </a:r>
          </a:p>
          <a:p>
            <a:pPr lvl="2">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c_assert</a:t>
            </a:r>
            <a:r>
              <a:rPr lang="en-US" dirty="0">
                <a:latin typeface="Times New Roman" panose="02020603050405020304" pitchFamily="18" charset="0"/>
                <a:cs typeface="Times New Roman" panose="02020603050405020304" pitchFamily="18" charset="0"/>
              </a:rPr>
              <a:t>:  assert property(@(posedge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not(a &amp;&amp; b));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keyword differentiates the immediate assertion from the concurrent assertion is “</a:t>
            </a:r>
            <a:r>
              <a:rPr lang="en-US" sz="2400" dirty="0">
                <a:solidFill>
                  <a:srgbClr val="FF0000"/>
                </a:solidFill>
                <a:latin typeface="Times New Roman" panose="02020603050405020304" pitchFamily="18" charset="0"/>
                <a:cs typeface="Times New Roman" panose="02020603050405020304" pitchFamily="18" charset="0"/>
              </a:rPr>
              <a:t>property</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FAC8C4B-7914-3614-1BF2-58BE8B04EB40}"/>
              </a:ext>
            </a:extLst>
          </p:cNvPr>
          <p:cNvSpPr>
            <a:spLocks noGrp="1"/>
          </p:cNvSpPr>
          <p:nvPr>
            <p:ph type="dt" sz="half" idx="10"/>
          </p:nvPr>
        </p:nvSpPr>
        <p:spPr/>
        <p:txBody>
          <a:bodyPr/>
          <a:lstStyle/>
          <a:p>
            <a:fld id="{9E1AE751-37FC-46A4-A576-A78B6E8FD6FE}" type="datetime1">
              <a:rPr lang="en-IN" smtClean="0"/>
              <a:pPr/>
              <a:t>31-10-2025</a:t>
            </a:fld>
            <a:endParaRPr lang="en-IN"/>
          </a:p>
        </p:txBody>
      </p:sp>
      <p:sp>
        <p:nvSpPr>
          <p:cNvPr id="5" name="Footer Placeholder 4">
            <a:extLst>
              <a:ext uri="{FF2B5EF4-FFF2-40B4-BE49-F238E27FC236}">
                <a16:creationId xmlns:a16="http://schemas.microsoft.com/office/drawing/2014/main" id="{295C5CAC-5C46-492E-BA17-8790AFE8D89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1B6E217-C13C-CE6C-5D68-EFC6DFB3B293}"/>
              </a:ext>
            </a:extLst>
          </p:cNvPr>
          <p:cNvSpPr>
            <a:spLocks noGrp="1"/>
          </p:cNvSpPr>
          <p:nvPr>
            <p:ph type="sldNum" sz="quarter" idx="12"/>
          </p:nvPr>
        </p:nvSpPr>
        <p:spPr/>
        <p:txBody>
          <a:bodyPr/>
          <a:lstStyle/>
          <a:p>
            <a:fld id="{56BB8B7D-B437-4E80-9B4F-EB7501C8BBDD}" type="slidenum">
              <a:rPr lang="en-IN" smtClean="0"/>
              <a:pPr/>
              <a:t>286</a:t>
            </a:fld>
            <a:endParaRPr lang="en-IN"/>
          </a:p>
        </p:txBody>
      </p:sp>
    </p:spTree>
    <p:extLst>
      <p:ext uri="{BB962C8B-B14F-4D97-AF65-F5344CB8AC3E}">
        <p14:creationId xmlns:p14="http://schemas.microsoft.com/office/powerpoint/2010/main" val="360422885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F1D02-90EF-95CA-B28B-35291A5E7E1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pic>
        <p:nvPicPr>
          <p:cNvPr id="5" name="Content Placeholder 4">
            <a:extLst>
              <a:ext uri="{FF2B5EF4-FFF2-40B4-BE49-F238E27FC236}">
                <a16:creationId xmlns:a16="http://schemas.microsoft.com/office/drawing/2014/main" id="{3B0F7164-C4C8-7A98-79A2-2116744AF081}"/>
              </a:ext>
            </a:extLst>
          </p:cNvPr>
          <p:cNvPicPr>
            <a:picLocks noGrp="1" noChangeAspect="1"/>
          </p:cNvPicPr>
          <p:nvPr>
            <p:ph idx="1"/>
          </p:nvPr>
        </p:nvPicPr>
        <p:blipFill>
          <a:blip r:embed="rId2"/>
          <a:stretch>
            <a:fillRect/>
          </a:stretch>
        </p:blipFill>
        <p:spPr>
          <a:xfrm>
            <a:off x="7297267" y="848442"/>
            <a:ext cx="3733406" cy="4755892"/>
          </a:xfrm>
        </p:spPr>
      </p:pic>
      <p:sp>
        <p:nvSpPr>
          <p:cNvPr id="3" name="Date Placeholder 2">
            <a:extLst>
              <a:ext uri="{FF2B5EF4-FFF2-40B4-BE49-F238E27FC236}">
                <a16:creationId xmlns:a16="http://schemas.microsoft.com/office/drawing/2014/main" id="{977A26B8-7F1D-1296-38D6-13794E86FC66}"/>
              </a:ext>
            </a:extLst>
          </p:cNvPr>
          <p:cNvSpPr>
            <a:spLocks noGrp="1"/>
          </p:cNvSpPr>
          <p:nvPr>
            <p:ph type="dt" sz="half" idx="10"/>
          </p:nvPr>
        </p:nvSpPr>
        <p:spPr/>
        <p:txBody>
          <a:bodyPr/>
          <a:lstStyle/>
          <a:p>
            <a:fld id="{E75CF95D-BDAE-4E5E-A96B-047EEDFF2BF2}" type="datetime1">
              <a:rPr lang="en-IN" smtClean="0"/>
              <a:pPr/>
              <a:t>31-10-2025</a:t>
            </a:fld>
            <a:endParaRPr lang="en-IN"/>
          </a:p>
        </p:txBody>
      </p:sp>
      <p:sp>
        <p:nvSpPr>
          <p:cNvPr id="4" name="Footer Placeholder 3">
            <a:extLst>
              <a:ext uri="{FF2B5EF4-FFF2-40B4-BE49-F238E27FC236}">
                <a16:creationId xmlns:a16="http://schemas.microsoft.com/office/drawing/2014/main" id="{7EAE9A79-27D2-18F8-9AB3-FB30C201CDB3}"/>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E6A25AD-E0A0-A3A0-11DA-6F861CF6F5C1}"/>
              </a:ext>
            </a:extLst>
          </p:cNvPr>
          <p:cNvSpPr>
            <a:spLocks noGrp="1"/>
          </p:cNvSpPr>
          <p:nvPr>
            <p:ph type="sldNum" sz="quarter" idx="12"/>
          </p:nvPr>
        </p:nvSpPr>
        <p:spPr/>
        <p:txBody>
          <a:bodyPr/>
          <a:lstStyle/>
          <a:p>
            <a:fld id="{56BB8B7D-B437-4E80-9B4F-EB7501C8BBDD}" type="slidenum">
              <a:rPr lang="en-IN" smtClean="0"/>
              <a:pPr/>
              <a:t>287</a:t>
            </a:fld>
            <a:endParaRPr lang="en-IN"/>
          </a:p>
        </p:txBody>
      </p:sp>
      <p:sp>
        <p:nvSpPr>
          <p:cNvPr id="6" name="TextBox 5">
            <a:extLst>
              <a:ext uri="{FF2B5EF4-FFF2-40B4-BE49-F238E27FC236}">
                <a16:creationId xmlns:a16="http://schemas.microsoft.com/office/drawing/2014/main" id="{F4248138-93CA-ECC4-FEE6-428D209234ED}"/>
              </a:ext>
            </a:extLst>
          </p:cNvPr>
          <p:cNvSpPr txBox="1"/>
          <p:nvPr/>
        </p:nvSpPr>
        <p:spPr>
          <a:xfrm>
            <a:off x="1246669" y="1412141"/>
            <a:ext cx="5640268" cy="1938992"/>
          </a:xfrm>
          <a:prstGeom prst="rect">
            <a:avLst/>
          </a:prstGeom>
          <a:noFill/>
        </p:spPr>
        <p:txBody>
          <a:bodyPr wrap="square" rtlCol="0">
            <a:spAutoFit/>
          </a:bodyPr>
          <a:lstStyle/>
          <a:p>
            <a:pPr marL="342900" indent="-342900">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Boolean expressions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functionality is represented by the combination of multiple logical events. These events could be simple Boolean expressions.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84423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478C7-9FDB-7134-2A93-5481B2E0DBB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F0966CAE-5A8D-C6BA-33AC-F8A926835812}"/>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Sequence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Boolean expression events that evaluate over a period of time involving single/multiple clock cycles.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SVA provides a keyword to represent these events called “</a:t>
            </a:r>
            <a:r>
              <a:rPr lang="en-US" sz="2400" dirty="0">
                <a:highlight>
                  <a:srgbClr val="FFFF00"/>
                </a:highlight>
                <a:latin typeface="Times New Roman" panose="02020603050405020304" pitchFamily="18" charset="0"/>
                <a:cs typeface="Times New Roman" panose="02020603050405020304" pitchFamily="18" charset="0"/>
              </a:rPr>
              <a:t>sequence.</a:t>
            </a:r>
            <a:r>
              <a:rPr lang="en-US" sz="2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sequence </a:t>
            </a:r>
            <a:r>
              <a:rPr lang="en-US" dirty="0" err="1">
                <a:latin typeface="Times New Roman" panose="02020603050405020304" pitchFamily="18" charset="0"/>
                <a:cs typeface="Times New Roman" panose="02020603050405020304" pitchFamily="18" charset="0"/>
              </a:rPr>
              <a:t>name_of_sequence</a:t>
            </a: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    ……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90EFF8C-EBC0-F0A1-E455-598DC4E7FBF6}"/>
              </a:ext>
            </a:extLst>
          </p:cNvPr>
          <p:cNvSpPr>
            <a:spLocks noGrp="1"/>
          </p:cNvSpPr>
          <p:nvPr>
            <p:ph type="dt" sz="half" idx="10"/>
          </p:nvPr>
        </p:nvSpPr>
        <p:spPr/>
        <p:txBody>
          <a:bodyPr/>
          <a:lstStyle/>
          <a:p>
            <a:fld id="{CDCE2CC3-2A93-4CE8-99E2-24804659ACFE}" type="datetime1">
              <a:rPr lang="en-IN" smtClean="0"/>
              <a:pPr/>
              <a:t>31-10-2025</a:t>
            </a:fld>
            <a:endParaRPr lang="en-IN"/>
          </a:p>
        </p:txBody>
      </p:sp>
      <p:sp>
        <p:nvSpPr>
          <p:cNvPr id="5" name="Footer Placeholder 4">
            <a:extLst>
              <a:ext uri="{FF2B5EF4-FFF2-40B4-BE49-F238E27FC236}">
                <a16:creationId xmlns:a16="http://schemas.microsoft.com/office/drawing/2014/main" id="{57616F85-8973-6C13-9A8B-9E877AA8C48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FFCE698-DE24-5352-B3FC-B8A39BB87F0F}"/>
              </a:ext>
            </a:extLst>
          </p:cNvPr>
          <p:cNvSpPr>
            <a:spLocks noGrp="1"/>
          </p:cNvSpPr>
          <p:nvPr>
            <p:ph type="sldNum" sz="quarter" idx="12"/>
          </p:nvPr>
        </p:nvSpPr>
        <p:spPr/>
        <p:txBody>
          <a:bodyPr/>
          <a:lstStyle/>
          <a:p>
            <a:fld id="{56BB8B7D-B437-4E80-9B4F-EB7501C8BBDD}" type="slidenum">
              <a:rPr lang="en-IN" smtClean="0"/>
              <a:pPr/>
              <a:t>288</a:t>
            </a:fld>
            <a:endParaRPr lang="en-IN"/>
          </a:p>
        </p:txBody>
      </p:sp>
    </p:spTree>
    <p:extLst>
      <p:ext uri="{BB962C8B-B14F-4D97-AF65-F5344CB8AC3E}">
        <p14:creationId xmlns:p14="http://schemas.microsoft.com/office/powerpoint/2010/main" val="308499233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A3A7-11F7-5575-103C-7F8E21197FA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FD5253AA-5642-B8FE-4F7E-BC611701D4F1}"/>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Property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number of sequences can be combined logically or sequentially to create more complex sequences.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SVA provides a keyword to represent these complex sequential behaviors called “property”.</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property </a:t>
            </a:r>
            <a:r>
              <a:rPr lang="en-US" dirty="0" err="1">
                <a:latin typeface="Times New Roman" panose="02020603050405020304" pitchFamily="18" charset="0"/>
                <a:cs typeface="Times New Roman" panose="02020603050405020304" pitchFamily="18" charset="0"/>
              </a:rPr>
              <a:t>name_of_property</a:t>
            </a: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	test expression or </a:t>
            </a:r>
          </a:p>
          <a:p>
            <a:pPr marL="914400" lvl="2" indent="0">
              <a:buNone/>
            </a:pPr>
            <a:r>
              <a:rPr lang="en-US" dirty="0">
                <a:latin typeface="Times New Roman" panose="02020603050405020304" pitchFamily="18" charset="0"/>
                <a:cs typeface="Times New Roman" panose="02020603050405020304" pitchFamily="18" charset="0"/>
              </a:rPr>
              <a:t>	complex sequence expressions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endproperty</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DB270DB-C805-53AA-0D3E-A7D1A74505F0}"/>
              </a:ext>
            </a:extLst>
          </p:cNvPr>
          <p:cNvSpPr>
            <a:spLocks noGrp="1"/>
          </p:cNvSpPr>
          <p:nvPr>
            <p:ph type="dt" sz="half" idx="10"/>
          </p:nvPr>
        </p:nvSpPr>
        <p:spPr/>
        <p:txBody>
          <a:bodyPr/>
          <a:lstStyle/>
          <a:p>
            <a:fld id="{48329556-A6F1-4EC4-9471-B49E7FDA5023}" type="datetime1">
              <a:rPr lang="en-IN" smtClean="0"/>
              <a:pPr/>
              <a:t>31-10-2025</a:t>
            </a:fld>
            <a:endParaRPr lang="en-IN"/>
          </a:p>
        </p:txBody>
      </p:sp>
      <p:sp>
        <p:nvSpPr>
          <p:cNvPr id="5" name="Footer Placeholder 4">
            <a:extLst>
              <a:ext uri="{FF2B5EF4-FFF2-40B4-BE49-F238E27FC236}">
                <a16:creationId xmlns:a16="http://schemas.microsoft.com/office/drawing/2014/main" id="{B86A5B81-F65C-DB77-87AB-B5D0BF867E7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D0B4A4B-441F-3C0F-4CDA-B9C4CA82FFAF}"/>
              </a:ext>
            </a:extLst>
          </p:cNvPr>
          <p:cNvSpPr>
            <a:spLocks noGrp="1"/>
          </p:cNvSpPr>
          <p:nvPr>
            <p:ph type="sldNum" sz="quarter" idx="12"/>
          </p:nvPr>
        </p:nvSpPr>
        <p:spPr/>
        <p:txBody>
          <a:bodyPr/>
          <a:lstStyle/>
          <a:p>
            <a:fld id="{56BB8B7D-B437-4E80-9B4F-EB7501C8BBDD}" type="slidenum">
              <a:rPr lang="en-IN" smtClean="0"/>
              <a:pPr/>
              <a:t>289</a:t>
            </a:fld>
            <a:endParaRPr lang="en-IN"/>
          </a:p>
        </p:txBody>
      </p:sp>
    </p:spTree>
    <p:extLst>
      <p:ext uri="{BB962C8B-B14F-4D97-AF65-F5344CB8AC3E}">
        <p14:creationId xmlns:p14="http://schemas.microsoft.com/office/powerpoint/2010/main" val="70994181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7546-4181-981F-E9FB-A0ACBE58668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19BBF7D-0ABA-326D-75A9-A863A558A290}"/>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Assert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property is the one that is verified during a simulation. It has to be asserted to take effect during a simulation. SVA provides a keyword called “assert” to check the property.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assertion_ name: </a:t>
            </a:r>
            <a:r>
              <a:rPr lang="en-US" dirty="0" err="1">
                <a:latin typeface="Times New Roman" panose="02020603050405020304" pitchFamily="18" charset="0"/>
                <a:cs typeface="Times New Roman" panose="02020603050405020304" pitchFamily="18" charset="0"/>
              </a:rPr>
              <a:t>assert_property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property_name</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17EFBE4-EB72-FA26-1C0C-253A0E88BA82}"/>
              </a:ext>
            </a:extLst>
          </p:cNvPr>
          <p:cNvSpPr>
            <a:spLocks noGrp="1"/>
          </p:cNvSpPr>
          <p:nvPr>
            <p:ph type="dt" sz="half" idx="10"/>
          </p:nvPr>
        </p:nvSpPr>
        <p:spPr/>
        <p:txBody>
          <a:bodyPr/>
          <a:lstStyle/>
          <a:p>
            <a:fld id="{5F2CF9BF-1053-4AE0-9715-2FCEEC7C4113}" type="datetime1">
              <a:rPr lang="en-IN" smtClean="0"/>
              <a:pPr/>
              <a:t>31-10-2025</a:t>
            </a:fld>
            <a:endParaRPr lang="en-IN"/>
          </a:p>
        </p:txBody>
      </p:sp>
      <p:sp>
        <p:nvSpPr>
          <p:cNvPr id="5" name="Footer Placeholder 4">
            <a:extLst>
              <a:ext uri="{FF2B5EF4-FFF2-40B4-BE49-F238E27FC236}">
                <a16:creationId xmlns:a16="http://schemas.microsoft.com/office/drawing/2014/main" id="{FA727A7E-E579-982F-65DB-BF1F4CC4899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FE85ECC-D189-55A7-9F19-1ED0EAEC4753}"/>
              </a:ext>
            </a:extLst>
          </p:cNvPr>
          <p:cNvSpPr>
            <a:spLocks noGrp="1"/>
          </p:cNvSpPr>
          <p:nvPr>
            <p:ph type="sldNum" sz="quarter" idx="12"/>
          </p:nvPr>
        </p:nvSpPr>
        <p:spPr/>
        <p:txBody>
          <a:bodyPr/>
          <a:lstStyle/>
          <a:p>
            <a:fld id="{56BB8B7D-B437-4E80-9B4F-EB7501C8BBDD}" type="slidenum">
              <a:rPr lang="en-IN" smtClean="0"/>
              <a:pPr/>
              <a:t>290</a:t>
            </a:fld>
            <a:endParaRPr lang="en-IN"/>
          </a:p>
        </p:txBody>
      </p:sp>
    </p:spTree>
    <p:extLst>
      <p:ext uri="{BB962C8B-B14F-4D97-AF65-F5344CB8AC3E}">
        <p14:creationId xmlns:p14="http://schemas.microsoft.com/office/powerpoint/2010/main" val="79962465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6833-DE41-A4EF-B72C-96A94BE6A5E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B2AFA829-8EAC-8585-4E42-0728DF21D8D4}"/>
              </a:ext>
            </a:extLst>
          </p:cNvPr>
          <p:cNvSpPr>
            <a:spLocks noGrp="1"/>
          </p:cNvSpPr>
          <p:nvPr>
            <p:ph idx="1"/>
          </p:nvPr>
        </p:nvSpPr>
        <p:spPr>
          <a:xfrm>
            <a:off x="1269356" y="1067766"/>
            <a:ext cx="6079435"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concurrent_assertion_example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ack;</a:t>
            </a:r>
          </a:p>
          <a:p>
            <a:pPr marL="0" indent="0">
              <a:buNone/>
            </a:pPr>
            <a:r>
              <a:rPr lang="en-IN" sz="2000" dirty="0">
                <a:latin typeface="Times New Roman" panose="02020603050405020304" pitchFamily="18" charset="0"/>
                <a:cs typeface="Times New Roman" panose="02020603050405020304" pitchFamily="18" charset="0"/>
              </a:rPr>
              <a:t>  initial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always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sequence </a:t>
            </a:r>
            <a:r>
              <a:rPr lang="en-IN" sz="2000" dirty="0" err="1">
                <a:latin typeface="Times New Roman" panose="02020603050405020304" pitchFamily="18" charset="0"/>
                <a:cs typeface="Times New Roman" panose="02020603050405020304" pitchFamily="18" charset="0"/>
              </a:rPr>
              <a:t>req_ack_seq</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&amp;&amp; ack;</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endsequence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property </a:t>
            </a:r>
            <a:r>
              <a:rPr lang="en-IN" sz="2000" dirty="0" err="1">
                <a:latin typeface="Times New Roman" panose="02020603050405020304" pitchFamily="18" charset="0"/>
                <a:cs typeface="Times New Roman" panose="02020603050405020304" pitchFamily="18" charset="0"/>
              </a:rPr>
              <a:t>p_req_ack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req_ack_seq</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a1: assert property (</a:t>
            </a:r>
            <a:r>
              <a:rPr lang="en-IN" sz="2000" dirty="0" err="1">
                <a:latin typeface="Times New Roman" panose="02020603050405020304" pitchFamily="18" charset="0"/>
                <a:cs typeface="Times New Roman" panose="02020603050405020304" pitchFamily="18" charset="0"/>
              </a:rPr>
              <a:t>p_req_ack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else $fatal("Assertion failed: ack is high without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DECC6DB-5E48-D076-65EA-AD5FCD6BA667}"/>
              </a:ext>
            </a:extLst>
          </p:cNvPr>
          <p:cNvSpPr>
            <a:spLocks noGrp="1"/>
          </p:cNvSpPr>
          <p:nvPr>
            <p:ph type="dt" sz="half" idx="10"/>
          </p:nvPr>
        </p:nvSpPr>
        <p:spPr/>
        <p:txBody>
          <a:bodyPr/>
          <a:lstStyle/>
          <a:p>
            <a:fld id="{4E260493-D65C-494E-8402-622FE089FFAF}" type="datetime1">
              <a:rPr lang="en-IN" smtClean="0"/>
              <a:pPr/>
              <a:t>31-10-2025</a:t>
            </a:fld>
            <a:endParaRPr lang="en-IN"/>
          </a:p>
        </p:txBody>
      </p:sp>
      <p:sp>
        <p:nvSpPr>
          <p:cNvPr id="6" name="Footer Placeholder 5">
            <a:extLst>
              <a:ext uri="{FF2B5EF4-FFF2-40B4-BE49-F238E27FC236}">
                <a16:creationId xmlns:a16="http://schemas.microsoft.com/office/drawing/2014/main" id="{CC97A0AA-F502-D835-A443-8BCF1938944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9E4F50D-6977-BC3C-8C58-08D9C0ECE2A8}"/>
              </a:ext>
            </a:extLst>
          </p:cNvPr>
          <p:cNvSpPr>
            <a:spLocks noGrp="1"/>
          </p:cNvSpPr>
          <p:nvPr>
            <p:ph type="sldNum" sz="quarter" idx="12"/>
          </p:nvPr>
        </p:nvSpPr>
        <p:spPr/>
        <p:txBody>
          <a:bodyPr/>
          <a:lstStyle/>
          <a:p>
            <a:fld id="{56BB8B7D-B437-4E80-9B4F-EB7501C8BBDD}" type="slidenum">
              <a:rPr lang="en-IN" smtClean="0"/>
              <a:pPr/>
              <a:t>291</a:t>
            </a:fld>
            <a:endParaRPr lang="en-IN"/>
          </a:p>
        </p:txBody>
      </p:sp>
      <p:sp>
        <p:nvSpPr>
          <p:cNvPr id="4" name="TextBox 3">
            <a:extLst>
              <a:ext uri="{FF2B5EF4-FFF2-40B4-BE49-F238E27FC236}">
                <a16:creationId xmlns:a16="http://schemas.microsoft.com/office/drawing/2014/main" id="{0A3AC63E-F392-8CAD-DEF7-1B8533E1BE79}"/>
              </a:ext>
            </a:extLst>
          </p:cNvPr>
          <p:cNvSpPr txBox="1"/>
          <p:nvPr/>
        </p:nvSpPr>
        <p:spPr>
          <a:xfrm>
            <a:off x="7007087" y="1176844"/>
            <a:ext cx="4575313"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%b|| ack:%b||", </a:t>
            </a:r>
            <a:r>
              <a:rPr lang="en-IN" sz="2000" dirty="0" err="1">
                <a:latin typeface="Times New Roman" panose="02020603050405020304" pitchFamily="18" charset="0"/>
                <a:cs typeface="Times New Roman" panose="02020603050405020304" pitchFamily="18" charset="0"/>
              </a:rPr>
              <a:t>req,ack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 1; ack = 1;</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 1; ack = 1; </a:t>
            </a:r>
          </a:p>
          <a:p>
            <a:pPr marL="0" indent="0">
              <a:buNone/>
            </a:pPr>
            <a:r>
              <a:rPr lang="en-IN" sz="2000" dirty="0">
                <a:latin typeface="Times New Roman" panose="02020603050405020304" pitchFamily="18" charset="0"/>
                <a:cs typeface="Times New Roman" panose="02020603050405020304" pitchFamily="18" charset="0"/>
              </a:rPr>
              <a:t>    #10 </a:t>
            </a:r>
            <a:r>
              <a:rPr lang="en-IN" sz="2000" dirty="0" err="1">
                <a:latin typeface="Times New Roman" panose="02020603050405020304" pitchFamily="18" charset="0"/>
                <a:cs typeface="Times New Roman" panose="02020603050405020304" pitchFamily="18" charset="0"/>
              </a:rPr>
              <a:t>req</a:t>
            </a:r>
            <a:r>
              <a:rPr lang="en-IN" sz="2000" dirty="0">
                <a:latin typeface="Times New Roman" panose="02020603050405020304" pitchFamily="18" charset="0"/>
                <a:cs typeface="Times New Roman" panose="02020603050405020304" pitchFamily="18" charset="0"/>
              </a:rPr>
              <a:t> = 0; ack = 1; </a:t>
            </a:r>
          </a:p>
          <a:p>
            <a:pPr marL="0" indent="0">
              <a:buNone/>
            </a:pPr>
            <a:r>
              <a:rPr lang="en-IN" sz="2000" dirty="0">
                <a:latin typeface="Times New Roman" panose="02020603050405020304" pitchFamily="18" charset="0"/>
                <a:cs typeface="Times New Roman" panose="02020603050405020304" pitchFamily="18" charset="0"/>
              </a:rPr>
              <a:t>    #10 $finish;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4099831446"/>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8564-E620-FE26-4ACD-00C00552D46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0BD2ED8-D4B7-42EB-7321-79D6A8A9CA7E}"/>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SVA Sequence example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below example the sequence seq_1 checks that the signal “a” is high on every positive edge of the clock. If the signal “a” is not high on any positive clock edge, the assertion will fail. </a:t>
            </a:r>
            <a:endParaRPr lang="en-I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IN" sz="2400" dirty="0">
                <a:solidFill>
                  <a:schemeClr val="accent4">
                    <a:lumMod val="75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sequence seq_1; </a:t>
            </a:r>
          </a:p>
          <a:p>
            <a:pPr marL="914400" lvl="2" indent="0">
              <a:buNone/>
            </a:pPr>
            <a:r>
              <a:rPr lang="en-US" dirty="0">
                <a:latin typeface="Times New Roman" panose="02020603050405020304" pitchFamily="18" charset="0"/>
                <a:cs typeface="Times New Roman" panose="02020603050405020304" pitchFamily="18" charset="0"/>
              </a:rPr>
              <a:t>	@(posedge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a==1;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044099A-0A7D-E48F-DEEE-8ED523C51E29}"/>
              </a:ext>
            </a:extLst>
          </p:cNvPr>
          <p:cNvSpPr>
            <a:spLocks noGrp="1"/>
          </p:cNvSpPr>
          <p:nvPr>
            <p:ph type="dt" sz="half" idx="10"/>
          </p:nvPr>
        </p:nvSpPr>
        <p:spPr/>
        <p:txBody>
          <a:bodyPr/>
          <a:lstStyle/>
          <a:p>
            <a:fld id="{1D5EF1D6-A6FF-4862-9256-8E0AF6791180}" type="datetime1">
              <a:rPr lang="en-IN" smtClean="0"/>
              <a:pPr/>
              <a:t>31-10-2025</a:t>
            </a:fld>
            <a:endParaRPr lang="en-IN"/>
          </a:p>
        </p:txBody>
      </p:sp>
      <p:sp>
        <p:nvSpPr>
          <p:cNvPr id="6" name="Footer Placeholder 5">
            <a:extLst>
              <a:ext uri="{FF2B5EF4-FFF2-40B4-BE49-F238E27FC236}">
                <a16:creationId xmlns:a16="http://schemas.microsoft.com/office/drawing/2014/main" id="{ADA67376-1601-9A09-1172-71620ADA1D2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A4E27166-80C1-ED86-2578-86137F00A928}"/>
              </a:ext>
            </a:extLst>
          </p:cNvPr>
          <p:cNvSpPr>
            <a:spLocks noGrp="1"/>
          </p:cNvSpPr>
          <p:nvPr>
            <p:ph type="sldNum" sz="quarter" idx="12"/>
          </p:nvPr>
        </p:nvSpPr>
        <p:spPr/>
        <p:txBody>
          <a:bodyPr/>
          <a:lstStyle/>
          <a:p>
            <a:fld id="{56BB8B7D-B437-4E80-9B4F-EB7501C8BBDD}" type="slidenum">
              <a:rPr lang="en-IN" smtClean="0"/>
              <a:pPr/>
              <a:t>292</a:t>
            </a:fld>
            <a:endParaRPr lang="en-IN"/>
          </a:p>
        </p:txBody>
      </p:sp>
      <p:pic>
        <p:nvPicPr>
          <p:cNvPr id="5" name="Picture 4">
            <a:extLst>
              <a:ext uri="{FF2B5EF4-FFF2-40B4-BE49-F238E27FC236}">
                <a16:creationId xmlns:a16="http://schemas.microsoft.com/office/drawing/2014/main" id="{012E6ADB-7340-D36B-DB2F-6414CD73A4E2}"/>
              </a:ext>
            </a:extLst>
          </p:cNvPr>
          <p:cNvPicPr>
            <a:picLocks noChangeAspect="1"/>
          </p:cNvPicPr>
          <p:nvPr/>
        </p:nvPicPr>
        <p:blipFill>
          <a:blip r:embed="rId2"/>
          <a:stretch>
            <a:fillRect/>
          </a:stretch>
        </p:blipFill>
        <p:spPr>
          <a:xfrm>
            <a:off x="5445910" y="2883250"/>
            <a:ext cx="6583380" cy="3358009"/>
          </a:xfrm>
          <a:prstGeom prst="rect">
            <a:avLst/>
          </a:prstGeom>
        </p:spPr>
      </p:pic>
    </p:spTree>
    <p:extLst>
      <p:ext uri="{BB962C8B-B14F-4D97-AF65-F5344CB8AC3E}">
        <p14:creationId xmlns:p14="http://schemas.microsoft.com/office/powerpoint/2010/main" val="1141937707"/>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CFED3-3683-6865-B593-FA12D77D26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FC70A09E-6A76-A1F6-C61C-E3DFA33C348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A sequence with a logical relationship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sequence, seq_2 checks that on every positive edge of the clock, either signal “a” or signal “b” is high. If both the signals are low, the assertion will fail.</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Example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sequence seq_2; </a:t>
            </a:r>
          </a:p>
          <a:p>
            <a:pPr marL="914400" lvl="2" indent="0">
              <a:buNone/>
            </a:pPr>
            <a:r>
              <a:rPr lang="en-US" dirty="0">
                <a:latin typeface="Times New Roman" panose="02020603050405020304" pitchFamily="18" charset="0"/>
                <a:cs typeface="Times New Roman" panose="02020603050405020304" pitchFamily="18" charset="0"/>
              </a:rPr>
              <a:t>	@(posedge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a || b;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A325E4D-3D33-042E-80A0-54FE1B5B4894}"/>
              </a:ext>
            </a:extLst>
          </p:cNvPr>
          <p:cNvSpPr>
            <a:spLocks noGrp="1"/>
          </p:cNvSpPr>
          <p:nvPr>
            <p:ph type="dt" sz="half" idx="10"/>
          </p:nvPr>
        </p:nvSpPr>
        <p:spPr/>
        <p:txBody>
          <a:bodyPr/>
          <a:lstStyle/>
          <a:p>
            <a:fld id="{20F8409B-F87F-401D-B087-89F0F652DE4D}" type="datetime1">
              <a:rPr lang="en-IN" smtClean="0"/>
              <a:pPr/>
              <a:t>31-10-2025</a:t>
            </a:fld>
            <a:endParaRPr lang="en-IN"/>
          </a:p>
        </p:txBody>
      </p:sp>
      <p:sp>
        <p:nvSpPr>
          <p:cNvPr id="5" name="Footer Placeholder 4">
            <a:extLst>
              <a:ext uri="{FF2B5EF4-FFF2-40B4-BE49-F238E27FC236}">
                <a16:creationId xmlns:a16="http://schemas.microsoft.com/office/drawing/2014/main" id="{701C92E5-045E-4AC7-C1CF-116D927FE50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6869D69-5877-FD1C-23FD-CBD486C4599A}"/>
              </a:ext>
            </a:extLst>
          </p:cNvPr>
          <p:cNvSpPr>
            <a:spLocks noGrp="1"/>
          </p:cNvSpPr>
          <p:nvPr>
            <p:ph type="sldNum" sz="quarter" idx="12"/>
          </p:nvPr>
        </p:nvSpPr>
        <p:spPr/>
        <p:txBody>
          <a:bodyPr/>
          <a:lstStyle/>
          <a:p>
            <a:fld id="{56BB8B7D-B437-4E80-9B4F-EB7501C8BBDD}" type="slidenum">
              <a:rPr lang="en-IN" smtClean="0"/>
              <a:pPr/>
              <a:t>293</a:t>
            </a:fld>
            <a:endParaRPr lang="en-IN"/>
          </a:p>
        </p:txBody>
      </p:sp>
    </p:spTree>
    <p:extLst>
      <p:ext uri="{BB962C8B-B14F-4D97-AF65-F5344CB8AC3E}">
        <p14:creationId xmlns:p14="http://schemas.microsoft.com/office/powerpoint/2010/main" val="344777498"/>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1E60C-DFA5-2EAB-EFA7-307879EA5E8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BCC6051A-4DFD-7F86-11BF-C2F2F8283CAF}"/>
              </a:ext>
            </a:extLst>
          </p:cNvPr>
          <p:cNvSpPr>
            <a:spLocks noGrp="1"/>
          </p:cNvSpPr>
          <p:nvPr>
            <p:ph idx="1"/>
          </p:nvPr>
        </p:nvSpPr>
        <p:spPr>
          <a:xfrm>
            <a:off x="806370" y="966226"/>
            <a:ext cx="10972800" cy="4708526"/>
          </a:xfrm>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Sequence Expressions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defining arguments in a sequence definition, the same sequence can be re-used for similar behavior.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sequence </a:t>
            </a:r>
            <a:r>
              <a:rPr lang="en-US" dirty="0" err="1">
                <a:latin typeface="Times New Roman" panose="02020603050405020304" pitchFamily="18" charset="0"/>
                <a:cs typeface="Times New Roman" panose="02020603050405020304" pitchFamily="18" charset="0"/>
              </a:rPr>
              <a:t>seq_lib</a:t>
            </a:r>
            <a:r>
              <a:rPr lang="en-US" dirty="0">
                <a:latin typeface="Times New Roman" panose="02020603050405020304" pitchFamily="18" charset="0"/>
                <a:cs typeface="Times New Roman" panose="02020603050405020304" pitchFamily="18" charset="0"/>
              </a:rPr>
              <a:t> (a, b) </a:t>
            </a:r>
          </a:p>
          <a:p>
            <a:pPr marL="914400" lvl="2" indent="0">
              <a:buNone/>
            </a:pPr>
            <a:r>
              <a:rPr lang="en-US" dirty="0">
                <a:latin typeface="Times New Roman" panose="02020603050405020304" pitchFamily="18" charset="0"/>
                <a:cs typeface="Times New Roman" panose="02020603050405020304" pitchFamily="18" charset="0"/>
              </a:rPr>
              <a:t>	a || b ;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seq can be used as, </a:t>
            </a:r>
          </a:p>
          <a:p>
            <a:pPr marL="914400" lvl="2" indent="0">
              <a:buNone/>
            </a:pPr>
            <a:r>
              <a:rPr lang="en-US" dirty="0">
                <a:latin typeface="Times New Roman" panose="02020603050405020304" pitchFamily="18" charset="0"/>
                <a:cs typeface="Times New Roman" panose="02020603050405020304" pitchFamily="18" charset="0"/>
              </a:rPr>
              <a:t>    sequence </a:t>
            </a:r>
            <a:r>
              <a:rPr lang="en-US" dirty="0" err="1">
                <a:latin typeface="Times New Roman" panose="02020603050405020304" pitchFamily="18" charset="0"/>
                <a:cs typeface="Times New Roman" panose="02020603050405020304" pitchFamily="18" charset="0"/>
              </a:rPr>
              <a:t>s_lib_inst</a:t>
            </a: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seq_lib</a:t>
            </a:r>
            <a:r>
              <a:rPr lang="en-US" dirty="0">
                <a:latin typeface="Times New Roman" panose="02020603050405020304" pitchFamily="18" charset="0"/>
                <a:cs typeface="Times New Roman" panose="02020603050405020304" pitchFamily="18" charset="0"/>
              </a:rPr>
              <a:t>(req1,req2);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16BD93A-0234-4EBC-2E6D-DBC1E011A1BC}"/>
              </a:ext>
            </a:extLst>
          </p:cNvPr>
          <p:cNvSpPr>
            <a:spLocks noGrp="1"/>
          </p:cNvSpPr>
          <p:nvPr>
            <p:ph type="dt" sz="half" idx="10"/>
          </p:nvPr>
        </p:nvSpPr>
        <p:spPr/>
        <p:txBody>
          <a:bodyPr/>
          <a:lstStyle/>
          <a:p>
            <a:fld id="{B7B92B00-7935-4AD4-A5E4-1DE57048D647}" type="datetime1">
              <a:rPr lang="en-IN" smtClean="0"/>
              <a:pPr/>
              <a:t>31-10-2025</a:t>
            </a:fld>
            <a:endParaRPr lang="en-IN"/>
          </a:p>
        </p:txBody>
      </p:sp>
      <p:sp>
        <p:nvSpPr>
          <p:cNvPr id="5" name="Footer Placeholder 4">
            <a:extLst>
              <a:ext uri="{FF2B5EF4-FFF2-40B4-BE49-F238E27FC236}">
                <a16:creationId xmlns:a16="http://schemas.microsoft.com/office/drawing/2014/main" id="{1C358238-DA7D-2F74-6F70-DA016923401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32B51FD-1D2A-D823-5384-8B810D0A856C}"/>
              </a:ext>
            </a:extLst>
          </p:cNvPr>
          <p:cNvSpPr>
            <a:spLocks noGrp="1"/>
          </p:cNvSpPr>
          <p:nvPr>
            <p:ph type="sldNum" sz="quarter" idx="12"/>
          </p:nvPr>
        </p:nvSpPr>
        <p:spPr/>
        <p:txBody>
          <a:bodyPr/>
          <a:lstStyle/>
          <a:p>
            <a:fld id="{56BB8B7D-B437-4E80-9B4F-EB7501C8BBDD}" type="slidenum">
              <a:rPr lang="en-IN" smtClean="0"/>
              <a:pPr/>
              <a:t>294</a:t>
            </a:fld>
            <a:endParaRPr lang="en-IN"/>
          </a:p>
        </p:txBody>
      </p:sp>
    </p:spTree>
    <p:extLst>
      <p:ext uri="{BB962C8B-B14F-4D97-AF65-F5344CB8AC3E}">
        <p14:creationId xmlns:p14="http://schemas.microsoft.com/office/powerpoint/2010/main" val="56436897"/>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5C7D3-5FF2-4A17-3752-4626CBE5265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8C73FD86-74C4-57A8-C511-81D309D49E4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Clock usage in SVA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clock can be specified in a sequence, in a property or even in an assert statement.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Clock defined in the sequence definition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previous example shows the usage of a clock inside the sequence definition. </a:t>
            </a:r>
          </a:p>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lvl="1">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sequence </a:t>
            </a:r>
            <a:r>
              <a:rPr lang="en-IN" sz="2400" dirty="0" err="1">
                <a:latin typeface="Times New Roman" panose="02020603050405020304" pitchFamily="18" charset="0"/>
                <a:cs typeface="Times New Roman" panose="02020603050405020304" pitchFamily="18" charset="0"/>
              </a:rPr>
              <a:t>seq</a:t>
            </a:r>
            <a:r>
              <a:rPr lang="en-IN" sz="2400" dirty="0">
                <a:latin typeface="Times New Roman" panose="02020603050405020304" pitchFamily="18" charset="0"/>
                <a:cs typeface="Times New Roman" panose="02020603050405020304" pitchFamily="18" charset="0"/>
              </a:rPr>
              <a:t>; </a:t>
            </a:r>
          </a:p>
          <a:p>
            <a:pPr marL="457200" lvl="1" indent="0">
              <a:buNone/>
            </a:pPr>
            <a:r>
              <a:rPr lang="en-IN" sz="2400" dirty="0">
                <a:latin typeface="Times New Roman" panose="02020603050405020304" pitchFamily="18" charset="0"/>
                <a:cs typeface="Times New Roman" panose="02020603050405020304" pitchFamily="18" charset="0"/>
              </a:rPr>
              <a:t>    @(posedge </a:t>
            </a:r>
            <a:r>
              <a:rPr lang="en-IN" sz="2400" dirty="0" err="1">
                <a:latin typeface="Times New Roman" panose="02020603050405020304" pitchFamily="18" charset="0"/>
                <a:cs typeface="Times New Roman" panose="02020603050405020304" pitchFamily="18" charset="0"/>
              </a:rPr>
              <a:t>clk</a:t>
            </a:r>
            <a:r>
              <a:rPr lang="en-IN" sz="2400" dirty="0">
                <a:latin typeface="Times New Roman" panose="02020603050405020304" pitchFamily="18" charset="0"/>
                <a:cs typeface="Times New Roman" panose="02020603050405020304" pitchFamily="18" charset="0"/>
              </a:rPr>
              <a:t>) a ##2 b; </a:t>
            </a:r>
          </a:p>
          <a:p>
            <a:pPr marL="457200" lvl="1"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endsequence</a:t>
            </a:r>
            <a:r>
              <a:rPr lang="en-IN" sz="2400" dirty="0">
                <a:latin typeface="Times New Roman" panose="02020603050405020304" pitchFamily="18" charset="0"/>
                <a:cs typeface="Times New Roman" panose="02020603050405020304" pitchFamily="18" charset="0"/>
              </a:rPr>
              <a:t> </a:t>
            </a:r>
          </a:p>
        </p:txBody>
      </p:sp>
      <p:sp>
        <p:nvSpPr>
          <p:cNvPr id="4" name="Date Placeholder 3">
            <a:extLst>
              <a:ext uri="{FF2B5EF4-FFF2-40B4-BE49-F238E27FC236}">
                <a16:creationId xmlns:a16="http://schemas.microsoft.com/office/drawing/2014/main" id="{175AB9C1-A903-B869-6D7E-E758BEEE595D}"/>
              </a:ext>
            </a:extLst>
          </p:cNvPr>
          <p:cNvSpPr>
            <a:spLocks noGrp="1"/>
          </p:cNvSpPr>
          <p:nvPr>
            <p:ph type="dt" sz="half" idx="10"/>
          </p:nvPr>
        </p:nvSpPr>
        <p:spPr/>
        <p:txBody>
          <a:bodyPr/>
          <a:lstStyle/>
          <a:p>
            <a:fld id="{2B932DC2-CDAE-45DD-843C-CA93FB1BA74E}" type="datetime1">
              <a:rPr lang="en-IN" smtClean="0"/>
              <a:pPr/>
              <a:t>31-10-2025</a:t>
            </a:fld>
            <a:endParaRPr lang="en-IN"/>
          </a:p>
        </p:txBody>
      </p:sp>
      <p:sp>
        <p:nvSpPr>
          <p:cNvPr id="5" name="Footer Placeholder 4">
            <a:extLst>
              <a:ext uri="{FF2B5EF4-FFF2-40B4-BE49-F238E27FC236}">
                <a16:creationId xmlns:a16="http://schemas.microsoft.com/office/drawing/2014/main" id="{D44E0248-FD4B-4E6C-24E1-FE7BAD7D92C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0A83150-0541-9975-B93A-28DEE20C8BC0}"/>
              </a:ext>
            </a:extLst>
          </p:cNvPr>
          <p:cNvSpPr>
            <a:spLocks noGrp="1"/>
          </p:cNvSpPr>
          <p:nvPr>
            <p:ph type="sldNum" sz="quarter" idx="12"/>
          </p:nvPr>
        </p:nvSpPr>
        <p:spPr/>
        <p:txBody>
          <a:bodyPr/>
          <a:lstStyle/>
          <a:p>
            <a:fld id="{56BB8B7D-B437-4E80-9B4F-EB7501C8BBDD}" type="slidenum">
              <a:rPr lang="en-IN" smtClean="0"/>
              <a:pPr/>
              <a:t>295</a:t>
            </a:fld>
            <a:endParaRPr lang="en-IN"/>
          </a:p>
        </p:txBody>
      </p:sp>
    </p:spTree>
    <p:extLst>
      <p:ext uri="{BB962C8B-B14F-4D97-AF65-F5344CB8AC3E}">
        <p14:creationId xmlns:p14="http://schemas.microsoft.com/office/powerpoint/2010/main" val="2696358564"/>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AD3D-0523-3D66-213B-4B0CD3FEA18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AA304719-1CE2-0317-8D64-D98B4F1D8310}"/>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general, it is a good idea to define the clocks in property definitions and keep the sequences independent of the clocks. This will help increase the re-use of the basic sequence definitions. </a:t>
            </a:r>
          </a:p>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Example</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seq; </a:t>
            </a:r>
          </a:p>
          <a:p>
            <a:pPr marL="457200" lvl="1" indent="0">
              <a:buNone/>
            </a:pPr>
            <a:r>
              <a:rPr lang="en-US" sz="2400" dirty="0">
                <a:latin typeface="Times New Roman" panose="02020603050405020304" pitchFamily="18" charset="0"/>
                <a:cs typeface="Times New Roman" panose="02020603050405020304" pitchFamily="18" charset="0"/>
              </a:rPr>
              <a:t>	a ##2 b; </a:t>
            </a:r>
          </a:p>
          <a:p>
            <a:pPr marL="457200" lvl="1"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endsequence</a:t>
            </a:r>
            <a:r>
              <a:rPr lang="en-US" sz="2400" dirty="0">
                <a:latin typeface="Times New Roman" panose="02020603050405020304" pitchFamily="18" charset="0"/>
                <a:cs typeface="Times New Roman" panose="02020603050405020304" pitchFamily="18" charset="0"/>
              </a:rPr>
              <a:t> </a:t>
            </a:r>
          </a:p>
          <a:p>
            <a:pPr marL="457200" lvl="1" indent="0">
              <a:buNone/>
            </a:pPr>
            <a:r>
              <a:rPr lang="en-US" sz="2400" dirty="0">
                <a:latin typeface="Times New Roman" panose="02020603050405020304" pitchFamily="18" charset="0"/>
                <a:cs typeface="Times New Roman" panose="02020603050405020304" pitchFamily="18" charset="0"/>
              </a:rPr>
              <a:t>	property p; </a:t>
            </a:r>
          </a:p>
          <a:p>
            <a:pPr marL="457200" lvl="1" indent="0">
              <a:buNone/>
            </a:pPr>
            <a:r>
              <a:rPr lang="en-US" sz="2400" dirty="0">
                <a:latin typeface="Times New Roman" panose="02020603050405020304" pitchFamily="18" charset="0"/>
                <a:cs typeface="Times New Roman" panose="02020603050405020304" pitchFamily="18" charset="0"/>
              </a:rPr>
              <a:t>	@(posedge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seq; </a:t>
            </a:r>
          </a:p>
          <a:p>
            <a:pPr marL="457200" lvl="1"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457200" lvl="1" indent="0">
              <a:buNone/>
            </a:pPr>
            <a:r>
              <a:rPr lang="en-US" sz="2400" dirty="0">
                <a:latin typeface="Times New Roman" panose="02020603050405020304" pitchFamily="18" charset="0"/>
                <a:cs typeface="Times New Roman" panose="02020603050405020304" pitchFamily="18" charset="0"/>
              </a:rPr>
              <a:t>	a_1 : assert property(p);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D1D775A-98D3-21C7-CFF2-B734C7EEE30F}"/>
              </a:ext>
            </a:extLst>
          </p:cNvPr>
          <p:cNvSpPr>
            <a:spLocks noGrp="1"/>
          </p:cNvSpPr>
          <p:nvPr>
            <p:ph type="dt" sz="half" idx="10"/>
          </p:nvPr>
        </p:nvSpPr>
        <p:spPr/>
        <p:txBody>
          <a:bodyPr/>
          <a:lstStyle/>
          <a:p>
            <a:fld id="{13427CF3-D92A-4F9B-A6A6-32600BBEB667}" type="datetime1">
              <a:rPr lang="en-IN" smtClean="0"/>
              <a:pPr/>
              <a:t>31-10-2025</a:t>
            </a:fld>
            <a:endParaRPr lang="en-IN"/>
          </a:p>
        </p:txBody>
      </p:sp>
      <p:sp>
        <p:nvSpPr>
          <p:cNvPr id="5" name="Footer Placeholder 4">
            <a:extLst>
              <a:ext uri="{FF2B5EF4-FFF2-40B4-BE49-F238E27FC236}">
                <a16:creationId xmlns:a16="http://schemas.microsoft.com/office/drawing/2014/main" id="{FDE8576E-A52C-E18C-3928-8A006C51DB0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DFD49388-B36A-013A-4B6D-D0C8B3B2618F}"/>
              </a:ext>
            </a:extLst>
          </p:cNvPr>
          <p:cNvSpPr>
            <a:spLocks noGrp="1"/>
          </p:cNvSpPr>
          <p:nvPr>
            <p:ph type="sldNum" sz="quarter" idx="12"/>
          </p:nvPr>
        </p:nvSpPr>
        <p:spPr/>
        <p:txBody>
          <a:bodyPr/>
          <a:lstStyle/>
          <a:p>
            <a:fld id="{56BB8B7D-B437-4E80-9B4F-EB7501C8BBDD}" type="slidenum">
              <a:rPr lang="en-IN" smtClean="0"/>
              <a:pPr/>
              <a:t>296</a:t>
            </a:fld>
            <a:endParaRPr lang="en-IN"/>
          </a:p>
        </p:txBody>
      </p:sp>
    </p:spTree>
    <p:extLst>
      <p:ext uri="{BB962C8B-B14F-4D97-AF65-F5344CB8AC3E}">
        <p14:creationId xmlns:p14="http://schemas.microsoft.com/office/powerpoint/2010/main" val="342753658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C69C-78CF-D8BA-5067-1AB00DFE56F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9B63F646-9D4E-3497-D059-94AE3A7C2A5E}"/>
              </a:ext>
            </a:extLst>
          </p:cNvPr>
          <p:cNvSpPr>
            <a:spLocks noGrp="1"/>
          </p:cNvSpPr>
          <p:nvPr>
            <p:ph idx="1"/>
          </p:nvPr>
        </p:nvSpPr>
        <p:spPr>
          <a:xfrm>
            <a:off x="1504950" y="1166018"/>
            <a:ext cx="4200939"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assertion_example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b;</a:t>
            </a:r>
          </a:p>
          <a:p>
            <a:pPr marL="0" indent="0">
              <a:buNone/>
            </a:pPr>
            <a:r>
              <a:rPr lang="en-IN" sz="2000" dirty="0">
                <a:latin typeface="Times New Roman" panose="02020603050405020304" pitchFamily="18" charset="0"/>
                <a:cs typeface="Times New Roman" panose="02020603050405020304" pitchFamily="18" charset="0"/>
              </a:rPr>
              <a:t>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sequence </a:t>
            </a:r>
            <a:r>
              <a:rPr lang="en-IN" sz="2000" dirty="0" err="1">
                <a:latin typeface="Times New Roman" panose="02020603050405020304" pitchFamily="18" charset="0"/>
                <a:cs typeface="Times New Roman" panose="02020603050405020304" pitchFamily="18" charset="0"/>
              </a:rPr>
              <a:t>seq</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a ##2 b; </a:t>
            </a:r>
          </a:p>
          <a:p>
            <a:pPr marL="0" indent="0">
              <a:buNone/>
            </a:pPr>
            <a:r>
              <a:rPr lang="en-IN" sz="2000" dirty="0" err="1">
                <a:latin typeface="Times New Roman" panose="02020603050405020304" pitchFamily="18" charset="0"/>
                <a:cs typeface="Times New Roman" panose="02020603050405020304" pitchFamily="18" charset="0"/>
              </a:rPr>
              <a:t>endsequence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property p; </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seq</a:t>
            </a:r>
            <a:r>
              <a:rPr lang="en-IN" sz="2000" dirty="0">
                <a:latin typeface="Times New Roman" panose="02020603050405020304" pitchFamily="18" charset="0"/>
                <a:cs typeface="Times New Roman" panose="02020603050405020304" pitchFamily="18" charset="0"/>
              </a:rPr>
              <a:t>; </a:t>
            </a:r>
          </a:p>
          <a:p>
            <a:pPr marL="0" indent="0">
              <a:buNone/>
            </a:pPr>
            <a:r>
              <a:rPr lang="en-IN" sz="2000" dirty="0" err="1">
                <a:latin typeface="Times New Roman" panose="02020603050405020304" pitchFamily="18" charset="0"/>
                <a:cs typeface="Times New Roman" panose="02020603050405020304" pitchFamily="18" charset="0"/>
              </a:rPr>
              <a:t>endproperty</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a_1 : assert property(p)</a:t>
            </a:r>
          </a:p>
          <a:p>
            <a:pPr marL="0" indent="0">
              <a:buNone/>
            </a:pPr>
            <a:r>
              <a:rPr lang="en-IN" sz="2000" dirty="0">
                <a:latin typeface="Times New Roman" panose="02020603050405020304" pitchFamily="18" charset="0"/>
                <a:cs typeface="Times New Roman" panose="02020603050405020304" pitchFamily="18" charset="0"/>
              </a:rPr>
              <a:t>        else $warning("Assertion failed: 'a' was not followed by 'b' after 2 cycles!");</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13C1C82-12A4-BE1C-BC55-EDFD421B6AC3}"/>
              </a:ext>
            </a:extLst>
          </p:cNvPr>
          <p:cNvSpPr>
            <a:spLocks noGrp="1"/>
          </p:cNvSpPr>
          <p:nvPr>
            <p:ph type="dt" sz="half" idx="10"/>
          </p:nvPr>
        </p:nvSpPr>
        <p:spPr/>
        <p:txBody>
          <a:bodyPr/>
          <a:lstStyle/>
          <a:p>
            <a:fld id="{80B2E6B7-0AAF-439C-B361-458FB5489487}" type="datetime1">
              <a:rPr lang="en-IN" smtClean="0"/>
              <a:pPr/>
              <a:t>31-10-2025</a:t>
            </a:fld>
            <a:endParaRPr lang="en-IN"/>
          </a:p>
        </p:txBody>
      </p:sp>
      <p:sp>
        <p:nvSpPr>
          <p:cNvPr id="6" name="Footer Placeholder 5">
            <a:extLst>
              <a:ext uri="{FF2B5EF4-FFF2-40B4-BE49-F238E27FC236}">
                <a16:creationId xmlns:a16="http://schemas.microsoft.com/office/drawing/2014/main" id="{852FEB08-2F6A-182C-358F-D551623E2075}"/>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A92098A-65D8-6BD1-BA3C-05C0C1968F6D}"/>
              </a:ext>
            </a:extLst>
          </p:cNvPr>
          <p:cNvSpPr>
            <a:spLocks noGrp="1"/>
          </p:cNvSpPr>
          <p:nvPr>
            <p:ph type="sldNum" sz="quarter" idx="12"/>
          </p:nvPr>
        </p:nvSpPr>
        <p:spPr/>
        <p:txBody>
          <a:bodyPr/>
          <a:lstStyle/>
          <a:p>
            <a:fld id="{56BB8B7D-B437-4E80-9B4F-EB7501C8BBDD}" type="slidenum">
              <a:rPr lang="en-IN" smtClean="0"/>
              <a:pPr/>
              <a:t>297</a:t>
            </a:fld>
            <a:endParaRPr lang="en-IN"/>
          </a:p>
        </p:txBody>
      </p:sp>
      <p:sp>
        <p:nvSpPr>
          <p:cNvPr id="4" name="TextBox 3">
            <a:extLst>
              <a:ext uri="{FF2B5EF4-FFF2-40B4-BE49-F238E27FC236}">
                <a16:creationId xmlns:a16="http://schemas.microsoft.com/office/drawing/2014/main" id="{3378B567-BFD6-A82B-C186-D149CB7970B6}"/>
              </a:ext>
            </a:extLst>
          </p:cNvPr>
          <p:cNvSpPr txBox="1"/>
          <p:nvPr/>
        </p:nvSpPr>
        <p:spPr>
          <a:xfrm>
            <a:off x="6096000" y="1057826"/>
            <a:ext cx="5486400" cy="440120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 %0t | A: %b | B: %b", $time, a,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assertion_waveform.vcd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assertion_example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 = 0; b = 0;</a:t>
            </a:r>
          </a:p>
          <a:p>
            <a:pPr marL="0" indent="0">
              <a:buNone/>
            </a:pPr>
            <a:r>
              <a:rPr lang="en-IN" sz="2000" dirty="0">
                <a:latin typeface="Times New Roman" panose="02020603050405020304" pitchFamily="18" charset="0"/>
                <a:cs typeface="Times New Roman" panose="02020603050405020304" pitchFamily="18" charset="0"/>
              </a:rPr>
              <a:t>        #10 a = 1;   </a:t>
            </a:r>
          </a:p>
          <a:p>
            <a:pPr marL="0" indent="0">
              <a:buNone/>
            </a:pPr>
            <a:r>
              <a:rPr lang="en-IN" sz="2000" dirty="0">
                <a:latin typeface="Times New Roman" panose="02020603050405020304" pitchFamily="18" charset="0"/>
                <a:cs typeface="Times New Roman" panose="02020603050405020304" pitchFamily="18" charset="0"/>
              </a:rPr>
              <a:t>        #20 b = 1;   </a:t>
            </a:r>
          </a:p>
          <a:p>
            <a:pPr marL="0" indent="0">
              <a:buNone/>
            </a:pPr>
            <a:r>
              <a:rPr lang="en-IN" sz="2000" dirty="0">
                <a:latin typeface="Times New Roman" panose="02020603050405020304" pitchFamily="18" charset="0"/>
                <a:cs typeface="Times New Roman" panose="02020603050405020304" pitchFamily="18" charset="0"/>
              </a:rPr>
              <a:t>        #20 a = 1;   </a:t>
            </a:r>
          </a:p>
          <a:p>
            <a:pPr marL="0" indent="0">
              <a:buNone/>
            </a:pPr>
            <a:r>
              <a:rPr lang="en-IN" sz="2000" dirty="0">
                <a:latin typeface="Times New Roman" panose="02020603050405020304" pitchFamily="18" charset="0"/>
                <a:cs typeface="Times New Roman" panose="02020603050405020304" pitchFamily="18" charset="0"/>
              </a:rPr>
              <a:t>        #40 b = 1;   </a:t>
            </a:r>
          </a:p>
          <a:p>
            <a:pPr marL="0" indent="0">
              <a:buNone/>
            </a:pPr>
            <a:r>
              <a:rPr lang="en-IN" sz="2000" dirty="0">
                <a:latin typeface="Times New Roman" panose="02020603050405020304" pitchFamily="18" charset="0"/>
                <a:cs typeface="Times New Roman" panose="02020603050405020304" pitchFamily="18" charset="0"/>
              </a:rPr>
              <a:t>        #60 $finish;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80702621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7682-0D3E-6B6F-5938-517A60F7CF66}"/>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25C5DB68-BDC8-F23D-8FDA-DFB5F18D427C}"/>
              </a:ext>
            </a:extLst>
          </p:cNvPr>
          <p:cNvSpPr>
            <a:spLocks noGrp="1"/>
          </p:cNvSpPr>
          <p:nvPr>
            <p:ph idx="1"/>
          </p:nvPr>
        </p:nvSpPr>
        <p:spPr>
          <a:xfrm>
            <a:off x="794795" y="954652"/>
            <a:ext cx="10972800" cy="4708526"/>
          </a:xfrm>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Forbidding a property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separate property definition is not needed to assert a sequence. the expression to be checked can be called from the assert statement directly as shown below.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Example</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sequence seq; </a:t>
            </a:r>
          </a:p>
          <a:p>
            <a:pPr marL="914400" lvl="2" indent="0">
              <a:buNone/>
            </a:pPr>
            <a:r>
              <a:rPr lang="en-US" dirty="0">
                <a:latin typeface="Times New Roman" panose="02020603050405020304" pitchFamily="18" charset="0"/>
                <a:cs typeface="Times New Roman" panose="02020603050405020304" pitchFamily="18" charset="0"/>
              </a:rPr>
              <a:t>	a ##2 b; </a:t>
            </a:r>
          </a:p>
          <a:p>
            <a:pPr marL="914400" lvl="2"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	a_2: assert property(@(posedge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seq);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Calling a property with a clock definition from within the assert statement is not allowed.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a_3: assert property(@(posedge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p) ; </a:t>
            </a:r>
            <a:r>
              <a:rPr lang="en-US" dirty="0">
                <a:solidFill>
                  <a:srgbClr val="FF0000"/>
                </a:solidFill>
                <a:latin typeface="Times New Roman" panose="02020603050405020304" pitchFamily="18" charset="0"/>
                <a:cs typeface="Times New Roman" panose="02020603050405020304" pitchFamily="18" charset="0"/>
              </a:rPr>
              <a:t>//Not allowed</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F7C1E44-373B-A4B8-3E1A-273907CD25B3}"/>
              </a:ext>
            </a:extLst>
          </p:cNvPr>
          <p:cNvSpPr>
            <a:spLocks noGrp="1"/>
          </p:cNvSpPr>
          <p:nvPr>
            <p:ph type="dt" sz="half" idx="10"/>
          </p:nvPr>
        </p:nvSpPr>
        <p:spPr/>
        <p:txBody>
          <a:bodyPr/>
          <a:lstStyle/>
          <a:p>
            <a:fld id="{113D64C5-2E82-422F-BEFB-092D1FCE3655}" type="datetime1">
              <a:rPr lang="en-IN" smtClean="0"/>
              <a:pPr/>
              <a:t>31-10-2025</a:t>
            </a:fld>
            <a:endParaRPr lang="en-IN"/>
          </a:p>
        </p:txBody>
      </p:sp>
      <p:sp>
        <p:nvSpPr>
          <p:cNvPr id="5" name="Footer Placeholder 4">
            <a:extLst>
              <a:ext uri="{FF2B5EF4-FFF2-40B4-BE49-F238E27FC236}">
                <a16:creationId xmlns:a16="http://schemas.microsoft.com/office/drawing/2014/main" id="{F616A0D7-E211-05CC-0002-B7B0A030549C}"/>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7BD01FF8-8D25-5CC4-0677-7380440C3637}"/>
              </a:ext>
            </a:extLst>
          </p:cNvPr>
          <p:cNvSpPr>
            <a:spLocks noGrp="1"/>
          </p:cNvSpPr>
          <p:nvPr>
            <p:ph type="sldNum" sz="quarter" idx="12"/>
          </p:nvPr>
        </p:nvSpPr>
        <p:spPr/>
        <p:txBody>
          <a:bodyPr/>
          <a:lstStyle/>
          <a:p>
            <a:fld id="{56BB8B7D-B437-4E80-9B4F-EB7501C8BBDD}" type="slidenum">
              <a:rPr lang="en-IN" smtClean="0"/>
              <a:pPr/>
              <a:t>298</a:t>
            </a:fld>
            <a:endParaRPr lang="en-IN"/>
          </a:p>
        </p:txBody>
      </p:sp>
    </p:spTree>
    <p:extLst>
      <p:ext uri="{BB962C8B-B14F-4D97-AF65-F5344CB8AC3E}">
        <p14:creationId xmlns:p14="http://schemas.microsoft.com/office/powerpoint/2010/main" val="131893849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1305-949C-C0B5-D951-3D65E5A9155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395BBCC6-A897-27C4-9BE1-D8BED867D25F}"/>
              </a:ext>
            </a:extLst>
          </p:cNvPr>
          <p:cNvSpPr>
            <a:spLocks noGrp="1"/>
          </p:cNvSpPr>
          <p:nvPr>
            <p:ph idx="1"/>
          </p:nvPr>
        </p:nvSpPr>
        <p:spPr/>
        <p:txBody>
          <a:bodyPr>
            <a:normAutofit lnSpcReduction="10000"/>
          </a:bodyPr>
          <a:lstStyle/>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Implication Operator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implication is equivalent to an if-then structure. The left-hand side of the implication is called the “antecedent” and the right-hand side is called the “consequent.”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antecedent is the gating condition. If the antecedent succeeds, then the consequent is evaluated.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implication construct can be used </a:t>
            </a:r>
            <a:r>
              <a:rPr lang="en-US" sz="2400" dirty="0">
                <a:solidFill>
                  <a:srgbClr val="FF0000"/>
                </a:solidFill>
                <a:latin typeface="Times New Roman" panose="02020603050405020304" pitchFamily="18" charset="0"/>
                <a:cs typeface="Times New Roman" panose="02020603050405020304" pitchFamily="18" charset="0"/>
              </a:rPr>
              <a:t>only with property definitions</a:t>
            </a:r>
            <a:r>
              <a:rPr lang="en-US" sz="2400" dirty="0">
                <a:latin typeface="Times New Roman" panose="02020603050405020304" pitchFamily="18" charset="0"/>
                <a:cs typeface="Times New Roman" panose="02020603050405020304" pitchFamily="18" charset="0"/>
              </a:rPr>
              <a:t>. It cannot be used in sequences. </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There are 2 types of implication: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Overlapped implication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Non-overlapped implication</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BD2CDFD-3E99-D506-3241-63209DD4AAAE}"/>
              </a:ext>
            </a:extLst>
          </p:cNvPr>
          <p:cNvSpPr>
            <a:spLocks noGrp="1"/>
          </p:cNvSpPr>
          <p:nvPr>
            <p:ph type="dt" sz="half" idx="10"/>
          </p:nvPr>
        </p:nvSpPr>
        <p:spPr/>
        <p:txBody>
          <a:bodyPr/>
          <a:lstStyle/>
          <a:p>
            <a:fld id="{547F9B2C-F7AF-4D19-A828-D761EC98CF08}" type="datetime1">
              <a:rPr lang="en-IN" smtClean="0"/>
              <a:pPr/>
              <a:t>31-10-2025</a:t>
            </a:fld>
            <a:endParaRPr lang="en-IN"/>
          </a:p>
        </p:txBody>
      </p:sp>
      <p:sp>
        <p:nvSpPr>
          <p:cNvPr id="5" name="Footer Placeholder 4">
            <a:extLst>
              <a:ext uri="{FF2B5EF4-FFF2-40B4-BE49-F238E27FC236}">
                <a16:creationId xmlns:a16="http://schemas.microsoft.com/office/drawing/2014/main" id="{DA669D31-1682-CEF6-8ED5-CA7E36D9F31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1F0FF50C-A1F8-776D-90B0-59F1FB4A2C6B}"/>
              </a:ext>
            </a:extLst>
          </p:cNvPr>
          <p:cNvSpPr>
            <a:spLocks noGrp="1"/>
          </p:cNvSpPr>
          <p:nvPr>
            <p:ph type="sldNum" sz="quarter" idx="12"/>
          </p:nvPr>
        </p:nvSpPr>
        <p:spPr/>
        <p:txBody>
          <a:bodyPr/>
          <a:lstStyle/>
          <a:p>
            <a:fld id="{56BB8B7D-B437-4E80-9B4F-EB7501C8BBDD}" type="slidenum">
              <a:rPr lang="en-IN" smtClean="0"/>
              <a:pPr/>
              <a:t>299</a:t>
            </a:fld>
            <a:endParaRPr lang="en-IN"/>
          </a:p>
        </p:txBody>
      </p:sp>
    </p:spTree>
    <p:extLst>
      <p:ext uri="{BB962C8B-B14F-4D97-AF65-F5344CB8AC3E}">
        <p14:creationId xmlns:p14="http://schemas.microsoft.com/office/powerpoint/2010/main" val="3133585715"/>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6F48-5601-D427-6D0F-69FD79AC4C0E}"/>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CA8ADA24-69D0-CCC3-E1C0-31CCB701C85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Overlapped implication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overlapped implication is denoted by the symbol </a:t>
            </a:r>
            <a:r>
              <a:rPr lang="en-US" sz="2400" dirty="0">
                <a:highlight>
                  <a:srgbClr val="FFFF00"/>
                </a:highlight>
                <a:latin typeface="Times New Roman" panose="02020603050405020304" pitchFamily="18" charset="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there is a match on the antecedent, then the consequent expression is evaluated in the same clock cycle.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signal “a” is high on a given positive clock edge, then signal “b” should also be high on the same clock edge.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b;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 </a:t>
            </a: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2224CB4-B9F7-3302-2337-26E6AF90ACDE}"/>
              </a:ext>
            </a:extLst>
          </p:cNvPr>
          <p:cNvSpPr>
            <a:spLocks noGrp="1"/>
          </p:cNvSpPr>
          <p:nvPr>
            <p:ph type="dt" sz="half" idx="10"/>
          </p:nvPr>
        </p:nvSpPr>
        <p:spPr/>
        <p:txBody>
          <a:bodyPr/>
          <a:lstStyle/>
          <a:p>
            <a:fld id="{662E473C-D838-42D5-8D4C-3F1173F50888}" type="datetime1">
              <a:rPr lang="en-IN" smtClean="0"/>
              <a:pPr/>
              <a:t>31-10-2025</a:t>
            </a:fld>
            <a:endParaRPr lang="en-IN"/>
          </a:p>
        </p:txBody>
      </p:sp>
      <p:sp>
        <p:nvSpPr>
          <p:cNvPr id="5" name="Footer Placeholder 4">
            <a:extLst>
              <a:ext uri="{FF2B5EF4-FFF2-40B4-BE49-F238E27FC236}">
                <a16:creationId xmlns:a16="http://schemas.microsoft.com/office/drawing/2014/main" id="{7E5F6BB6-7EA7-ADEB-773D-871267AF1674}"/>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6A42050A-CDDC-EEB3-55C2-A41436149D4D}"/>
              </a:ext>
            </a:extLst>
          </p:cNvPr>
          <p:cNvSpPr>
            <a:spLocks noGrp="1"/>
          </p:cNvSpPr>
          <p:nvPr>
            <p:ph type="sldNum" sz="quarter" idx="12"/>
          </p:nvPr>
        </p:nvSpPr>
        <p:spPr/>
        <p:txBody>
          <a:bodyPr/>
          <a:lstStyle/>
          <a:p>
            <a:fld id="{56BB8B7D-B437-4E80-9B4F-EB7501C8BBDD}" type="slidenum">
              <a:rPr lang="en-IN" smtClean="0"/>
              <a:pPr/>
              <a:t>300</a:t>
            </a:fld>
            <a:endParaRPr lang="en-IN"/>
          </a:p>
        </p:txBody>
      </p:sp>
    </p:spTree>
    <p:extLst>
      <p:ext uri="{BB962C8B-B14F-4D97-AF65-F5344CB8AC3E}">
        <p14:creationId xmlns:p14="http://schemas.microsoft.com/office/powerpoint/2010/main" val="211946870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16D3F-0B76-E6FA-559A-53EEBB9CF25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FF5BB956-AA52-4411-50EB-3DD5737582D8}"/>
              </a:ext>
            </a:extLst>
          </p:cNvPr>
          <p:cNvSpPr>
            <a:spLocks noGrp="1"/>
          </p:cNvSpPr>
          <p:nvPr>
            <p:ph idx="1"/>
          </p:nvPr>
        </p:nvSpPr>
        <p:spPr>
          <a:xfrm>
            <a:off x="947530" y="1094312"/>
            <a:ext cx="5324061"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overlapped_implication_example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b;</a:t>
            </a:r>
          </a:p>
          <a:p>
            <a:pPr marL="0" indent="0">
              <a:buNone/>
            </a:pPr>
            <a:r>
              <a:rPr lang="en-IN" sz="2000" dirty="0">
                <a:latin typeface="Times New Roman" panose="02020603050405020304" pitchFamily="18" charset="0"/>
                <a:cs typeface="Times New Roman" panose="02020603050405020304" pitchFamily="18" charset="0"/>
              </a:rPr>
              <a:t>    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property </a:t>
            </a:r>
            <a:r>
              <a:rPr lang="en-IN" sz="2000" dirty="0" err="1">
                <a:latin typeface="Times New Roman" panose="02020603050405020304" pitchFamily="18" charset="0"/>
                <a:cs typeface="Times New Roman" panose="02020603050405020304" pitchFamily="18" charset="0"/>
              </a:rPr>
              <a:t>p_overlapped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a_overlapped</a:t>
            </a:r>
            <a:r>
              <a:rPr lang="en-IN" sz="2000" dirty="0">
                <a:latin typeface="Times New Roman" panose="02020603050405020304" pitchFamily="18" charset="0"/>
                <a:cs typeface="Times New Roman" panose="02020603050405020304" pitchFamily="18" charset="0"/>
              </a:rPr>
              <a:t>: assert property (</a:t>
            </a:r>
            <a:r>
              <a:rPr lang="en-IN" sz="2000" dirty="0" err="1">
                <a:latin typeface="Times New Roman" panose="02020603050405020304" pitchFamily="18" charset="0"/>
                <a:cs typeface="Times New Roman" panose="02020603050405020304" pitchFamily="18" charset="0"/>
              </a:rPr>
              <a:t>p_overlapped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else $warning("Overlapped Implication Failed: 'a' was high, but 'b' was not high in the same cycle!");</a:t>
            </a:r>
          </a:p>
        </p:txBody>
      </p:sp>
      <p:sp>
        <p:nvSpPr>
          <p:cNvPr id="5" name="Date Placeholder 4">
            <a:extLst>
              <a:ext uri="{FF2B5EF4-FFF2-40B4-BE49-F238E27FC236}">
                <a16:creationId xmlns:a16="http://schemas.microsoft.com/office/drawing/2014/main" id="{2A33AE2B-53CB-07D4-5513-A355C48987B4}"/>
              </a:ext>
            </a:extLst>
          </p:cNvPr>
          <p:cNvSpPr>
            <a:spLocks noGrp="1"/>
          </p:cNvSpPr>
          <p:nvPr>
            <p:ph type="dt" sz="half" idx="10"/>
          </p:nvPr>
        </p:nvSpPr>
        <p:spPr/>
        <p:txBody>
          <a:bodyPr/>
          <a:lstStyle/>
          <a:p>
            <a:fld id="{DDC5F812-2EE4-4380-A0DF-E905C2131491}" type="datetime1">
              <a:rPr lang="en-IN" smtClean="0"/>
              <a:pPr/>
              <a:t>31-10-2025</a:t>
            </a:fld>
            <a:endParaRPr lang="en-IN"/>
          </a:p>
        </p:txBody>
      </p:sp>
      <p:sp>
        <p:nvSpPr>
          <p:cNvPr id="6" name="Footer Placeholder 5">
            <a:extLst>
              <a:ext uri="{FF2B5EF4-FFF2-40B4-BE49-F238E27FC236}">
                <a16:creationId xmlns:a16="http://schemas.microsoft.com/office/drawing/2014/main" id="{F5C74AFA-3EF3-2769-D4DA-FEA37B6EA09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F0339FE2-C8F3-23A6-B8BB-2CDC887DF49A}"/>
              </a:ext>
            </a:extLst>
          </p:cNvPr>
          <p:cNvSpPr>
            <a:spLocks noGrp="1"/>
          </p:cNvSpPr>
          <p:nvPr>
            <p:ph type="sldNum" sz="quarter" idx="12"/>
          </p:nvPr>
        </p:nvSpPr>
        <p:spPr/>
        <p:txBody>
          <a:bodyPr/>
          <a:lstStyle/>
          <a:p>
            <a:fld id="{56BB8B7D-B437-4E80-9B4F-EB7501C8BBDD}" type="slidenum">
              <a:rPr lang="en-IN" smtClean="0"/>
              <a:pPr/>
              <a:t>301</a:t>
            </a:fld>
            <a:endParaRPr lang="en-IN"/>
          </a:p>
        </p:txBody>
      </p:sp>
      <p:sp>
        <p:nvSpPr>
          <p:cNvPr id="4" name="TextBox 3">
            <a:extLst>
              <a:ext uri="{FF2B5EF4-FFF2-40B4-BE49-F238E27FC236}">
                <a16:creationId xmlns:a16="http://schemas.microsoft.com/office/drawing/2014/main" id="{3A27F027-1DF0-4861-54AF-909E7A3577BA}"/>
              </a:ext>
            </a:extLst>
          </p:cNvPr>
          <p:cNvSpPr txBox="1"/>
          <p:nvPr/>
        </p:nvSpPr>
        <p:spPr>
          <a:xfrm>
            <a:off x="6271591" y="1094312"/>
            <a:ext cx="5310809" cy="409342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 %0t | A: %b | B: %b", $time, a,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overlapped_implication.vcd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overlapped_implication_example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 = 0; b = 0;</a:t>
            </a:r>
          </a:p>
          <a:p>
            <a:pPr marL="0" indent="0">
              <a:buNone/>
            </a:pPr>
            <a:r>
              <a:rPr lang="en-IN" sz="2000" dirty="0">
                <a:latin typeface="Times New Roman" panose="02020603050405020304" pitchFamily="18" charset="0"/>
                <a:cs typeface="Times New Roman" panose="02020603050405020304" pitchFamily="18" charset="0"/>
              </a:rPr>
              <a:t>        #10 a = 1; b = 1; </a:t>
            </a:r>
          </a:p>
          <a:p>
            <a:pPr marL="0" indent="0">
              <a:buNone/>
            </a:pPr>
            <a:r>
              <a:rPr lang="en-IN" sz="2000" dirty="0">
                <a:latin typeface="Times New Roman" panose="02020603050405020304" pitchFamily="18" charset="0"/>
                <a:cs typeface="Times New Roman" panose="02020603050405020304" pitchFamily="18" charset="0"/>
              </a:rPr>
              <a:t>      #20 a = 1; b = 0; </a:t>
            </a:r>
          </a:p>
          <a:p>
            <a:pPr marL="0" indent="0">
              <a:buNone/>
            </a:pPr>
            <a:r>
              <a:rPr lang="en-IN" sz="2000" dirty="0">
                <a:latin typeface="Times New Roman" panose="02020603050405020304" pitchFamily="18" charset="0"/>
                <a:cs typeface="Times New Roman" panose="02020603050405020304" pitchFamily="18" charset="0"/>
              </a:rPr>
              <a:t>        #40 $finish;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1333143664"/>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21EF-23B5-8037-B7BD-8120319C251A}"/>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D66CAB9F-A8BF-A895-AF20-E1A54A34E185}"/>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Non-overlapped implication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non-overlapped implication is denoted by the symbol |=&gt;.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there is a match on the antecedent, then the consequent expression is evaluated in the next clock cycle.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signal “a” is high on a given positive clock edge, then signal “b” should be high on the next clock edge.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b;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FAD2BD9-4323-B20E-0AA1-69FC15E4ED2D}"/>
              </a:ext>
            </a:extLst>
          </p:cNvPr>
          <p:cNvSpPr>
            <a:spLocks noGrp="1"/>
          </p:cNvSpPr>
          <p:nvPr>
            <p:ph type="dt" sz="half" idx="10"/>
          </p:nvPr>
        </p:nvSpPr>
        <p:spPr/>
        <p:txBody>
          <a:bodyPr/>
          <a:lstStyle/>
          <a:p>
            <a:fld id="{E14C2D41-3BD3-4E96-A582-2E89A5A592B8}" type="datetime1">
              <a:rPr lang="en-IN" smtClean="0"/>
              <a:pPr/>
              <a:t>31-10-2025</a:t>
            </a:fld>
            <a:endParaRPr lang="en-IN"/>
          </a:p>
        </p:txBody>
      </p:sp>
      <p:sp>
        <p:nvSpPr>
          <p:cNvPr id="5" name="Footer Placeholder 4">
            <a:extLst>
              <a:ext uri="{FF2B5EF4-FFF2-40B4-BE49-F238E27FC236}">
                <a16:creationId xmlns:a16="http://schemas.microsoft.com/office/drawing/2014/main" id="{58D2B25B-46A2-F2A5-ED1D-58B8E5FC2A07}"/>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5CA80B2-0372-8604-04DE-E14C024F6386}"/>
              </a:ext>
            </a:extLst>
          </p:cNvPr>
          <p:cNvSpPr>
            <a:spLocks noGrp="1"/>
          </p:cNvSpPr>
          <p:nvPr>
            <p:ph type="sldNum" sz="quarter" idx="12"/>
          </p:nvPr>
        </p:nvSpPr>
        <p:spPr/>
        <p:txBody>
          <a:bodyPr/>
          <a:lstStyle/>
          <a:p>
            <a:fld id="{56BB8B7D-B437-4E80-9B4F-EB7501C8BBDD}" type="slidenum">
              <a:rPr lang="en-IN" smtClean="0"/>
              <a:pPr/>
              <a:t>302</a:t>
            </a:fld>
            <a:endParaRPr lang="en-IN"/>
          </a:p>
        </p:txBody>
      </p:sp>
    </p:spTree>
    <p:extLst>
      <p:ext uri="{BB962C8B-B14F-4D97-AF65-F5344CB8AC3E}">
        <p14:creationId xmlns:p14="http://schemas.microsoft.com/office/powerpoint/2010/main" val="659162311"/>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6264-95CF-5245-FDCD-2FE0CB2F5DB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8CC059C7-3A34-0D38-BC4F-EED0394130BC}"/>
              </a:ext>
            </a:extLst>
          </p:cNvPr>
          <p:cNvSpPr>
            <a:spLocks noGrp="1"/>
          </p:cNvSpPr>
          <p:nvPr>
            <p:ph idx="1"/>
          </p:nvPr>
        </p:nvSpPr>
        <p:spPr>
          <a:xfrm>
            <a:off x="713961" y="1316010"/>
            <a:ext cx="5592417"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non_overlapped_implication_example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b; </a:t>
            </a:r>
          </a:p>
          <a:p>
            <a:pPr marL="0" indent="0">
              <a:buNone/>
            </a:pPr>
            <a:r>
              <a:rPr lang="en-IN" sz="2000" dirty="0">
                <a:latin typeface="Times New Roman" panose="02020603050405020304" pitchFamily="18" charset="0"/>
                <a:cs typeface="Times New Roman" panose="02020603050405020304" pitchFamily="18" charset="0"/>
              </a:rPr>
              <a:t>    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property </a:t>
            </a:r>
            <a:r>
              <a:rPr lang="en-IN" sz="2000" dirty="0" err="1">
                <a:latin typeface="Times New Roman" panose="02020603050405020304" pitchFamily="18" charset="0"/>
                <a:cs typeface="Times New Roman" panose="02020603050405020304" pitchFamily="18" charset="0"/>
              </a:rPr>
              <a:t>p_non_overlapped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a_non_overlapped</a:t>
            </a:r>
            <a:r>
              <a:rPr lang="en-IN" sz="2000" dirty="0">
                <a:latin typeface="Times New Roman" panose="02020603050405020304" pitchFamily="18" charset="0"/>
                <a:cs typeface="Times New Roman" panose="02020603050405020304" pitchFamily="18" charset="0"/>
              </a:rPr>
              <a:t>: assert property (</a:t>
            </a:r>
            <a:r>
              <a:rPr lang="en-IN" sz="2000" dirty="0" err="1">
                <a:latin typeface="Times New Roman" panose="02020603050405020304" pitchFamily="18" charset="0"/>
                <a:cs typeface="Times New Roman" panose="02020603050405020304" pitchFamily="18" charset="0"/>
              </a:rPr>
              <a:t>p_non_overlapped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else $error("Non-Overlapped Implication Failed: 'a' was high, but 'b' was not high in the next cycle!"); </a:t>
            </a:r>
          </a:p>
        </p:txBody>
      </p:sp>
      <p:sp>
        <p:nvSpPr>
          <p:cNvPr id="5" name="Date Placeholder 4">
            <a:extLst>
              <a:ext uri="{FF2B5EF4-FFF2-40B4-BE49-F238E27FC236}">
                <a16:creationId xmlns:a16="http://schemas.microsoft.com/office/drawing/2014/main" id="{6CA1FB52-A7A2-3302-B0D8-04176C70449C}"/>
              </a:ext>
            </a:extLst>
          </p:cNvPr>
          <p:cNvSpPr>
            <a:spLocks noGrp="1"/>
          </p:cNvSpPr>
          <p:nvPr>
            <p:ph type="dt" sz="half" idx="10"/>
          </p:nvPr>
        </p:nvSpPr>
        <p:spPr/>
        <p:txBody>
          <a:bodyPr/>
          <a:lstStyle/>
          <a:p>
            <a:fld id="{DA5F3AF3-0611-45F0-81DA-3065D7F060C1}" type="datetime1">
              <a:rPr lang="en-IN" smtClean="0"/>
              <a:pPr/>
              <a:t>31-10-2025</a:t>
            </a:fld>
            <a:endParaRPr lang="en-IN"/>
          </a:p>
        </p:txBody>
      </p:sp>
      <p:sp>
        <p:nvSpPr>
          <p:cNvPr id="6" name="Footer Placeholder 5">
            <a:extLst>
              <a:ext uri="{FF2B5EF4-FFF2-40B4-BE49-F238E27FC236}">
                <a16:creationId xmlns:a16="http://schemas.microsoft.com/office/drawing/2014/main" id="{27116136-A95D-F1AD-9623-78C8E0208BD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61B4689-7948-5110-5969-AE5B7029A767}"/>
              </a:ext>
            </a:extLst>
          </p:cNvPr>
          <p:cNvSpPr>
            <a:spLocks noGrp="1"/>
          </p:cNvSpPr>
          <p:nvPr>
            <p:ph type="sldNum" sz="quarter" idx="12"/>
          </p:nvPr>
        </p:nvSpPr>
        <p:spPr/>
        <p:txBody>
          <a:bodyPr/>
          <a:lstStyle/>
          <a:p>
            <a:fld id="{56BB8B7D-B437-4E80-9B4F-EB7501C8BBDD}" type="slidenum">
              <a:rPr lang="en-IN" smtClean="0"/>
              <a:pPr/>
              <a:t>303</a:t>
            </a:fld>
            <a:endParaRPr lang="en-IN"/>
          </a:p>
        </p:txBody>
      </p:sp>
      <p:sp>
        <p:nvSpPr>
          <p:cNvPr id="4" name="TextBox 3">
            <a:extLst>
              <a:ext uri="{FF2B5EF4-FFF2-40B4-BE49-F238E27FC236}">
                <a16:creationId xmlns:a16="http://schemas.microsoft.com/office/drawing/2014/main" id="{A97585F9-C91A-FC1D-29A2-BB41DB1702F9}"/>
              </a:ext>
            </a:extLst>
          </p:cNvPr>
          <p:cNvSpPr txBox="1"/>
          <p:nvPr/>
        </p:nvSpPr>
        <p:spPr>
          <a:xfrm>
            <a:off x="6410739" y="916725"/>
            <a:ext cx="5171661" cy="532453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 %0t | A: %b | B: %b", $time, a,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non_overlapped_implication.vcd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non_overlapped_implication_example</a:t>
            </a:r>
            <a:r>
              <a:rPr lang="en-IN" sz="2000" dirty="0">
                <a:latin typeface="Times New Roman" panose="02020603050405020304" pitchFamily="18" charset="0"/>
                <a:cs typeface="Times New Roman" panose="02020603050405020304" pitchFamily="18" charset="0"/>
              </a:rPr>
              <a:t>);</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 = 0; b = 0;</a:t>
            </a:r>
          </a:p>
          <a:p>
            <a:pPr marL="0" indent="0">
              <a:buNone/>
            </a:pPr>
            <a:r>
              <a:rPr lang="en-IN" sz="2000" dirty="0">
                <a:latin typeface="Times New Roman" panose="02020603050405020304" pitchFamily="18" charset="0"/>
                <a:cs typeface="Times New Roman" panose="02020603050405020304" pitchFamily="18" charset="0"/>
              </a:rPr>
              <a:t>        #10 a = 1; </a:t>
            </a:r>
          </a:p>
          <a:p>
            <a:pPr marL="0" indent="0">
              <a:buNone/>
            </a:pPr>
            <a:r>
              <a:rPr lang="en-IN" sz="2000" dirty="0">
                <a:latin typeface="Times New Roman" panose="02020603050405020304" pitchFamily="18" charset="0"/>
                <a:cs typeface="Times New Roman" panose="02020603050405020304" pitchFamily="18" charset="0"/>
              </a:rPr>
              <a:t>        #10 b = 1; </a:t>
            </a:r>
          </a:p>
          <a:p>
            <a:pPr marL="0" indent="0">
              <a:buNone/>
            </a:pPr>
            <a:r>
              <a:rPr lang="en-IN" sz="2000" dirty="0">
                <a:latin typeface="Times New Roman" panose="02020603050405020304" pitchFamily="18" charset="0"/>
                <a:cs typeface="Times New Roman" panose="02020603050405020304" pitchFamily="18" charset="0"/>
              </a:rPr>
              <a:t>        #20 a = 1; </a:t>
            </a:r>
          </a:p>
          <a:p>
            <a:pPr marL="0" indent="0">
              <a:buNone/>
            </a:pPr>
            <a:r>
              <a:rPr lang="en-IN" sz="2000" dirty="0">
                <a:latin typeface="Times New Roman" panose="02020603050405020304" pitchFamily="18" charset="0"/>
                <a:cs typeface="Times New Roman" panose="02020603050405020304" pitchFamily="18" charset="0"/>
              </a:rPr>
              <a:t>        #10 b = 0; </a:t>
            </a:r>
          </a:p>
          <a:p>
            <a:pPr marL="0" indent="0">
              <a:buNone/>
            </a:pPr>
            <a:r>
              <a:rPr lang="en-IN" sz="2000" dirty="0">
                <a:latin typeface="Times New Roman" panose="02020603050405020304" pitchFamily="18" charset="0"/>
                <a:cs typeface="Times New Roman" panose="02020603050405020304" pitchFamily="18" charset="0"/>
              </a:rPr>
              <a:t>        #40 $finish;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4284040310"/>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77FFB-8F20-D66E-0062-A0D2A2F71A4B}"/>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A39882DA-6438-C43C-39D3-08B5DC879325}"/>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 implication with a fixed delay on the consequent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signal “a” is high on a given positive clock edge, then signal “b” should be high after 2 clock cycles.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##2 b;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27D0399-B6E9-5D96-EBED-3780B0E63503}"/>
              </a:ext>
            </a:extLst>
          </p:cNvPr>
          <p:cNvSpPr>
            <a:spLocks noGrp="1"/>
          </p:cNvSpPr>
          <p:nvPr>
            <p:ph type="dt" sz="half" idx="10"/>
          </p:nvPr>
        </p:nvSpPr>
        <p:spPr/>
        <p:txBody>
          <a:bodyPr/>
          <a:lstStyle/>
          <a:p>
            <a:fld id="{A3527365-FE1D-4018-8D0B-CBBF27F92622}" type="datetime1">
              <a:rPr lang="en-IN" smtClean="0"/>
              <a:pPr/>
              <a:t>31-10-2025</a:t>
            </a:fld>
            <a:endParaRPr lang="en-IN"/>
          </a:p>
        </p:txBody>
      </p:sp>
      <p:sp>
        <p:nvSpPr>
          <p:cNvPr id="5" name="Footer Placeholder 4">
            <a:extLst>
              <a:ext uri="{FF2B5EF4-FFF2-40B4-BE49-F238E27FC236}">
                <a16:creationId xmlns:a16="http://schemas.microsoft.com/office/drawing/2014/main" id="{317CF7D0-7A51-4501-1357-4CD41502364D}"/>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F5A34959-2D50-7478-7993-44CA3714A4A2}"/>
              </a:ext>
            </a:extLst>
          </p:cNvPr>
          <p:cNvSpPr>
            <a:spLocks noGrp="1"/>
          </p:cNvSpPr>
          <p:nvPr>
            <p:ph type="sldNum" sz="quarter" idx="12"/>
          </p:nvPr>
        </p:nvSpPr>
        <p:spPr/>
        <p:txBody>
          <a:bodyPr/>
          <a:lstStyle/>
          <a:p>
            <a:fld id="{56BB8B7D-B437-4E80-9B4F-EB7501C8BBDD}" type="slidenum">
              <a:rPr lang="en-IN" smtClean="0"/>
              <a:pPr/>
              <a:t>304</a:t>
            </a:fld>
            <a:endParaRPr lang="en-IN"/>
          </a:p>
        </p:txBody>
      </p:sp>
    </p:spTree>
    <p:extLst>
      <p:ext uri="{BB962C8B-B14F-4D97-AF65-F5344CB8AC3E}">
        <p14:creationId xmlns:p14="http://schemas.microsoft.com/office/powerpoint/2010/main" val="185585671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D6E4C-4BD3-E7C7-8461-4E623C09555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B3B196BB-76DE-2115-5E6B-38BE075E45DB}"/>
              </a:ext>
            </a:extLst>
          </p:cNvPr>
          <p:cNvSpPr>
            <a:spLocks noGrp="1"/>
          </p:cNvSpPr>
          <p:nvPr>
            <p:ph idx="1"/>
          </p:nvPr>
        </p:nvSpPr>
        <p:spPr>
          <a:xfrm>
            <a:off x="1175501" y="915998"/>
            <a:ext cx="5155096"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b;</a:t>
            </a:r>
          </a:p>
          <a:p>
            <a:pPr marL="0" indent="0">
              <a:buNone/>
            </a:pPr>
            <a:r>
              <a:rPr lang="en-IN" sz="2000" dirty="0">
                <a:latin typeface="Times New Roman" panose="02020603050405020304" pitchFamily="18" charset="0"/>
                <a:cs typeface="Times New Roman" panose="02020603050405020304" pitchFamily="18" charset="0"/>
              </a:rPr>
              <a:t>    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property p;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|-&gt;##2 b;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r>
              <a:rPr lang="en-IN"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a_1 : assert property(p) $display(" time : %0t assert </a:t>
            </a:r>
            <a:r>
              <a:rPr lang="en-US" sz="2000" dirty="0" err="1">
                <a:latin typeface="Times New Roman" panose="02020603050405020304" pitchFamily="18" charset="0"/>
                <a:cs typeface="Times New Roman" panose="02020603050405020304" pitchFamily="18" charset="0"/>
              </a:rPr>
              <a:t>passed",$time</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else $warning("Assertion failed at : %0t: 'a' was not followed by 'b' after 2 cycles!",$time);</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D616E74-1E78-7177-E1D7-06D259BBC044}"/>
              </a:ext>
            </a:extLst>
          </p:cNvPr>
          <p:cNvSpPr>
            <a:spLocks noGrp="1"/>
          </p:cNvSpPr>
          <p:nvPr>
            <p:ph type="dt" sz="half" idx="10"/>
          </p:nvPr>
        </p:nvSpPr>
        <p:spPr/>
        <p:txBody>
          <a:bodyPr/>
          <a:lstStyle/>
          <a:p>
            <a:fld id="{30D12FFE-9ACA-4365-A6C9-D74F08F1B6C4}" type="datetime1">
              <a:rPr lang="en-IN" smtClean="0"/>
              <a:pPr/>
              <a:t>31-10-2025</a:t>
            </a:fld>
            <a:endParaRPr lang="en-IN"/>
          </a:p>
        </p:txBody>
      </p:sp>
      <p:sp>
        <p:nvSpPr>
          <p:cNvPr id="6" name="Footer Placeholder 5">
            <a:extLst>
              <a:ext uri="{FF2B5EF4-FFF2-40B4-BE49-F238E27FC236}">
                <a16:creationId xmlns:a16="http://schemas.microsoft.com/office/drawing/2014/main" id="{28440989-E4BE-083A-BFC0-0C902EBD162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36D81DE-CA5D-D201-06A4-DFFD6BA308C2}"/>
              </a:ext>
            </a:extLst>
          </p:cNvPr>
          <p:cNvSpPr>
            <a:spLocks noGrp="1"/>
          </p:cNvSpPr>
          <p:nvPr>
            <p:ph type="sldNum" sz="quarter" idx="12"/>
          </p:nvPr>
        </p:nvSpPr>
        <p:spPr/>
        <p:txBody>
          <a:bodyPr/>
          <a:lstStyle/>
          <a:p>
            <a:fld id="{56BB8B7D-B437-4E80-9B4F-EB7501C8BBDD}" type="slidenum">
              <a:rPr lang="en-IN" smtClean="0"/>
              <a:pPr/>
              <a:t>305</a:t>
            </a:fld>
            <a:endParaRPr lang="en-IN"/>
          </a:p>
        </p:txBody>
      </p:sp>
      <p:sp>
        <p:nvSpPr>
          <p:cNvPr id="4" name="TextBox 3">
            <a:extLst>
              <a:ext uri="{FF2B5EF4-FFF2-40B4-BE49-F238E27FC236}">
                <a16:creationId xmlns:a16="http://schemas.microsoft.com/office/drawing/2014/main" id="{0E8BE4C9-D4AB-32A6-FA40-8436C59CD1B6}"/>
              </a:ext>
            </a:extLst>
          </p:cNvPr>
          <p:cNvSpPr txBox="1"/>
          <p:nvPr/>
        </p:nvSpPr>
        <p:spPr>
          <a:xfrm>
            <a:off x="6330597" y="915998"/>
            <a:ext cx="5446643" cy="4708981"/>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 %0t | A: %b | B: %b", $time, a,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assertion_waveform.vcd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assertion_example</a:t>
            </a:r>
            <a:r>
              <a:rPr lang="en-IN" sz="2000" dirty="0">
                <a:latin typeface="Times New Roman" panose="02020603050405020304" pitchFamily="18" charset="0"/>
                <a:cs typeface="Times New Roman" panose="02020603050405020304" pitchFamily="18" charset="0"/>
              </a:rPr>
              <a:t>);</a:t>
            </a:r>
          </a:p>
          <a:p>
            <a:pPr marL="0" indent="0">
              <a:buNone/>
            </a:pPr>
            <a:r>
              <a:rPr lang="pt-BR" sz="2000" dirty="0">
                <a:latin typeface="Times New Roman" panose="02020603050405020304" pitchFamily="18" charset="0"/>
                <a:cs typeface="Times New Roman" panose="02020603050405020304" pitchFamily="18" charset="0"/>
              </a:rPr>
              <a:t> clk = 0;</a:t>
            </a:r>
          </a:p>
          <a:p>
            <a:pPr marL="0" indent="0">
              <a:buNone/>
            </a:pPr>
            <a:r>
              <a:rPr lang="pt-BR" sz="2000" dirty="0">
                <a:latin typeface="Times New Roman" panose="02020603050405020304" pitchFamily="18" charset="0"/>
                <a:cs typeface="Times New Roman" panose="02020603050405020304" pitchFamily="18" charset="0"/>
              </a:rPr>
              <a:t>        a = 0; b = 0;</a:t>
            </a:r>
          </a:p>
          <a:p>
            <a:pPr marL="0" indent="0">
              <a:buNone/>
            </a:pPr>
            <a:r>
              <a:rPr lang="pt-BR" sz="2000" dirty="0">
                <a:latin typeface="Times New Roman" panose="02020603050405020304" pitchFamily="18" charset="0"/>
                <a:cs typeface="Times New Roman" panose="02020603050405020304" pitchFamily="18" charset="0"/>
              </a:rPr>
              <a:t>        #10 a = 1; b=0; </a:t>
            </a:r>
          </a:p>
          <a:p>
            <a:pPr marL="0" indent="0">
              <a:buNone/>
            </a:pPr>
            <a:r>
              <a:rPr lang="pt-BR" sz="2000" dirty="0">
                <a:latin typeface="Times New Roman" panose="02020603050405020304" pitchFamily="18" charset="0"/>
                <a:cs typeface="Times New Roman" panose="02020603050405020304" pitchFamily="18" charset="0"/>
              </a:rPr>
              <a:t>        #10 a=1;  #20 b = 1;</a:t>
            </a:r>
          </a:p>
          <a:p>
            <a:pPr marL="0" indent="0">
              <a:buNone/>
            </a:pPr>
            <a:r>
              <a:rPr lang="pt-BR" sz="2000" dirty="0">
                <a:latin typeface="Times New Roman" panose="02020603050405020304" pitchFamily="18" charset="0"/>
                <a:cs typeface="Times New Roman" panose="02020603050405020304" pitchFamily="18" charset="0"/>
              </a:rPr>
              <a:t>        #20 a = 0;#40 b = 0;</a:t>
            </a:r>
          </a:p>
          <a:p>
            <a:pPr marL="0" indent="0">
              <a:buNone/>
            </a:pPr>
            <a:r>
              <a:rPr lang="pt-BR" sz="2000" dirty="0">
                <a:latin typeface="Times New Roman" panose="02020603050405020304" pitchFamily="18" charset="0"/>
                <a:cs typeface="Times New Roman" panose="02020603050405020304" pitchFamily="18" charset="0"/>
              </a:rPr>
              <a:t>      #10 a=1; #20 a=0;</a:t>
            </a:r>
          </a:p>
          <a:p>
            <a:pPr marL="0" indent="0">
              <a:buNone/>
            </a:pPr>
            <a:r>
              <a:rPr lang="pt-BR" sz="2000" dirty="0">
                <a:latin typeface="Times New Roman" panose="02020603050405020304" pitchFamily="18" charset="0"/>
                <a:cs typeface="Times New Roman" panose="02020603050405020304" pitchFamily="18" charset="0"/>
              </a:rPr>
              <a:t>      #10 b=1;</a:t>
            </a:r>
          </a:p>
          <a:p>
            <a:pPr marL="0" indent="0">
              <a:buNone/>
            </a:pPr>
            <a:r>
              <a:rPr lang="pt-BR" sz="2000" dirty="0">
                <a:latin typeface="Times New Roman" panose="02020603050405020304" pitchFamily="18" charset="0"/>
                <a:cs typeface="Times New Roman" panose="02020603050405020304" pitchFamily="18" charset="0"/>
              </a:rPr>
              <a:t>      #20 b=0;</a:t>
            </a:r>
            <a:r>
              <a:rPr lang="en-IN" sz="2000" dirty="0">
                <a:latin typeface="Times New Roman" panose="02020603050405020304" pitchFamily="18" charset="0"/>
                <a:cs typeface="Times New Roman" panose="02020603050405020304" pitchFamily="18" charset="0"/>
              </a:rPr>
              <a:t>        #60 $finish;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129439479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CCA5-CF28-BE2C-8EB2-B468B11C527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72AEA027-26DF-C4B2-5A85-26185F3D472E}"/>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The implication with a sequence as an antecedent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the sequence seq_1 is true on a given positive edge of the clock, then start checking the seq_2 (“d” should be low, 2 clock cycles after seq_1 is true).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seq_1; </a:t>
            </a:r>
          </a:p>
          <a:p>
            <a:pPr marL="857250" lvl="2" indent="0">
              <a:buNone/>
            </a:pPr>
            <a:r>
              <a:rPr lang="en-US" dirty="0">
                <a:latin typeface="Times New Roman" panose="02020603050405020304" pitchFamily="18" charset="0"/>
                <a:cs typeface="Times New Roman" panose="02020603050405020304" pitchFamily="18" charset="0"/>
              </a:rPr>
              <a:t>(a &amp;&amp; b) ##1 c; </a:t>
            </a:r>
          </a:p>
          <a:p>
            <a:pPr marL="857250" lvl="2" indent="0">
              <a:buNone/>
            </a:pP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a:p>
            <a:pPr marL="857250" lvl="2" indent="0">
              <a:buNone/>
            </a:pPr>
            <a:r>
              <a:rPr lang="en-US" dirty="0">
                <a:latin typeface="Times New Roman" panose="02020603050405020304" pitchFamily="18" charset="0"/>
                <a:cs typeface="Times New Roman" panose="02020603050405020304" pitchFamily="18" charset="0"/>
              </a:rPr>
              <a:t>sequence seq_2; </a:t>
            </a:r>
          </a:p>
          <a:p>
            <a:pPr marL="857250" lvl="2" indent="0">
              <a:buNone/>
            </a:pPr>
            <a:r>
              <a:rPr lang="en-US" dirty="0">
                <a:latin typeface="Times New Roman" panose="02020603050405020304" pitchFamily="18" charset="0"/>
                <a:cs typeface="Times New Roman" panose="02020603050405020304" pitchFamily="18" charset="0"/>
              </a:rPr>
              <a:t>##2 !d; </a:t>
            </a:r>
          </a:p>
          <a:p>
            <a:pPr marL="857250" lvl="2" indent="0">
              <a:buNone/>
            </a:pP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33A62F0E-0240-DA9B-CD59-08E5E3633FFB}"/>
              </a:ext>
            </a:extLst>
          </p:cNvPr>
          <p:cNvSpPr>
            <a:spLocks noGrp="1"/>
          </p:cNvSpPr>
          <p:nvPr>
            <p:ph type="dt" sz="half" idx="10"/>
          </p:nvPr>
        </p:nvSpPr>
        <p:spPr/>
        <p:txBody>
          <a:bodyPr/>
          <a:lstStyle/>
          <a:p>
            <a:fld id="{AAE282A3-5501-4372-B5D3-3500A0AB3608}" type="datetime1">
              <a:rPr lang="en-IN" smtClean="0"/>
              <a:pPr/>
              <a:t>31-10-2025</a:t>
            </a:fld>
            <a:endParaRPr lang="en-IN"/>
          </a:p>
        </p:txBody>
      </p:sp>
      <p:sp>
        <p:nvSpPr>
          <p:cNvPr id="6" name="Footer Placeholder 5">
            <a:extLst>
              <a:ext uri="{FF2B5EF4-FFF2-40B4-BE49-F238E27FC236}">
                <a16:creationId xmlns:a16="http://schemas.microsoft.com/office/drawing/2014/main" id="{93E7C481-53B4-1706-22F7-96B87B630559}"/>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6B552FE-BA8B-7E64-FECE-86B6F4D38936}"/>
              </a:ext>
            </a:extLst>
          </p:cNvPr>
          <p:cNvSpPr>
            <a:spLocks noGrp="1"/>
          </p:cNvSpPr>
          <p:nvPr>
            <p:ph type="sldNum" sz="quarter" idx="12"/>
          </p:nvPr>
        </p:nvSpPr>
        <p:spPr/>
        <p:txBody>
          <a:bodyPr/>
          <a:lstStyle/>
          <a:p>
            <a:fld id="{56BB8B7D-B437-4E80-9B4F-EB7501C8BBDD}" type="slidenum">
              <a:rPr lang="en-IN" smtClean="0"/>
              <a:pPr/>
              <a:t>306</a:t>
            </a:fld>
            <a:endParaRPr lang="en-IN"/>
          </a:p>
        </p:txBody>
      </p:sp>
      <p:sp>
        <p:nvSpPr>
          <p:cNvPr id="4" name="TextBox 3">
            <a:extLst>
              <a:ext uri="{FF2B5EF4-FFF2-40B4-BE49-F238E27FC236}">
                <a16:creationId xmlns:a16="http://schemas.microsoft.com/office/drawing/2014/main" id="{4A6566DE-8A26-39C9-308E-A7A53B14A82F}"/>
              </a:ext>
            </a:extLst>
          </p:cNvPr>
          <p:cNvSpPr txBox="1"/>
          <p:nvPr/>
        </p:nvSpPr>
        <p:spPr>
          <a:xfrm>
            <a:off x="5178287" y="3215554"/>
            <a:ext cx="5158409" cy="1569660"/>
          </a:xfrm>
          <a:prstGeom prst="rect">
            <a:avLst/>
          </a:prstGeom>
          <a:noFill/>
        </p:spPr>
        <p:txBody>
          <a:bodyPr wrap="square" rtlCol="0">
            <a:spAutoFit/>
          </a:bodyPr>
          <a:lstStyle/>
          <a:p>
            <a:pPr marL="857250" lvl="2" indent="0">
              <a:buNone/>
            </a:pPr>
            <a:r>
              <a:rPr lang="en-US" sz="2400" dirty="0">
                <a:latin typeface="Times New Roman" panose="02020603050405020304" pitchFamily="18" charset="0"/>
                <a:cs typeface="Times New Roman" panose="02020603050405020304" pitchFamily="18" charset="0"/>
              </a:rPr>
              <a:t>property p; </a:t>
            </a:r>
          </a:p>
          <a:p>
            <a:pPr marL="857250" lvl="2"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seq_1 |-&gt; seq_2; </a:t>
            </a:r>
          </a:p>
          <a:p>
            <a:pPr marL="857250" lvl="2" indent="0">
              <a:buNone/>
            </a:pPr>
            <a:r>
              <a:rPr lang="en-US" sz="2400" dirty="0" err="1">
                <a:latin typeface="Times New Roman" panose="02020603050405020304" pitchFamily="18" charset="0"/>
                <a:cs typeface="Times New Roman" panose="02020603050405020304" pitchFamily="18" charset="0"/>
              </a:rPr>
              <a:t>endpeoperty</a:t>
            </a:r>
            <a:r>
              <a:rPr lang="en-US" sz="2400" dirty="0">
                <a:latin typeface="Times New Roman" panose="02020603050405020304" pitchFamily="18" charset="0"/>
                <a:cs typeface="Times New Roman" panose="02020603050405020304" pitchFamily="18" charset="0"/>
              </a:rPr>
              <a:t> </a:t>
            </a:r>
          </a:p>
          <a:p>
            <a:pPr marL="857250" lvl="2" indent="0">
              <a:buNone/>
            </a:pPr>
            <a:r>
              <a:rPr lang="en-US" sz="2400" dirty="0">
                <a:latin typeface="Times New Roman" panose="02020603050405020304" pitchFamily="18" charset="0"/>
                <a:cs typeface="Times New Roman" panose="02020603050405020304" pitchFamily="18" charset="0"/>
              </a:rPr>
              <a:t>a: assert property(p);</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21270"/>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1B56-87A6-D7E2-AEDB-1521DCCAFD5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58E85445-EFC9-616C-04CB-1EF9428A5A63}"/>
              </a:ext>
            </a:extLst>
          </p:cNvPr>
          <p:cNvSpPr>
            <a:spLocks noGrp="1"/>
          </p:cNvSpPr>
          <p:nvPr>
            <p:ph idx="1"/>
          </p:nvPr>
        </p:nvSpPr>
        <p:spPr>
          <a:xfrm>
            <a:off x="1102977" y="895305"/>
            <a:ext cx="4996070" cy="5605669"/>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sequence_implication_example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b, c, d;</a:t>
            </a:r>
          </a:p>
          <a:p>
            <a:pPr marL="0" indent="0">
              <a:buNone/>
            </a:pPr>
            <a:r>
              <a:rPr lang="en-IN" sz="2000" dirty="0">
                <a:latin typeface="Times New Roman" panose="02020603050405020304" pitchFamily="18" charset="0"/>
                <a:cs typeface="Times New Roman" panose="02020603050405020304" pitchFamily="18" charset="0"/>
              </a:rPr>
              <a:t>    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sequence seq_1;</a:t>
            </a:r>
          </a:p>
          <a:p>
            <a:pPr marL="0" indent="0">
              <a:buNone/>
            </a:pPr>
            <a:r>
              <a:rPr lang="en-IN" sz="2000" dirty="0">
                <a:latin typeface="Times New Roman" panose="02020603050405020304" pitchFamily="18" charset="0"/>
                <a:cs typeface="Times New Roman" panose="02020603050405020304" pitchFamily="18" charset="0"/>
              </a:rPr>
              <a:t>        (a &amp;&amp; b) ##1 c;</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endsequence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sequence seq_2;</a:t>
            </a:r>
          </a:p>
          <a:p>
            <a:pPr marL="0" indent="0">
              <a:buNone/>
            </a:pPr>
            <a:r>
              <a:rPr lang="en-IN" sz="2000" dirty="0">
                <a:latin typeface="Times New Roman" panose="02020603050405020304" pitchFamily="18" charset="0"/>
                <a:cs typeface="Times New Roman" panose="02020603050405020304" pitchFamily="18" charset="0"/>
              </a:rPr>
              <a:t>        ##2 !d;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endsequence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seq_1 |-&gt; seq_2;</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a1: assert property(p)</a:t>
            </a:r>
          </a:p>
          <a:p>
            <a:pPr marL="0" indent="0">
              <a:buNone/>
            </a:pPr>
            <a:r>
              <a:rPr lang="en-IN" sz="2000" dirty="0">
                <a:latin typeface="Times New Roman" panose="02020603050405020304" pitchFamily="18" charset="0"/>
                <a:cs typeface="Times New Roman" panose="02020603050405020304" pitchFamily="18" charset="0"/>
              </a:rPr>
              <a:t>        else $warning("Assertion failed: seq_1 was true, but seq_2 was not true!"); </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CC586D4-87C2-B8CB-E2D2-235B62C95A3D}"/>
              </a:ext>
            </a:extLst>
          </p:cNvPr>
          <p:cNvSpPr>
            <a:spLocks noGrp="1"/>
          </p:cNvSpPr>
          <p:nvPr>
            <p:ph type="dt" sz="half" idx="10"/>
          </p:nvPr>
        </p:nvSpPr>
        <p:spPr/>
        <p:txBody>
          <a:bodyPr/>
          <a:lstStyle/>
          <a:p>
            <a:fld id="{F9D0DD0B-788B-4F81-A9E7-0398A554DCDF}" type="datetime1">
              <a:rPr lang="en-IN" smtClean="0"/>
              <a:pPr/>
              <a:t>31-10-2025</a:t>
            </a:fld>
            <a:endParaRPr lang="en-IN"/>
          </a:p>
        </p:txBody>
      </p:sp>
      <p:sp>
        <p:nvSpPr>
          <p:cNvPr id="6" name="Footer Placeholder 5">
            <a:extLst>
              <a:ext uri="{FF2B5EF4-FFF2-40B4-BE49-F238E27FC236}">
                <a16:creationId xmlns:a16="http://schemas.microsoft.com/office/drawing/2014/main" id="{B6D6395E-8F9C-3061-85E8-E6584E1D918F}"/>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B7C3856-A7CC-EDA7-6C60-28DAAA87924F}"/>
              </a:ext>
            </a:extLst>
          </p:cNvPr>
          <p:cNvSpPr>
            <a:spLocks noGrp="1"/>
          </p:cNvSpPr>
          <p:nvPr>
            <p:ph type="sldNum" sz="quarter" idx="12"/>
          </p:nvPr>
        </p:nvSpPr>
        <p:spPr/>
        <p:txBody>
          <a:bodyPr/>
          <a:lstStyle/>
          <a:p>
            <a:fld id="{56BB8B7D-B437-4E80-9B4F-EB7501C8BBDD}" type="slidenum">
              <a:rPr lang="en-IN" smtClean="0"/>
              <a:pPr/>
              <a:t>307</a:t>
            </a:fld>
            <a:endParaRPr lang="en-IN"/>
          </a:p>
        </p:txBody>
      </p:sp>
      <p:sp>
        <p:nvSpPr>
          <p:cNvPr id="4" name="TextBox 3">
            <a:extLst>
              <a:ext uri="{FF2B5EF4-FFF2-40B4-BE49-F238E27FC236}">
                <a16:creationId xmlns:a16="http://schemas.microsoft.com/office/drawing/2014/main" id="{D8C4089A-078D-85F1-8A75-D4CF3C1AB360}"/>
              </a:ext>
            </a:extLst>
          </p:cNvPr>
          <p:cNvSpPr txBox="1"/>
          <p:nvPr/>
        </p:nvSpPr>
        <p:spPr>
          <a:xfrm>
            <a:off x="6454647" y="895305"/>
            <a:ext cx="5377070" cy="532453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initial begin</a:t>
            </a:r>
          </a:p>
          <a:p>
            <a:pPr marL="0" indent="0">
              <a:buNone/>
            </a:pPr>
            <a:r>
              <a:rPr lang="en-IN" sz="2000" dirty="0">
                <a:latin typeface="Times New Roman" panose="02020603050405020304" pitchFamily="18" charset="0"/>
                <a:cs typeface="Times New Roman" panose="02020603050405020304" pitchFamily="18" charset="0"/>
              </a:rPr>
              <a:t>        $monitor("Time: %0t | A: %b | B: %b | C: %b | D: %b", $time, a, b, c, 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sequence_implication.vcd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 </a:t>
            </a:r>
            <a:r>
              <a:rPr lang="en-IN" sz="2000" dirty="0" err="1">
                <a:latin typeface="Times New Roman" panose="02020603050405020304" pitchFamily="18" charset="0"/>
                <a:cs typeface="Times New Roman" panose="02020603050405020304" pitchFamily="18" charset="0"/>
              </a:rPr>
              <a:t>sequence_implication_example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a = 0; b = 0; c = 0; d = 0;</a:t>
            </a:r>
          </a:p>
          <a:p>
            <a:pPr marL="0" indent="0">
              <a:buNone/>
            </a:pPr>
            <a:r>
              <a:rPr lang="en-IN" sz="2000" dirty="0">
                <a:latin typeface="Times New Roman" panose="02020603050405020304" pitchFamily="18" charset="0"/>
                <a:cs typeface="Times New Roman" panose="02020603050405020304" pitchFamily="18" charset="0"/>
              </a:rPr>
              <a:t>        #10 a = 1; b = 1; </a:t>
            </a:r>
          </a:p>
          <a:p>
            <a:pPr marL="0" indent="0">
              <a:buNone/>
            </a:pPr>
            <a:r>
              <a:rPr lang="en-IN" sz="2000" dirty="0">
                <a:latin typeface="Times New Roman" panose="02020603050405020304" pitchFamily="18" charset="0"/>
                <a:cs typeface="Times New Roman" panose="02020603050405020304" pitchFamily="18" charset="0"/>
              </a:rPr>
              <a:t>        #10 c = 1;        </a:t>
            </a:r>
          </a:p>
          <a:p>
            <a:pPr marL="0" indent="0">
              <a:buNone/>
            </a:pPr>
            <a:r>
              <a:rPr lang="en-IN" sz="2000" dirty="0">
                <a:latin typeface="Times New Roman" panose="02020603050405020304" pitchFamily="18" charset="0"/>
                <a:cs typeface="Times New Roman" panose="02020603050405020304" pitchFamily="18" charset="0"/>
              </a:rPr>
              <a:t>        #20 d = 0;        </a:t>
            </a:r>
          </a:p>
          <a:p>
            <a:pPr marL="0" indent="0">
              <a:buNone/>
            </a:pPr>
            <a:r>
              <a:rPr lang="en-IN" sz="2000" dirty="0">
                <a:latin typeface="Times New Roman" panose="02020603050405020304" pitchFamily="18" charset="0"/>
                <a:cs typeface="Times New Roman" panose="02020603050405020304" pitchFamily="18" charset="0"/>
              </a:rPr>
              <a:t>        #20 a = 1; b = 1; </a:t>
            </a:r>
          </a:p>
          <a:p>
            <a:pPr marL="0" indent="0">
              <a:buNone/>
            </a:pPr>
            <a:r>
              <a:rPr lang="en-IN" sz="2000" dirty="0">
                <a:latin typeface="Times New Roman" panose="02020603050405020304" pitchFamily="18" charset="0"/>
                <a:cs typeface="Times New Roman" panose="02020603050405020304" pitchFamily="18" charset="0"/>
              </a:rPr>
              <a:t>        #10 c = 1;        </a:t>
            </a:r>
          </a:p>
          <a:p>
            <a:pPr marL="0" indent="0">
              <a:buNone/>
            </a:pPr>
            <a:r>
              <a:rPr lang="en-IN" sz="2000" dirty="0">
                <a:latin typeface="Times New Roman" panose="02020603050405020304" pitchFamily="18" charset="0"/>
                <a:cs typeface="Times New Roman" panose="02020603050405020304" pitchFamily="18" charset="0"/>
              </a:rPr>
              <a:t>        #20 d = 1;        </a:t>
            </a:r>
          </a:p>
          <a:p>
            <a:pPr marL="0" indent="0">
              <a:buNone/>
            </a:pPr>
            <a:r>
              <a:rPr lang="en-IN" sz="2000" dirty="0">
                <a:latin typeface="Times New Roman" panose="02020603050405020304" pitchFamily="18" charset="0"/>
                <a:cs typeface="Times New Roman" panose="02020603050405020304" pitchFamily="18" charset="0"/>
              </a:rPr>
              <a:t>        #60 $finish;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96292213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A5A04-DDA9-479F-61F7-7F1E5E6A995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BAD19241-1F84-F46E-A714-3965AEA8D018}"/>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Timing windows in SVA Checkers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signal “a” is high on a given positive clock edge, then within 1 to 4 clock cycles, the signal “b” should be high.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##[1:4] b;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E0AEAD7-D8E0-8149-F498-F02B177532A4}"/>
              </a:ext>
            </a:extLst>
          </p:cNvPr>
          <p:cNvSpPr>
            <a:spLocks noGrp="1"/>
          </p:cNvSpPr>
          <p:nvPr>
            <p:ph type="dt" sz="half" idx="10"/>
          </p:nvPr>
        </p:nvSpPr>
        <p:spPr/>
        <p:txBody>
          <a:bodyPr/>
          <a:lstStyle/>
          <a:p>
            <a:fld id="{4C943676-7C91-477E-9151-719C8565BFE9}" type="datetime1">
              <a:rPr lang="en-IN" smtClean="0"/>
              <a:pPr/>
              <a:t>31-10-2025</a:t>
            </a:fld>
            <a:endParaRPr lang="en-IN"/>
          </a:p>
        </p:txBody>
      </p:sp>
      <p:sp>
        <p:nvSpPr>
          <p:cNvPr id="5" name="Footer Placeholder 4">
            <a:extLst>
              <a:ext uri="{FF2B5EF4-FFF2-40B4-BE49-F238E27FC236}">
                <a16:creationId xmlns:a16="http://schemas.microsoft.com/office/drawing/2014/main" id="{BA554E72-A9F2-DF1A-4BC7-3C49547B3353}"/>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EC0EF3C-6C10-B0EE-6AD8-E58949315A09}"/>
              </a:ext>
            </a:extLst>
          </p:cNvPr>
          <p:cNvSpPr>
            <a:spLocks noGrp="1"/>
          </p:cNvSpPr>
          <p:nvPr>
            <p:ph type="sldNum" sz="quarter" idx="12"/>
          </p:nvPr>
        </p:nvSpPr>
        <p:spPr/>
        <p:txBody>
          <a:bodyPr/>
          <a:lstStyle/>
          <a:p>
            <a:fld id="{56BB8B7D-B437-4E80-9B4F-EB7501C8BBDD}" type="slidenum">
              <a:rPr lang="en-IN" smtClean="0"/>
              <a:pPr/>
              <a:t>308</a:t>
            </a:fld>
            <a:endParaRPr lang="en-IN"/>
          </a:p>
        </p:txBody>
      </p:sp>
    </p:spTree>
    <p:extLst>
      <p:ext uri="{BB962C8B-B14F-4D97-AF65-F5344CB8AC3E}">
        <p14:creationId xmlns:p14="http://schemas.microsoft.com/office/powerpoint/2010/main" val="424976433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A09D5-FF8B-2ED5-F5C1-9EBB6C20FF9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49ADA9C-3D17-A564-94DD-8CE49B093139}"/>
              </a:ext>
            </a:extLst>
          </p:cNvPr>
          <p:cNvSpPr>
            <a:spLocks noGrp="1"/>
          </p:cNvSpPr>
          <p:nvPr>
            <p:ph idx="1"/>
          </p:nvPr>
        </p:nvSpPr>
        <p:spPr>
          <a:xfrm>
            <a:off x="761958" y="915998"/>
            <a:ext cx="5562600" cy="4525963"/>
          </a:xfrm>
        </p:spPr>
        <p:txBody>
          <a:bodyPr>
            <a:normAutofit fontScale="85000" lnSpcReduction="2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implication_timing_window_example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a:t>
            </a:r>
          </a:p>
          <a:p>
            <a:pPr marL="0" indent="0">
              <a:buNone/>
            </a:pPr>
            <a:r>
              <a:rPr lang="en-IN" sz="2000" dirty="0">
                <a:latin typeface="Times New Roman" panose="02020603050405020304" pitchFamily="18" charset="0"/>
                <a:cs typeface="Times New Roman" panose="02020603050405020304" pitchFamily="18" charset="0"/>
              </a:rPr>
              <a:t>    logic b;</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##[1:4] b;</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(p)</a:t>
            </a:r>
          </a:p>
          <a:p>
            <a:pPr marL="0" indent="0">
              <a:buNone/>
            </a:pPr>
            <a:r>
              <a:rPr lang="en-IN" sz="2000" dirty="0">
                <a:latin typeface="Times New Roman" panose="02020603050405020304" pitchFamily="18" charset="0"/>
                <a:cs typeface="Times New Roman" panose="02020603050405020304" pitchFamily="18" charset="0"/>
              </a:rPr>
              <a:t>        else $warning("Assertion failed: 'b' did not go high within 1 to 4 clock cycles after 'a' was high.");</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202E34AA-90A7-A559-672E-EDF635A865FE}"/>
              </a:ext>
            </a:extLst>
          </p:cNvPr>
          <p:cNvSpPr>
            <a:spLocks noGrp="1"/>
          </p:cNvSpPr>
          <p:nvPr>
            <p:ph type="dt" sz="half" idx="10"/>
          </p:nvPr>
        </p:nvSpPr>
        <p:spPr/>
        <p:txBody>
          <a:bodyPr/>
          <a:lstStyle/>
          <a:p>
            <a:fld id="{1FE1485F-184E-4862-9FFF-0C27ADB60BB5}" type="datetime1">
              <a:rPr lang="en-IN" smtClean="0"/>
              <a:pPr/>
              <a:t>31-10-2025</a:t>
            </a:fld>
            <a:endParaRPr lang="en-IN"/>
          </a:p>
        </p:txBody>
      </p:sp>
      <p:sp>
        <p:nvSpPr>
          <p:cNvPr id="6" name="Footer Placeholder 5">
            <a:extLst>
              <a:ext uri="{FF2B5EF4-FFF2-40B4-BE49-F238E27FC236}">
                <a16:creationId xmlns:a16="http://schemas.microsoft.com/office/drawing/2014/main" id="{E4F326FE-1EB0-5D8E-E119-65BC447BD336}"/>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8072414-0360-A590-6F5A-7172FE0ABFBD}"/>
              </a:ext>
            </a:extLst>
          </p:cNvPr>
          <p:cNvSpPr>
            <a:spLocks noGrp="1"/>
          </p:cNvSpPr>
          <p:nvPr>
            <p:ph type="sldNum" sz="quarter" idx="12"/>
          </p:nvPr>
        </p:nvSpPr>
        <p:spPr/>
        <p:txBody>
          <a:bodyPr/>
          <a:lstStyle/>
          <a:p>
            <a:fld id="{56BB8B7D-B437-4E80-9B4F-EB7501C8BBDD}" type="slidenum">
              <a:rPr lang="en-IN" smtClean="0"/>
              <a:pPr/>
              <a:t>309</a:t>
            </a:fld>
            <a:endParaRPr lang="en-IN"/>
          </a:p>
        </p:txBody>
      </p:sp>
      <p:sp>
        <p:nvSpPr>
          <p:cNvPr id="4" name="TextBox 3">
            <a:extLst>
              <a:ext uri="{FF2B5EF4-FFF2-40B4-BE49-F238E27FC236}">
                <a16:creationId xmlns:a16="http://schemas.microsoft.com/office/drawing/2014/main" id="{98BCEA83-065E-7BCA-8A2B-B5D91BAD1B39}"/>
              </a:ext>
            </a:extLst>
          </p:cNvPr>
          <p:cNvSpPr txBox="1"/>
          <p:nvPr/>
        </p:nvSpPr>
        <p:spPr>
          <a:xfrm>
            <a:off x="6324558" y="915998"/>
            <a:ext cx="5655365" cy="4801314"/>
          </a:xfrm>
          <a:prstGeom prst="rect">
            <a:avLst/>
          </a:prstGeom>
          <a:noFill/>
        </p:spPr>
        <p:txBody>
          <a:bodyPr wrap="square" rtlCol="0">
            <a:spAutoFit/>
          </a:bodyPr>
          <a:lstStyle/>
          <a:p>
            <a:pPr marL="0" indent="0">
              <a:buNone/>
            </a:pPr>
            <a:r>
              <a:rPr lang="en-IN" sz="1800" dirty="0">
                <a:latin typeface="Times New Roman" panose="02020603050405020304" pitchFamily="18" charset="0"/>
                <a:cs typeface="Times New Roman" panose="02020603050405020304" pitchFamily="18" charset="0"/>
              </a:rPr>
              <a:t>initial begin</a:t>
            </a:r>
          </a:p>
          <a:p>
            <a:pPr marL="0" indent="0">
              <a:buNone/>
            </a:pPr>
            <a:r>
              <a:rPr lang="en-IN" sz="1800" dirty="0">
                <a:latin typeface="Times New Roman" panose="02020603050405020304" pitchFamily="18" charset="0"/>
                <a:cs typeface="Times New Roman" panose="02020603050405020304" pitchFamily="18" charset="0"/>
              </a:rPr>
              <a:t>      $monitor("CLK:%b||A:%B||B:%b||",</a:t>
            </a:r>
            <a:r>
              <a:rPr lang="en-IN" sz="1800" dirty="0" err="1">
                <a:latin typeface="Times New Roman" panose="02020603050405020304" pitchFamily="18" charset="0"/>
                <a:cs typeface="Times New Roman" panose="02020603050405020304" pitchFamily="18" charset="0"/>
              </a:rPr>
              <a:t>clk,a,b</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dumpfile</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WAVEFORM.vcd</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dumpvars</a:t>
            </a:r>
            <a:r>
              <a:rPr lang="en-IN" sz="1800" dirty="0">
                <a:latin typeface="Times New Roman" panose="02020603050405020304" pitchFamily="18" charset="0"/>
                <a:cs typeface="Times New Roman" panose="02020603050405020304" pitchFamily="18" charset="0"/>
              </a:rPr>
              <a:t>(0,implication_timing_window_example);</a:t>
            </a:r>
          </a:p>
          <a:p>
            <a:pPr marL="0" indent="0">
              <a:buNone/>
            </a:pPr>
            <a:r>
              <a:rPr lang="en-IN" sz="1800" dirty="0">
                <a:latin typeface="Times New Roman" panose="02020603050405020304" pitchFamily="18" charset="0"/>
                <a:cs typeface="Times New Roman" panose="02020603050405020304" pitchFamily="18" charset="0"/>
              </a:rPr>
              <a:t>        a = 0;</a:t>
            </a:r>
          </a:p>
          <a:p>
            <a:pPr marL="0" indent="0">
              <a:buNone/>
            </a:pPr>
            <a:r>
              <a:rPr lang="en-IN" sz="1800" dirty="0">
                <a:latin typeface="Times New Roman" panose="02020603050405020304" pitchFamily="18" charset="0"/>
                <a:cs typeface="Times New Roman" panose="02020603050405020304" pitchFamily="18" charset="0"/>
              </a:rPr>
              <a:t>        b = 0;#15;</a:t>
            </a:r>
          </a:p>
          <a:p>
            <a:pPr marL="0" indent="0">
              <a:buNone/>
            </a:pPr>
            <a:r>
              <a:rPr lang="en-IN" sz="1800" dirty="0">
                <a:latin typeface="Times New Roman" panose="02020603050405020304" pitchFamily="18" charset="0"/>
                <a:cs typeface="Times New Roman" panose="02020603050405020304" pitchFamily="18" charset="0"/>
              </a:rPr>
              <a:t>        a = 1;#20;</a:t>
            </a:r>
          </a:p>
          <a:p>
            <a:pPr marL="0" indent="0">
              <a:buNone/>
            </a:pPr>
            <a:r>
              <a:rPr lang="en-IN" sz="1800" dirty="0">
                <a:latin typeface="Times New Roman" panose="02020603050405020304" pitchFamily="18" charset="0"/>
                <a:cs typeface="Times New Roman" panose="02020603050405020304" pitchFamily="18" charset="0"/>
              </a:rPr>
              <a:t>        a = 0; #30;</a:t>
            </a:r>
          </a:p>
          <a:p>
            <a:pPr marL="0" indent="0">
              <a:buNone/>
            </a:pPr>
            <a:r>
              <a:rPr lang="en-IN" sz="1800" dirty="0">
                <a:latin typeface="Times New Roman" panose="02020603050405020304" pitchFamily="18" charset="0"/>
                <a:cs typeface="Times New Roman" panose="02020603050405020304" pitchFamily="18" charset="0"/>
              </a:rPr>
              <a:t>        b = 1;#10;</a:t>
            </a:r>
          </a:p>
          <a:p>
            <a:pPr marL="0" indent="0">
              <a:buNone/>
            </a:pPr>
            <a:r>
              <a:rPr lang="en-IN" sz="1800" dirty="0">
                <a:latin typeface="Times New Roman" panose="02020603050405020304" pitchFamily="18" charset="0"/>
                <a:cs typeface="Times New Roman" panose="02020603050405020304" pitchFamily="18" charset="0"/>
              </a:rPr>
              <a:t>        b = 0; #25;</a:t>
            </a:r>
          </a:p>
          <a:p>
            <a:pPr marL="0" indent="0">
              <a:buNone/>
            </a:pPr>
            <a:r>
              <a:rPr lang="en-IN" sz="1800" dirty="0">
                <a:latin typeface="Times New Roman" panose="02020603050405020304" pitchFamily="18" charset="0"/>
                <a:cs typeface="Times New Roman" panose="02020603050405020304" pitchFamily="18" charset="0"/>
              </a:rPr>
              <a:t>        a = 1; #15;</a:t>
            </a:r>
          </a:p>
          <a:p>
            <a:pPr marL="0" indent="0">
              <a:buNone/>
            </a:pPr>
            <a:r>
              <a:rPr lang="en-IN" sz="1800" dirty="0">
                <a:latin typeface="Times New Roman" panose="02020603050405020304" pitchFamily="18" charset="0"/>
                <a:cs typeface="Times New Roman" panose="02020603050405020304" pitchFamily="18" charset="0"/>
              </a:rPr>
              <a:t>         b=1; a = 0; #50;</a:t>
            </a:r>
          </a:p>
          <a:p>
            <a:pPr marL="0" indent="0">
              <a:buNone/>
            </a:pPr>
            <a:r>
              <a:rPr lang="en-IN" sz="1800" dirty="0">
                <a:latin typeface="Times New Roman" panose="02020603050405020304" pitchFamily="18" charset="0"/>
                <a:cs typeface="Times New Roman" panose="02020603050405020304" pitchFamily="18" charset="0"/>
              </a:rPr>
              <a:t>  #10; a = 0;</a:t>
            </a:r>
          </a:p>
          <a:p>
            <a:pPr marL="0" indent="0">
              <a:buNone/>
            </a:pPr>
            <a:r>
              <a:rPr lang="en-IN" sz="1800" dirty="0">
                <a:latin typeface="Times New Roman" panose="02020603050405020304" pitchFamily="18" charset="0"/>
                <a:cs typeface="Times New Roman" panose="02020603050405020304" pitchFamily="18" charset="0"/>
              </a:rPr>
              <a:t>        #20;b = 1;</a:t>
            </a:r>
          </a:p>
          <a:p>
            <a:pPr marL="0" indent="0">
              <a:buNone/>
            </a:pPr>
            <a:r>
              <a:rPr lang="en-IN" sz="1800" dirty="0">
                <a:latin typeface="Times New Roman" panose="02020603050405020304" pitchFamily="18" charset="0"/>
                <a:cs typeface="Times New Roman" panose="02020603050405020304" pitchFamily="18" charset="0"/>
              </a:rPr>
              <a:t>        #10; b = 0; #100 $finish;</a:t>
            </a:r>
          </a:p>
          <a:p>
            <a:pPr marL="0" indent="0">
              <a:buNone/>
            </a:pPr>
            <a:r>
              <a:rPr lang="en-IN" sz="1800" dirty="0">
                <a:latin typeface="Times New Roman" panose="02020603050405020304" pitchFamily="18" charset="0"/>
                <a:cs typeface="Times New Roman" panose="02020603050405020304" pitchFamily="18" charset="0"/>
              </a:rPr>
              <a:t>    end</a:t>
            </a:r>
          </a:p>
          <a:p>
            <a:pPr marL="0" indent="0">
              <a:buNone/>
            </a:pPr>
            <a:r>
              <a:rPr lang="en-IN" sz="1800" dirty="0" err="1">
                <a:latin typeface="Times New Roman" panose="02020603050405020304" pitchFamily="18" charset="0"/>
                <a:cs typeface="Times New Roman" panose="02020603050405020304" pitchFamily="18" charset="0"/>
              </a:rPr>
              <a:t>endmodule</a:t>
            </a:r>
            <a:endParaRPr lang="en-IN" dirty="0"/>
          </a:p>
        </p:txBody>
      </p:sp>
    </p:spTree>
    <p:extLst>
      <p:ext uri="{BB962C8B-B14F-4D97-AF65-F5344CB8AC3E}">
        <p14:creationId xmlns:p14="http://schemas.microsoft.com/office/powerpoint/2010/main" val="3912670474"/>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D6B1-930A-F220-B7A6-B524815333B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A672A07B-B89A-7B74-8E55-CD4A0662CD9F}"/>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Indefinite timing window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upper limit of the timing window specified in the right-hand side can be defined with a “$” sign which implies that there is no upper bound for timing.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is called the “eventuality” operator. The checker will keep checking for a match until the end of the simulation.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if signal “a” is high on a given positive clock edge, then signal “b” will be high eventually starting from the next clock cycle. </a:t>
            </a:r>
          </a:p>
          <a:p>
            <a:pPr lvl="2">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##[1:$] b;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40E6433-F6AA-E1CB-5C7D-BFD66E5B455D}"/>
              </a:ext>
            </a:extLst>
          </p:cNvPr>
          <p:cNvSpPr>
            <a:spLocks noGrp="1"/>
          </p:cNvSpPr>
          <p:nvPr>
            <p:ph type="dt" sz="half" idx="10"/>
          </p:nvPr>
        </p:nvSpPr>
        <p:spPr/>
        <p:txBody>
          <a:bodyPr/>
          <a:lstStyle/>
          <a:p>
            <a:fld id="{05BE392A-A85B-46B0-A7E5-32ED3D9A9E12}" type="datetime1">
              <a:rPr lang="en-IN" smtClean="0"/>
              <a:pPr/>
              <a:t>31-10-2025</a:t>
            </a:fld>
            <a:endParaRPr lang="en-IN"/>
          </a:p>
        </p:txBody>
      </p:sp>
      <p:sp>
        <p:nvSpPr>
          <p:cNvPr id="5" name="Footer Placeholder 4">
            <a:extLst>
              <a:ext uri="{FF2B5EF4-FFF2-40B4-BE49-F238E27FC236}">
                <a16:creationId xmlns:a16="http://schemas.microsoft.com/office/drawing/2014/main" id="{52E6A1D4-524F-78C0-56EF-01B277822DFF}"/>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97721BDC-A33A-9654-8FFF-DC9BE9C57B25}"/>
              </a:ext>
            </a:extLst>
          </p:cNvPr>
          <p:cNvSpPr>
            <a:spLocks noGrp="1"/>
          </p:cNvSpPr>
          <p:nvPr>
            <p:ph type="sldNum" sz="quarter" idx="12"/>
          </p:nvPr>
        </p:nvSpPr>
        <p:spPr/>
        <p:txBody>
          <a:bodyPr/>
          <a:lstStyle/>
          <a:p>
            <a:fld id="{56BB8B7D-B437-4E80-9B4F-EB7501C8BBDD}" type="slidenum">
              <a:rPr lang="en-IN" smtClean="0"/>
              <a:pPr/>
              <a:t>310</a:t>
            </a:fld>
            <a:endParaRPr lang="en-IN"/>
          </a:p>
        </p:txBody>
      </p:sp>
    </p:spTree>
    <p:extLst>
      <p:ext uri="{BB962C8B-B14F-4D97-AF65-F5344CB8AC3E}">
        <p14:creationId xmlns:p14="http://schemas.microsoft.com/office/powerpoint/2010/main" val="856804841"/>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90EB-E1F9-B90D-2480-1A369B8A2509}"/>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13DBE492-D68B-DA7E-2A95-B3174611E3E3}"/>
              </a:ext>
            </a:extLst>
          </p:cNvPr>
          <p:cNvSpPr>
            <a:spLocks noGrp="1"/>
          </p:cNvSpPr>
          <p:nvPr>
            <p:ph idx="1"/>
          </p:nvPr>
        </p:nvSpPr>
        <p:spPr>
          <a:xfrm>
            <a:off x="652039" y="768454"/>
            <a:ext cx="10972800" cy="5321092"/>
          </a:xfrm>
        </p:spPr>
        <p:txBody>
          <a:bodyPr>
            <a:normAutofit lnSpcReduction="10000"/>
          </a:bodyPr>
          <a:lstStyle/>
          <a:p>
            <a:pPr>
              <a:buFont typeface="Wingdings" panose="05000000000000000000" pitchFamily="2" charset="2"/>
              <a:buChar char="§"/>
            </a:pP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Repetition Operators </a:t>
            </a: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above property checks that, if the signal “a” is high on given </a:t>
            </a:r>
            <a:r>
              <a:rPr lang="en-US" sz="2400" dirty="0" err="1">
                <a:latin typeface="Times New Roman" panose="02020603050405020304" pitchFamily="18" charset="0"/>
                <a:cs typeface="Times New Roman" panose="02020603050405020304" pitchFamily="18" charset="0"/>
              </a:rPr>
              <a:t>posedge</a:t>
            </a:r>
            <a:r>
              <a:rPr lang="en-US" sz="2400" dirty="0">
                <a:latin typeface="Times New Roman" panose="02020603050405020304" pitchFamily="18" charset="0"/>
                <a:cs typeface="Times New Roman" panose="02020603050405020304" pitchFamily="18" charset="0"/>
              </a:rPr>
              <a:t> of the clock, the signal “b” should be high for 3 consecutive clock cycles.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Consecutive repetition operator is used to specify that a signal or a sequence will match continuously for the number of clocks specified.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Syntax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signal [*n] or sequence [*n]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 is the number of repetitions.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888C8C-20CC-3078-AA66-A0DB96B7EA34}"/>
              </a:ext>
            </a:extLst>
          </p:cNvPr>
          <p:cNvSpPr>
            <a:spLocks noGrp="1"/>
          </p:cNvSpPr>
          <p:nvPr>
            <p:ph type="dt" sz="half" idx="10"/>
          </p:nvPr>
        </p:nvSpPr>
        <p:spPr/>
        <p:txBody>
          <a:bodyPr/>
          <a:lstStyle/>
          <a:p>
            <a:fld id="{EF105F75-5280-4563-BFA5-AB73EEA9D090}" type="datetime1">
              <a:rPr lang="en-IN" smtClean="0"/>
              <a:pPr/>
              <a:t>31-10-2025</a:t>
            </a:fld>
            <a:endParaRPr lang="en-IN"/>
          </a:p>
        </p:txBody>
      </p:sp>
      <p:sp>
        <p:nvSpPr>
          <p:cNvPr id="6" name="Footer Placeholder 5">
            <a:extLst>
              <a:ext uri="{FF2B5EF4-FFF2-40B4-BE49-F238E27FC236}">
                <a16:creationId xmlns:a16="http://schemas.microsoft.com/office/drawing/2014/main" id="{E0F08C80-7674-9862-3D1D-8D0E96397B31}"/>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381F585A-9BDD-D75D-7A59-7A5D0623FCF2}"/>
              </a:ext>
            </a:extLst>
          </p:cNvPr>
          <p:cNvSpPr>
            <a:spLocks noGrp="1"/>
          </p:cNvSpPr>
          <p:nvPr>
            <p:ph type="sldNum" sz="quarter" idx="12"/>
          </p:nvPr>
        </p:nvSpPr>
        <p:spPr/>
        <p:txBody>
          <a:bodyPr/>
          <a:lstStyle/>
          <a:p>
            <a:fld id="{56BB8B7D-B437-4E80-9B4F-EB7501C8BBDD}" type="slidenum">
              <a:rPr lang="en-IN" smtClean="0"/>
              <a:pPr/>
              <a:t>311</a:t>
            </a:fld>
            <a:endParaRPr lang="en-IN"/>
          </a:p>
        </p:txBody>
      </p:sp>
      <p:pic>
        <p:nvPicPr>
          <p:cNvPr id="5" name="Picture 4">
            <a:extLst>
              <a:ext uri="{FF2B5EF4-FFF2-40B4-BE49-F238E27FC236}">
                <a16:creationId xmlns:a16="http://schemas.microsoft.com/office/drawing/2014/main" id="{792F922B-2582-7F3B-998F-E64DE0D1296F}"/>
              </a:ext>
            </a:extLst>
          </p:cNvPr>
          <p:cNvPicPr>
            <a:picLocks noChangeAspect="1"/>
          </p:cNvPicPr>
          <p:nvPr/>
        </p:nvPicPr>
        <p:blipFill>
          <a:blip r:embed="rId3"/>
          <a:stretch>
            <a:fillRect/>
          </a:stretch>
        </p:blipFill>
        <p:spPr>
          <a:xfrm>
            <a:off x="2704038" y="1232910"/>
            <a:ext cx="6338348" cy="1602887"/>
          </a:xfrm>
          <a:prstGeom prst="rect">
            <a:avLst/>
          </a:prstGeom>
        </p:spPr>
      </p:pic>
    </p:spTree>
    <p:extLst>
      <p:ext uri="{BB962C8B-B14F-4D97-AF65-F5344CB8AC3E}">
        <p14:creationId xmlns:p14="http://schemas.microsoft.com/office/powerpoint/2010/main" val="267289208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C4ACC-3DF4-32DA-3C56-6B790C87676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0D9B61DE-27AB-FB36-D839-93AB3D94B144}"/>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with repetition operator above sequence can be re-written as,</a:t>
            </a:r>
          </a:p>
          <a:p>
            <a:pPr lvl="1">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3786A3E-21C3-468B-7C08-A5DB0CB735FF}"/>
              </a:ext>
            </a:extLst>
          </p:cNvPr>
          <p:cNvSpPr>
            <a:spLocks noGrp="1"/>
          </p:cNvSpPr>
          <p:nvPr>
            <p:ph type="dt" sz="half" idx="10"/>
          </p:nvPr>
        </p:nvSpPr>
        <p:spPr/>
        <p:txBody>
          <a:bodyPr/>
          <a:lstStyle/>
          <a:p>
            <a:fld id="{07D7B259-05E1-47FA-9407-78BB02CCE371}" type="datetime1">
              <a:rPr lang="en-IN" smtClean="0"/>
              <a:pPr/>
              <a:t>31-10-2025</a:t>
            </a:fld>
            <a:endParaRPr lang="en-IN"/>
          </a:p>
        </p:txBody>
      </p:sp>
      <p:sp>
        <p:nvSpPr>
          <p:cNvPr id="6" name="Footer Placeholder 5">
            <a:extLst>
              <a:ext uri="{FF2B5EF4-FFF2-40B4-BE49-F238E27FC236}">
                <a16:creationId xmlns:a16="http://schemas.microsoft.com/office/drawing/2014/main" id="{139442CA-5633-265B-C7D6-D6706AE7B188}"/>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CF542E76-90EC-A166-8C60-1552DB9DC9EA}"/>
              </a:ext>
            </a:extLst>
          </p:cNvPr>
          <p:cNvSpPr>
            <a:spLocks noGrp="1"/>
          </p:cNvSpPr>
          <p:nvPr>
            <p:ph type="sldNum" sz="quarter" idx="12"/>
          </p:nvPr>
        </p:nvSpPr>
        <p:spPr/>
        <p:txBody>
          <a:bodyPr/>
          <a:lstStyle/>
          <a:p>
            <a:fld id="{56BB8B7D-B437-4E80-9B4F-EB7501C8BBDD}" type="slidenum">
              <a:rPr lang="en-IN" smtClean="0"/>
              <a:pPr/>
              <a:t>312</a:t>
            </a:fld>
            <a:endParaRPr lang="en-IN"/>
          </a:p>
        </p:txBody>
      </p:sp>
      <p:pic>
        <p:nvPicPr>
          <p:cNvPr id="5" name="Picture 4">
            <a:extLst>
              <a:ext uri="{FF2B5EF4-FFF2-40B4-BE49-F238E27FC236}">
                <a16:creationId xmlns:a16="http://schemas.microsoft.com/office/drawing/2014/main" id="{262BE7E2-F997-D3EE-54CE-84F4DB02DCD5}"/>
              </a:ext>
            </a:extLst>
          </p:cNvPr>
          <p:cNvPicPr>
            <a:picLocks noChangeAspect="1"/>
          </p:cNvPicPr>
          <p:nvPr/>
        </p:nvPicPr>
        <p:blipFill>
          <a:blip r:embed="rId2"/>
          <a:stretch>
            <a:fillRect/>
          </a:stretch>
        </p:blipFill>
        <p:spPr>
          <a:xfrm>
            <a:off x="2780983" y="2528565"/>
            <a:ext cx="7004405" cy="2127350"/>
          </a:xfrm>
          <a:prstGeom prst="rect">
            <a:avLst/>
          </a:prstGeom>
        </p:spPr>
      </p:pic>
    </p:spTree>
    <p:extLst>
      <p:ext uri="{BB962C8B-B14F-4D97-AF65-F5344CB8AC3E}">
        <p14:creationId xmlns:p14="http://schemas.microsoft.com/office/powerpoint/2010/main" val="229731796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2DD5-F462-F49C-5A98-695CA47EC98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27A9BCF7-3151-461E-15D9-4BB833E78411}"/>
              </a:ext>
            </a:extLst>
          </p:cNvPr>
          <p:cNvSpPr>
            <a:spLocks noGrp="1"/>
          </p:cNvSpPr>
          <p:nvPr>
            <p:ph idx="1"/>
          </p:nvPr>
        </p:nvSpPr>
        <p:spPr>
          <a:xfrm>
            <a:off x="1040002" y="995509"/>
            <a:ext cx="5363817" cy="5360848"/>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repetation_implication_example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a:t>
            </a:r>
          </a:p>
          <a:p>
            <a:pPr marL="0" indent="0">
              <a:buNone/>
            </a:pPr>
            <a:r>
              <a:rPr lang="en-IN" sz="2000" dirty="0">
                <a:latin typeface="Times New Roman" panose="02020603050405020304" pitchFamily="18" charset="0"/>
                <a:cs typeface="Times New Roman" panose="02020603050405020304" pitchFamily="18" charset="0"/>
              </a:rPr>
              <a:t>    logic b;</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##1 b[*3];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(p)</a:t>
            </a:r>
          </a:p>
          <a:p>
            <a:pPr marL="0" indent="0">
              <a:buNone/>
            </a:pPr>
            <a:r>
              <a:rPr lang="en-IN" sz="2000" dirty="0">
                <a:latin typeface="Times New Roman" panose="02020603050405020304" pitchFamily="18" charset="0"/>
                <a:cs typeface="Times New Roman" panose="02020603050405020304" pitchFamily="18" charset="0"/>
              </a:rPr>
              <a:t>        else $warning("Assertion failed: 'b' was not high for 3 consecutive cycles after 'a' was high.");</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C14F02DC-01C9-6992-F3BF-8EABC3DF3501}"/>
              </a:ext>
            </a:extLst>
          </p:cNvPr>
          <p:cNvSpPr>
            <a:spLocks noGrp="1"/>
          </p:cNvSpPr>
          <p:nvPr>
            <p:ph type="dt" sz="half" idx="10"/>
          </p:nvPr>
        </p:nvSpPr>
        <p:spPr/>
        <p:txBody>
          <a:bodyPr/>
          <a:lstStyle/>
          <a:p>
            <a:fld id="{26E7BD76-F81A-42AA-9E18-7082DE088355}" type="datetime1">
              <a:rPr lang="en-IN" smtClean="0"/>
              <a:pPr/>
              <a:t>31-10-2025</a:t>
            </a:fld>
            <a:endParaRPr lang="en-IN"/>
          </a:p>
        </p:txBody>
      </p:sp>
      <p:sp>
        <p:nvSpPr>
          <p:cNvPr id="6" name="Footer Placeholder 5">
            <a:extLst>
              <a:ext uri="{FF2B5EF4-FFF2-40B4-BE49-F238E27FC236}">
                <a16:creationId xmlns:a16="http://schemas.microsoft.com/office/drawing/2014/main" id="{5B7927D1-6C27-411D-E7C8-DC5A3BBBB6BD}"/>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B3BF0AF4-8A0C-DC90-665C-2C3456B0956A}"/>
              </a:ext>
            </a:extLst>
          </p:cNvPr>
          <p:cNvSpPr>
            <a:spLocks noGrp="1"/>
          </p:cNvSpPr>
          <p:nvPr>
            <p:ph type="sldNum" sz="quarter" idx="12"/>
          </p:nvPr>
        </p:nvSpPr>
        <p:spPr/>
        <p:txBody>
          <a:bodyPr/>
          <a:lstStyle/>
          <a:p>
            <a:fld id="{56BB8B7D-B437-4E80-9B4F-EB7501C8BBDD}" type="slidenum">
              <a:rPr lang="en-IN" smtClean="0"/>
              <a:pPr/>
              <a:t>313</a:t>
            </a:fld>
            <a:endParaRPr lang="en-IN"/>
          </a:p>
        </p:txBody>
      </p:sp>
      <p:sp>
        <p:nvSpPr>
          <p:cNvPr id="4" name="TextBox 3">
            <a:extLst>
              <a:ext uri="{FF2B5EF4-FFF2-40B4-BE49-F238E27FC236}">
                <a16:creationId xmlns:a16="http://schemas.microsoft.com/office/drawing/2014/main" id="{44963D46-DDF2-ADEA-F1ED-23E60EB622F3}"/>
              </a:ext>
            </a:extLst>
          </p:cNvPr>
          <p:cNvSpPr txBox="1"/>
          <p:nvPr/>
        </p:nvSpPr>
        <p:spPr>
          <a:xfrm>
            <a:off x="6403819" y="1012702"/>
            <a:ext cx="5340626" cy="501675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$monitor("TIME:%0t||CLK :%b||A:%b|| B:%b|| ", $</a:t>
            </a:r>
            <a:r>
              <a:rPr lang="en-IN" sz="2000" dirty="0" err="1">
                <a:latin typeface="Times New Roman" panose="02020603050405020304" pitchFamily="18" charset="0"/>
                <a:cs typeface="Times New Roman" panose="02020603050405020304" pitchFamily="18" charset="0"/>
              </a:rPr>
              <a:t>time,clk,a,b</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(0,repetation_implication_example);</a:t>
            </a:r>
          </a:p>
          <a:p>
            <a:pPr marL="0" indent="0">
              <a:buNone/>
            </a:pPr>
            <a:r>
              <a:rPr lang="en-IN" sz="2000" dirty="0">
                <a:latin typeface="Times New Roman" panose="02020603050405020304" pitchFamily="18" charset="0"/>
                <a:cs typeface="Times New Roman" panose="02020603050405020304" pitchFamily="18" charset="0"/>
              </a:rPr>
              <a:t>        a = 0; b = 0; </a:t>
            </a:r>
          </a:p>
          <a:p>
            <a:pPr marL="0" indent="0">
              <a:buNone/>
            </a:pPr>
            <a:r>
              <a:rPr lang="en-IN" sz="2000" dirty="0">
                <a:latin typeface="Times New Roman" panose="02020603050405020304" pitchFamily="18" charset="0"/>
                <a:cs typeface="Times New Roman" panose="02020603050405020304" pitchFamily="18" charset="0"/>
              </a:rPr>
              <a:t>        #15;   a = 1; </a:t>
            </a:r>
          </a:p>
          <a:p>
            <a:pPr marL="0" indent="0">
              <a:buNone/>
            </a:pPr>
            <a:r>
              <a:rPr lang="en-IN" sz="2000" dirty="0">
                <a:latin typeface="Times New Roman" panose="02020603050405020304" pitchFamily="18" charset="0"/>
                <a:cs typeface="Times New Roman" panose="02020603050405020304" pitchFamily="18" charset="0"/>
              </a:rPr>
              <a:t>        #10;       b=1;  a = 0; </a:t>
            </a:r>
          </a:p>
          <a:p>
            <a:pPr marL="0" indent="0">
              <a:buNone/>
            </a:pPr>
            <a:r>
              <a:rPr lang="en-IN" sz="2000" dirty="0">
                <a:latin typeface="Times New Roman" panose="02020603050405020304" pitchFamily="18" charset="0"/>
                <a:cs typeface="Times New Roman" panose="02020603050405020304" pitchFamily="18" charset="0"/>
              </a:rPr>
              <a:t>        #10;  b = 1; #10;  b = 1;  #10;   b = 1; </a:t>
            </a:r>
          </a:p>
          <a:p>
            <a:pPr marL="0" indent="0">
              <a:buNone/>
            </a:pPr>
            <a:r>
              <a:rPr lang="en-IN" sz="2000" dirty="0">
                <a:latin typeface="Times New Roman" panose="02020603050405020304" pitchFamily="18" charset="0"/>
                <a:cs typeface="Times New Roman" panose="02020603050405020304" pitchFamily="18" charset="0"/>
              </a:rPr>
              <a:t>        #10; b = 0;  #15;  a = 1;  #10;  b=1; a = 0; </a:t>
            </a:r>
          </a:p>
          <a:p>
            <a:pPr marL="0" indent="0">
              <a:buNone/>
            </a:pPr>
            <a:r>
              <a:rPr lang="en-IN" sz="2000" dirty="0">
                <a:latin typeface="Times New Roman" panose="02020603050405020304" pitchFamily="18" charset="0"/>
                <a:cs typeface="Times New Roman" panose="02020603050405020304" pitchFamily="18" charset="0"/>
              </a:rPr>
              <a:t>        #10;  b = 1;  #10;  b = 0;  #10;   b = 1; </a:t>
            </a:r>
          </a:p>
          <a:p>
            <a:pPr marL="0" indent="0">
              <a:buNone/>
            </a:pPr>
            <a:r>
              <a:rPr lang="en-IN" sz="2000" dirty="0">
                <a:latin typeface="Times New Roman" panose="02020603050405020304" pitchFamily="18" charset="0"/>
                <a:cs typeface="Times New Roman" panose="02020603050405020304" pitchFamily="18" charset="0"/>
              </a:rPr>
              <a:t>        #10;  b = 0;        </a:t>
            </a:r>
          </a:p>
          <a:p>
            <a:pPr marL="0" indent="0">
              <a:buNone/>
            </a:pPr>
            <a:r>
              <a:rPr lang="en-IN" sz="2000" dirty="0">
                <a:latin typeface="Times New Roman" panose="02020603050405020304" pitchFamily="18" charset="0"/>
                <a:cs typeface="Times New Roman" panose="02020603050405020304" pitchFamily="18" charset="0"/>
              </a:rPr>
              <a:t>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28713716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8404-0B34-1553-F156-0E5ECDAE60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B2D650CC-E679-599E-D168-0833F6671078}"/>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Go to repetition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go-to repetition operator is used to specify that a signal will match the number of times specified not necessarily on continuous clock cycles.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signal [-&gt;n] </a:t>
            </a:r>
          </a:p>
          <a:p>
            <a:pPr marL="1371600" lvl="3" indent="0">
              <a:buNone/>
            </a:pPr>
            <a:r>
              <a:rPr lang="en-US" sz="2400"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a |-&gt; ##1 b[-&gt;3] ##1 c;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above property checks that, if the signal “a” is high on given </a:t>
            </a:r>
            <a:r>
              <a:rPr lang="en-US" sz="2400" dirty="0" err="1">
                <a:latin typeface="Times New Roman" panose="02020603050405020304" pitchFamily="18" charset="0"/>
                <a:cs typeface="Times New Roman" panose="02020603050405020304" pitchFamily="18" charset="0"/>
              </a:rPr>
              <a:t>posedge</a:t>
            </a:r>
            <a:r>
              <a:rPr lang="en-US" sz="2400" dirty="0">
                <a:latin typeface="Times New Roman" panose="02020603050405020304" pitchFamily="18" charset="0"/>
                <a:cs typeface="Times New Roman" panose="02020603050405020304" pitchFamily="18" charset="0"/>
              </a:rPr>
              <a:t> of the clock, the signal “b” should be high for 3 clock cycles followed by “c” should be high after ”b” is high for the third time.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2D3B1F6-03F3-7D0A-E1E3-C521AA28C442}"/>
              </a:ext>
            </a:extLst>
          </p:cNvPr>
          <p:cNvSpPr>
            <a:spLocks noGrp="1"/>
          </p:cNvSpPr>
          <p:nvPr>
            <p:ph type="dt" sz="half" idx="10"/>
          </p:nvPr>
        </p:nvSpPr>
        <p:spPr/>
        <p:txBody>
          <a:bodyPr/>
          <a:lstStyle/>
          <a:p>
            <a:fld id="{102BD4E3-0A92-441A-8801-3B1B11F74909}" type="datetime1">
              <a:rPr lang="en-IN" smtClean="0"/>
              <a:pPr/>
              <a:t>31-10-2025</a:t>
            </a:fld>
            <a:endParaRPr lang="en-IN"/>
          </a:p>
        </p:txBody>
      </p:sp>
      <p:sp>
        <p:nvSpPr>
          <p:cNvPr id="5" name="Footer Placeholder 4">
            <a:extLst>
              <a:ext uri="{FF2B5EF4-FFF2-40B4-BE49-F238E27FC236}">
                <a16:creationId xmlns:a16="http://schemas.microsoft.com/office/drawing/2014/main" id="{60A1224A-6EF9-7A7B-1214-BCD98CD3AB30}"/>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E9AE44BB-2710-916D-3171-9E6B47CAD4AB}"/>
              </a:ext>
            </a:extLst>
          </p:cNvPr>
          <p:cNvSpPr>
            <a:spLocks noGrp="1"/>
          </p:cNvSpPr>
          <p:nvPr>
            <p:ph type="sldNum" sz="quarter" idx="12"/>
          </p:nvPr>
        </p:nvSpPr>
        <p:spPr/>
        <p:txBody>
          <a:bodyPr/>
          <a:lstStyle/>
          <a:p>
            <a:fld id="{56BB8B7D-B437-4E80-9B4F-EB7501C8BBDD}" type="slidenum">
              <a:rPr lang="en-IN" smtClean="0"/>
              <a:pPr/>
              <a:t>314</a:t>
            </a:fld>
            <a:endParaRPr lang="en-IN"/>
          </a:p>
        </p:txBody>
      </p:sp>
    </p:spTree>
    <p:extLst>
      <p:ext uri="{BB962C8B-B14F-4D97-AF65-F5344CB8AC3E}">
        <p14:creationId xmlns:p14="http://schemas.microsoft.com/office/powerpoint/2010/main" val="90994051"/>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650A-87C3-1F23-03A2-133EFDA0341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D01F28E-3F66-40D8-899A-658677DDD144}"/>
              </a:ext>
            </a:extLst>
          </p:cNvPr>
          <p:cNvSpPr>
            <a:spLocks noGrp="1"/>
          </p:cNvSpPr>
          <p:nvPr>
            <p:ph idx="1"/>
          </p:nvPr>
        </p:nvSpPr>
        <p:spPr>
          <a:xfrm>
            <a:off x="1159146" y="1012702"/>
            <a:ext cx="4837043"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goto_repetition_example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logic a; logic b; logic c;</a:t>
            </a:r>
          </a:p>
          <a:p>
            <a:pPr marL="0" indent="0">
              <a:buNone/>
            </a:pPr>
            <a:r>
              <a:rPr lang="en-IN" sz="2000" dirty="0">
                <a:latin typeface="Times New Roman" panose="02020603050405020304" pitchFamily="18" charset="0"/>
                <a:cs typeface="Times New Roman" panose="02020603050405020304" pitchFamily="18" charset="0"/>
              </a:rPr>
              <a:t>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##1 b[-&gt;3] ##1 c;</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(p)</a:t>
            </a:r>
          </a:p>
          <a:p>
            <a:pPr marL="0" indent="0">
              <a:buNone/>
            </a:pPr>
            <a:r>
              <a:rPr lang="en-IN" sz="2000" dirty="0">
                <a:latin typeface="Times New Roman" panose="02020603050405020304" pitchFamily="18" charset="0"/>
                <a:cs typeface="Times New Roman" panose="02020603050405020304" pitchFamily="18" charset="0"/>
              </a:rPr>
              <a:t>        else $warning("Assertion failed: 'b' was not high 3 times followed by 'c'.");</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04BEE14D-6FA0-3E66-7EFE-BC6571355B6F}"/>
              </a:ext>
            </a:extLst>
          </p:cNvPr>
          <p:cNvSpPr>
            <a:spLocks noGrp="1"/>
          </p:cNvSpPr>
          <p:nvPr>
            <p:ph type="dt" sz="half" idx="10"/>
          </p:nvPr>
        </p:nvSpPr>
        <p:spPr/>
        <p:txBody>
          <a:bodyPr/>
          <a:lstStyle/>
          <a:p>
            <a:fld id="{32399858-D32A-4527-B039-C1EDD12A314F}" type="datetime1">
              <a:rPr lang="en-IN" smtClean="0"/>
              <a:pPr/>
              <a:t>31-10-2025</a:t>
            </a:fld>
            <a:endParaRPr lang="en-IN"/>
          </a:p>
        </p:txBody>
      </p:sp>
      <p:sp>
        <p:nvSpPr>
          <p:cNvPr id="6" name="Footer Placeholder 5">
            <a:extLst>
              <a:ext uri="{FF2B5EF4-FFF2-40B4-BE49-F238E27FC236}">
                <a16:creationId xmlns:a16="http://schemas.microsoft.com/office/drawing/2014/main" id="{3DD56DA5-E864-251C-1F9B-F2264312D0F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750F0BAB-339B-F3B6-0CEE-0539A1A06B85}"/>
              </a:ext>
            </a:extLst>
          </p:cNvPr>
          <p:cNvSpPr>
            <a:spLocks noGrp="1"/>
          </p:cNvSpPr>
          <p:nvPr>
            <p:ph type="sldNum" sz="quarter" idx="12"/>
          </p:nvPr>
        </p:nvSpPr>
        <p:spPr/>
        <p:txBody>
          <a:bodyPr/>
          <a:lstStyle/>
          <a:p>
            <a:fld id="{56BB8B7D-B437-4E80-9B4F-EB7501C8BBDD}" type="slidenum">
              <a:rPr lang="en-IN" smtClean="0"/>
              <a:pPr/>
              <a:t>315</a:t>
            </a:fld>
            <a:endParaRPr lang="en-IN"/>
          </a:p>
        </p:txBody>
      </p:sp>
      <p:sp>
        <p:nvSpPr>
          <p:cNvPr id="4" name="TextBox 3">
            <a:extLst>
              <a:ext uri="{FF2B5EF4-FFF2-40B4-BE49-F238E27FC236}">
                <a16:creationId xmlns:a16="http://schemas.microsoft.com/office/drawing/2014/main" id="{52560BAD-8E40-2681-8C5C-C92D5A184E0A}"/>
              </a:ext>
            </a:extLst>
          </p:cNvPr>
          <p:cNvSpPr txBox="1"/>
          <p:nvPr/>
        </p:nvSpPr>
        <p:spPr>
          <a:xfrm>
            <a:off x="5996189" y="1012702"/>
            <a:ext cx="5817704" cy="501675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 %0t|| CLK: %b|| A:%b|| B:%b||C:%b", $</a:t>
            </a:r>
            <a:r>
              <a:rPr lang="en-IN" sz="2000" dirty="0" err="1">
                <a:latin typeface="Times New Roman" panose="02020603050405020304" pitchFamily="18" charset="0"/>
                <a:cs typeface="Times New Roman" panose="02020603050405020304" pitchFamily="18" charset="0"/>
              </a:rPr>
              <a:t>time,clk,a,b,c</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(0,goto_repetition_example);  </a:t>
            </a:r>
          </a:p>
          <a:p>
            <a:pPr marL="0" indent="0">
              <a:buNone/>
            </a:pPr>
            <a:r>
              <a:rPr lang="en-IN" sz="2000" dirty="0">
                <a:latin typeface="Times New Roman" panose="02020603050405020304" pitchFamily="18" charset="0"/>
                <a:cs typeface="Times New Roman" panose="02020603050405020304" pitchFamily="18" charset="0"/>
              </a:rPr>
              <a:t>      a = 0;b = 0;c = 0;</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1;@(posedge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0;</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0;</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0;</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);c = 1;</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);c = 0;@(posedge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 = 1;</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 = 0;@(posedge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0;@(posedge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0;@(posedge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);c = 1;</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);c = 0;$</a:t>
            </a:r>
            <a:r>
              <a:rPr lang="en-IN" sz="2000" dirty="0" err="1">
                <a:latin typeface="Times New Roman" panose="02020603050405020304" pitchFamily="18" charset="0"/>
                <a:cs typeface="Times New Roman" panose="02020603050405020304" pitchFamily="18" charset="0"/>
              </a:rPr>
              <a:t>finish;end</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04357781"/>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A81EB-298D-E0E1-4991-7DFD33630934}"/>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85680248-0714-5DC7-D369-5D2FFEB33A83}"/>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Nonconsecutive repetition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is very similar to “go to” repetition except that it does not require that the last match on the signal repetition happens in the clock cycle before the end of the entire sequence matching. </a:t>
            </a:r>
          </a:p>
          <a:p>
            <a:pPr lvl="1">
              <a:buFont typeface="Wingdings" panose="05000000000000000000" pitchFamily="2" charset="2"/>
              <a:buChar char="Ø"/>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signal [=n]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Only expressions are allowed to repeat in “go to” and “nonconsecutive” repetitions. Sequences are not allowed.</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05444C3-B8BE-B756-8760-3A79B4BE2BBB}"/>
              </a:ext>
            </a:extLst>
          </p:cNvPr>
          <p:cNvSpPr>
            <a:spLocks noGrp="1"/>
          </p:cNvSpPr>
          <p:nvPr>
            <p:ph type="dt" sz="half" idx="10"/>
          </p:nvPr>
        </p:nvSpPr>
        <p:spPr/>
        <p:txBody>
          <a:bodyPr/>
          <a:lstStyle/>
          <a:p>
            <a:fld id="{FC9797A0-E39A-4498-A6EF-01F0103DE168}" type="datetime1">
              <a:rPr lang="en-IN" smtClean="0"/>
              <a:pPr/>
              <a:t>31-10-2025</a:t>
            </a:fld>
            <a:endParaRPr lang="en-IN"/>
          </a:p>
        </p:txBody>
      </p:sp>
      <p:sp>
        <p:nvSpPr>
          <p:cNvPr id="5" name="Footer Placeholder 4">
            <a:extLst>
              <a:ext uri="{FF2B5EF4-FFF2-40B4-BE49-F238E27FC236}">
                <a16:creationId xmlns:a16="http://schemas.microsoft.com/office/drawing/2014/main" id="{2F196B60-5F96-6896-CE6F-1E8A1CFEFA5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7F79430-72F6-E8CD-7DF1-122B477C1974}"/>
              </a:ext>
            </a:extLst>
          </p:cNvPr>
          <p:cNvSpPr>
            <a:spLocks noGrp="1"/>
          </p:cNvSpPr>
          <p:nvPr>
            <p:ph type="sldNum" sz="quarter" idx="12"/>
          </p:nvPr>
        </p:nvSpPr>
        <p:spPr/>
        <p:txBody>
          <a:bodyPr/>
          <a:lstStyle/>
          <a:p>
            <a:fld id="{56BB8B7D-B437-4E80-9B4F-EB7501C8BBDD}" type="slidenum">
              <a:rPr lang="en-IN" smtClean="0"/>
              <a:pPr/>
              <a:t>316</a:t>
            </a:fld>
            <a:endParaRPr lang="en-IN"/>
          </a:p>
        </p:txBody>
      </p:sp>
    </p:spTree>
    <p:extLst>
      <p:ext uri="{BB962C8B-B14F-4D97-AF65-F5344CB8AC3E}">
        <p14:creationId xmlns:p14="http://schemas.microsoft.com/office/powerpoint/2010/main" val="388293680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F2406-515C-F11C-B7CC-532578EDEDE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CB4AC67D-4C07-5C8C-7891-1C5C9CA32504}"/>
              </a:ext>
            </a:extLst>
          </p:cNvPr>
          <p:cNvSpPr>
            <a:spLocks noGrp="1"/>
          </p:cNvSpPr>
          <p:nvPr>
            <p:ph idx="1"/>
          </p:nvPr>
        </p:nvSpPr>
        <p:spPr>
          <a:xfrm>
            <a:off x="955359" y="1062600"/>
            <a:ext cx="5194852" cy="5456583"/>
          </a:xfrm>
        </p:spPr>
        <p:txBody>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nonconsecutive_repetition_example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a:t>
            </a:r>
          </a:p>
          <a:p>
            <a:pPr marL="0" indent="0">
              <a:buNone/>
            </a:pPr>
            <a:r>
              <a:rPr lang="en-IN" sz="2000" dirty="0">
                <a:latin typeface="Times New Roman" panose="02020603050405020304" pitchFamily="18" charset="0"/>
                <a:cs typeface="Times New Roman" panose="02020603050405020304" pitchFamily="18" charset="0"/>
              </a:rPr>
              <a:t>    logic b;</a:t>
            </a:r>
          </a:p>
          <a:p>
            <a:pPr marL="0" indent="0">
              <a:buNone/>
            </a:pPr>
            <a:r>
              <a:rPr lang="en-IN" sz="2000" dirty="0">
                <a:latin typeface="Times New Roman" panose="02020603050405020304" pitchFamily="18" charset="0"/>
                <a:cs typeface="Times New Roman" panose="02020603050405020304" pitchFamily="18" charset="0"/>
              </a:rPr>
              <a:t>    logic c;</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|-&gt; ##1 b[=3] ##1 c;</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(p)</a:t>
            </a:r>
          </a:p>
          <a:p>
            <a:pPr marL="0" indent="0">
              <a:buNone/>
            </a:pPr>
            <a:r>
              <a:rPr lang="en-IN" sz="2000" dirty="0">
                <a:latin typeface="Times New Roman" panose="02020603050405020304" pitchFamily="18" charset="0"/>
                <a:cs typeface="Times New Roman" panose="02020603050405020304" pitchFamily="18" charset="0"/>
              </a:rPr>
              <a:t>        else $warning("Assertion failed: 'b' was not high 3 times followed by 'c'.");</a:t>
            </a:r>
          </a:p>
        </p:txBody>
      </p:sp>
      <p:sp>
        <p:nvSpPr>
          <p:cNvPr id="5" name="Date Placeholder 4">
            <a:extLst>
              <a:ext uri="{FF2B5EF4-FFF2-40B4-BE49-F238E27FC236}">
                <a16:creationId xmlns:a16="http://schemas.microsoft.com/office/drawing/2014/main" id="{136F4E39-19E5-BB56-D160-CD820BE264E4}"/>
              </a:ext>
            </a:extLst>
          </p:cNvPr>
          <p:cNvSpPr>
            <a:spLocks noGrp="1"/>
          </p:cNvSpPr>
          <p:nvPr>
            <p:ph type="dt" sz="half" idx="10"/>
          </p:nvPr>
        </p:nvSpPr>
        <p:spPr/>
        <p:txBody>
          <a:bodyPr/>
          <a:lstStyle/>
          <a:p>
            <a:fld id="{08BFE0E4-D8E2-4B58-BF98-7C3AD21AF20F}" type="datetime1">
              <a:rPr lang="en-IN" smtClean="0"/>
              <a:pPr/>
              <a:t>31-10-2025</a:t>
            </a:fld>
            <a:endParaRPr lang="en-IN"/>
          </a:p>
        </p:txBody>
      </p:sp>
      <p:sp>
        <p:nvSpPr>
          <p:cNvPr id="6" name="Footer Placeholder 5">
            <a:extLst>
              <a:ext uri="{FF2B5EF4-FFF2-40B4-BE49-F238E27FC236}">
                <a16:creationId xmlns:a16="http://schemas.microsoft.com/office/drawing/2014/main" id="{B457A4FB-78D9-BF95-6631-EBA9AC3C0467}"/>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D9B01563-FB21-4939-6A5B-4CD00EE09C98}"/>
              </a:ext>
            </a:extLst>
          </p:cNvPr>
          <p:cNvSpPr>
            <a:spLocks noGrp="1"/>
          </p:cNvSpPr>
          <p:nvPr>
            <p:ph type="sldNum" sz="quarter" idx="12"/>
          </p:nvPr>
        </p:nvSpPr>
        <p:spPr/>
        <p:txBody>
          <a:bodyPr/>
          <a:lstStyle/>
          <a:p>
            <a:fld id="{56BB8B7D-B437-4E80-9B4F-EB7501C8BBDD}" type="slidenum">
              <a:rPr lang="en-IN" smtClean="0"/>
              <a:pPr/>
              <a:t>317</a:t>
            </a:fld>
            <a:endParaRPr lang="en-IN"/>
          </a:p>
        </p:txBody>
      </p:sp>
      <p:sp>
        <p:nvSpPr>
          <p:cNvPr id="4" name="TextBox 3">
            <a:extLst>
              <a:ext uri="{FF2B5EF4-FFF2-40B4-BE49-F238E27FC236}">
                <a16:creationId xmlns:a16="http://schemas.microsoft.com/office/drawing/2014/main" id="{C1DA6A83-7D79-24EB-1BBD-FBE0A004F798}"/>
              </a:ext>
            </a:extLst>
          </p:cNvPr>
          <p:cNvSpPr txBox="1"/>
          <p:nvPr/>
        </p:nvSpPr>
        <p:spPr>
          <a:xfrm>
            <a:off x="6292770" y="1062600"/>
            <a:ext cx="5486400" cy="529375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initial begin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$monitor("time: %0t|| CLK: %b|| A:%b|| B:%b||C:%b",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time,clk,a,b,c</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dumpfile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waveform.vcd</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dumpvars</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(0,goto_repetition_example);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 0;b = 0;c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 1;@(</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1;@(</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1;@(</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1;@(</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 = 0;@(</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 0;@(</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0;@(</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 = 0;@(</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posedge</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@(posedge </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clk</a:t>
            </a:r>
            <a:r>
              <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 = 0;$</a:t>
            </a: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finish;end</a:t>
            </a:r>
            <a:endParaRPr kumimoji="0" lang="en-I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endmodule</a:t>
            </a:r>
            <a:endParaRPr kumimoji="0" lang="en-IN" sz="2000" b="0" i="0" u="none" strike="noStrike" kern="1200" cap="none" spc="0" normalizeH="0" baseline="0" noProof="0" dirty="0">
              <a:ln>
                <a:noFill/>
              </a:ln>
              <a:solidFill>
                <a:prstClr val="black"/>
              </a:solidFill>
              <a:effectLst/>
              <a:uLnTx/>
              <a:uFillTx/>
              <a:latin typeface="Calibri"/>
              <a:ea typeface="+mn-ea"/>
              <a:cs typeface="+mn-cs"/>
            </a:endParaRPr>
          </a:p>
          <a:p>
            <a:endParaRPr lang="en-IN" dirty="0"/>
          </a:p>
        </p:txBody>
      </p:sp>
    </p:spTree>
    <p:extLst>
      <p:ext uri="{BB962C8B-B14F-4D97-AF65-F5344CB8AC3E}">
        <p14:creationId xmlns:p14="http://schemas.microsoft.com/office/powerpoint/2010/main" val="307421704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3E6D4-A9F6-23B5-6C6D-D297F457B33D}"/>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669971A2-4426-C55D-8E8D-F30984EE53B9}"/>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SVA Methods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$rose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$rose(</a:t>
            </a:r>
            <a:r>
              <a:rPr lang="en-US" dirty="0" err="1">
                <a:latin typeface="Times New Roman" panose="02020603050405020304" pitchFamily="18" charset="0"/>
                <a:cs typeface="Times New Roman" panose="02020603050405020304" pitchFamily="18" charset="0"/>
              </a:rPr>
              <a:t>boolean</a:t>
            </a:r>
            <a:r>
              <a:rPr lang="en-US" dirty="0">
                <a:latin typeface="Times New Roman" panose="02020603050405020304" pitchFamily="18" charset="0"/>
                <a:cs typeface="Times New Roman" panose="02020603050405020304" pitchFamily="18" charset="0"/>
              </a:rPr>
              <a:t> expression or signal name)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returns true if the least significant bit of the expression changed to 1. Otherwise, it returns false.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sequence </a:t>
            </a:r>
            <a:r>
              <a:rPr lang="en-US" dirty="0" err="1">
                <a:latin typeface="Times New Roman" panose="02020603050405020304" pitchFamily="18" charset="0"/>
                <a:cs typeface="Times New Roman" panose="02020603050405020304" pitchFamily="18" charset="0"/>
              </a:rPr>
              <a:t>seq_rose</a:t>
            </a:r>
            <a:r>
              <a:rPr lang="en-US"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$rose(a); </a:t>
            </a:r>
          </a:p>
          <a:p>
            <a:pPr marL="1371600" lvl="3" indent="0">
              <a:buNone/>
            </a:pPr>
            <a:r>
              <a:rPr lang="en-US" sz="2400" dirty="0" err="1">
                <a:latin typeface="Times New Roman" panose="02020603050405020304" pitchFamily="18" charset="0"/>
                <a:cs typeface="Times New Roman" panose="02020603050405020304" pitchFamily="18" charset="0"/>
              </a:rPr>
              <a:t>endsequence</a:t>
            </a:r>
            <a:r>
              <a:rPr lang="en-US" sz="2400" dirty="0">
                <a:latin typeface="Times New Roman" panose="02020603050405020304" pitchFamily="18" charset="0"/>
                <a:cs typeface="Times New Roman" panose="02020603050405020304" pitchFamily="18" charset="0"/>
              </a:rPr>
              <a:t>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Sequence </a:t>
            </a:r>
            <a:r>
              <a:rPr lang="en-US" dirty="0" err="1">
                <a:latin typeface="Times New Roman" panose="02020603050405020304" pitchFamily="18" charset="0"/>
                <a:cs typeface="Times New Roman" panose="02020603050405020304" pitchFamily="18" charset="0"/>
              </a:rPr>
              <a:t>seq_rose</a:t>
            </a:r>
            <a:r>
              <a:rPr lang="en-US" dirty="0">
                <a:latin typeface="Times New Roman" panose="02020603050405020304" pitchFamily="18" charset="0"/>
                <a:cs typeface="Times New Roman" panose="02020603050405020304" pitchFamily="18" charset="0"/>
              </a:rPr>
              <a:t> checks that the signal “a” transitions to a value of 1 on every positive edge of the clock. If the transition does not occur, the assertion will fail. </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F576C0C-3CC9-2FAC-1D5E-1AB7AF79969B}"/>
              </a:ext>
            </a:extLst>
          </p:cNvPr>
          <p:cNvSpPr>
            <a:spLocks noGrp="1"/>
          </p:cNvSpPr>
          <p:nvPr>
            <p:ph type="dt" sz="half" idx="10"/>
          </p:nvPr>
        </p:nvSpPr>
        <p:spPr/>
        <p:txBody>
          <a:bodyPr/>
          <a:lstStyle/>
          <a:p>
            <a:fld id="{58A4FAD8-2D33-4D7F-B2AA-2D4A75554EF8}" type="datetime1">
              <a:rPr lang="en-IN" smtClean="0"/>
              <a:pPr/>
              <a:t>31-10-2025</a:t>
            </a:fld>
            <a:endParaRPr lang="en-IN"/>
          </a:p>
        </p:txBody>
      </p:sp>
      <p:sp>
        <p:nvSpPr>
          <p:cNvPr id="5" name="Footer Placeholder 4">
            <a:extLst>
              <a:ext uri="{FF2B5EF4-FFF2-40B4-BE49-F238E27FC236}">
                <a16:creationId xmlns:a16="http://schemas.microsoft.com/office/drawing/2014/main" id="{CA7133C3-BB97-7BE6-56FF-A1BDB938C7F6}"/>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24B7C08A-D562-4B84-B82F-EE4CA11EA715}"/>
              </a:ext>
            </a:extLst>
          </p:cNvPr>
          <p:cNvSpPr>
            <a:spLocks noGrp="1"/>
          </p:cNvSpPr>
          <p:nvPr>
            <p:ph type="sldNum" sz="quarter" idx="12"/>
          </p:nvPr>
        </p:nvSpPr>
        <p:spPr/>
        <p:txBody>
          <a:bodyPr/>
          <a:lstStyle/>
          <a:p>
            <a:fld id="{56BB8B7D-B437-4E80-9B4F-EB7501C8BBDD}" type="slidenum">
              <a:rPr lang="en-IN" smtClean="0"/>
              <a:pPr/>
              <a:t>318</a:t>
            </a:fld>
            <a:endParaRPr lang="en-IN"/>
          </a:p>
        </p:txBody>
      </p:sp>
    </p:spTree>
    <p:extLst>
      <p:ext uri="{BB962C8B-B14F-4D97-AF65-F5344CB8AC3E}">
        <p14:creationId xmlns:p14="http://schemas.microsoft.com/office/powerpoint/2010/main" val="265931838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9C880-01FA-2012-CDA8-EA38883AB578}"/>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694115EC-CDF8-73B0-835A-B9AD3D99EEA2}"/>
              </a:ext>
            </a:extLst>
          </p:cNvPr>
          <p:cNvSpPr>
            <a:spLocks noGrp="1"/>
          </p:cNvSpPr>
          <p:nvPr>
            <p:ph idx="1"/>
          </p:nvPr>
        </p:nvSpPr>
        <p:spPr>
          <a:xfrm>
            <a:off x="1280931" y="874455"/>
            <a:ext cx="5125278"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tb; </a:t>
            </a:r>
          </a:p>
          <a:p>
            <a:pPr marL="0" indent="0">
              <a:buNone/>
            </a:pPr>
            <a:r>
              <a:rPr lang="en-IN" sz="2000" dirty="0">
                <a:latin typeface="Times New Roman" panose="02020603050405020304" pitchFamily="18" charset="0"/>
                <a:cs typeface="Times New Roman" panose="02020603050405020304" pitchFamily="18" charset="0"/>
              </a:rPr>
              <a:t>bit a; </a:t>
            </a:r>
          </a:p>
          <a:p>
            <a:pPr marL="0" indent="0">
              <a:buNone/>
            </a:pPr>
            <a:r>
              <a:rPr lang="en-IN" sz="2000" dirty="0">
                <a:latin typeface="Times New Roman" panose="02020603050405020304" pitchFamily="18" charset="0"/>
                <a:cs typeface="Times New Roman" panose="02020603050405020304" pitchFamily="18" charset="0"/>
              </a:rPr>
              <a:t>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sequence </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$rose(a); </a:t>
            </a:r>
          </a:p>
          <a:p>
            <a:pPr marL="0" indent="0">
              <a:buNone/>
            </a:pPr>
            <a:r>
              <a:rPr lang="en-IN" sz="2000" dirty="0" err="1">
                <a:latin typeface="Times New Roman" panose="02020603050405020304" pitchFamily="18" charset="0"/>
                <a:cs typeface="Times New Roman" panose="02020603050405020304" pitchFamily="18" charset="0"/>
              </a:rPr>
              <a:t>endsequence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assert property(</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else $warning("a is not changed to high at </a:t>
            </a:r>
            <a:r>
              <a:rPr lang="en-IN" sz="2000" dirty="0" err="1">
                <a:latin typeface="Times New Roman" panose="02020603050405020304" pitchFamily="18" charset="0"/>
                <a:cs typeface="Times New Roman" panose="02020603050405020304" pitchFamily="18" charset="0"/>
              </a:rPr>
              <a:t>posedge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cycle"); </a:t>
            </a:r>
          </a:p>
          <a:p>
            <a:pPr marL="0" indent="0">
              <a:buNone/>
            </a:pPr>
            <a:r>
              <a:rPr lang="en-IN" sz="2000" dirty="0">
                <a:latin typeface="Times New Roman" panose="02020603050405020304" pitchFamily="18" charset="0"/>
                <a:cs typeface="Times New Roman" panose="02020603050405020304" pitchFamily="18" charset="0"/>
              </a:rPr>
              <a:t>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(0,tb);</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BBBDB3C9-4BE1-EE83-951D-6CE7F008AEA4}"/>
              </a:ext>
            </a:extLst>
          </p:cNvPr>
          <p:cNvSpPr>
            <a:spLocks noGrp="1"/>
          </p:cNvSpPr>
          <p:nvPr>
            <p:ph type="dt" sz="half" idx="10"/>
          </p:nvPr>
        </p:nvSpPr>
        <p:spPr/>
        <p:txBody>
          <a:bodyPr/>
          <a:lstStyle/>
          <a:p>
            <a:fld id="{9C080A53-6F95-4541-B283-2582996DB662}" type="datetime1">
              <a:rPr lang="en-IN" smtClean="0"/>
              <a:pPr/>
              <a:t>31-10-2025</a:t>
            </a:fld>
            <a:endParaRPr lang="en-IN"/>
          </a:p>
        </p:txBody>
      </p:sp>
      <p:sp>
        <p:nvSpPr>
          <p:cNvPr id="6" name="Footer Placeholder 5">
            <a:extLst>
              <a:ext uri="{FF2B5EF4-FFF2-40B4-BE49-F238E27FC236}">
                <a16:creationId xmlns:a16="http://schemas.microsoft.com/office/drawing/2014/main" id="{254E8D56-7C6C-FA3A-7048-086AF00E71DA}"/>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9E261E5E-5B74-EEA8-F45E-7C0378C4AC0D}"/>
              </a:ext>
            </a:extLst>
          </p:cNvPr>
          <p:cNvSpPr>
            <a:spLocks noGrp="1"/>
          </p:cNvSpPr>
          <p:nvPr>
            <p:ph type="sldNum" sz="quarter" idx="12"/>
          </p:nvPr>
        </p:nvSpPr>
        <p:spPr/>
        <p:txBody>
          <a:bodyPr/>
          <a:lstStyle/>
          <a:p>
            <a:fld id="{56BB8B7D-B437-4E80-9B4F-EB7501C8BBDD}" type="slidenum">
              <a:rPr lang="en-IN" smtClean="0"/>
              <a:pPr/>
              <a:t>319</a:t>
            </a:fld>
            <a:endParaRPr lang="en-IN"/>
          </a:p>
        </p:txBody>
      </p:sp>
      <p:sp>
        <p:nvSpPr>
          <p:cNvPr id="4" name="TextBox 3">
            <a:extLst>
              <a:ext uri="{FF2B5EF4-FFF2-40B4-BE49-F238E27FC236}">
                <a16:creationId xmlns:a16="http://schemas.microsoft.com/office/drawing/2014/main" id="{3028F6D6-F48C-0798-0CE2-16A0E9C053F1}"/>
              </a:ext>
            </a:extLst>
          </p:cNvPr>
          <p:cNvSpPr txBox="1"/>
          <p:nvPr/>
        </p:nvSpPr>
        <p:spPr>
          <a:xfrm>
            <a:off x="6800253" y="874455"/>
            <a:ext cx="5569226"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for(int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=0;i&lt;10;i++)begin</a:t>
            </a:r>
          </a:p>
          <a:p>
            <a:pPr marL="0" indent="0">
              <a:buNone/>
            </a:pPr>
            <a:r>
              <a:rPr lang="en-IN" sz="2000" dirty="0">
                <a:latin typeface="Times New Roman" panose="02020603050405020304" pitchFamily="18" charset="0"/>
                <a:cs typeface="Times New Roman" panose="02020603050405020304" pitchFamily="18" charset="0"/>
              </a:rPr>
              <a:t> a = $random; </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$display("[%0t] a=%0d", $time, a);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#20 $finish;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92319452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648C2-ABC6-0D7E-AF7B-F4CE33F212A3}"/>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75CC9F34-D106-2D50-9E5C-3853C80C735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$fell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$fell(</a:t>
            </a:r>
            <a:r>
              <a:rPr lang="en-US" sz="2400" dirty="0" err="1">
                <a:latin typeface="Times New Roman" panose="02020603050405020304" pitchFamily="18" charset="0"/>
                <a:cs typeface="Times New Roman" panose="02020603050405020304" pitchFamily="18" charset="0"/>
              </a:rPr>
              <a:t>boolean</a:t>
            </a:r>
            <a:r>
              <a:rPr lang="en-US" sz="2400" dirty="0">
                <a:latin typeface="Times New Roman" panose="02020603050405020304" pitchFamily="18" charset="0"/>
                <a:cs typeface="Times New Roman" panose="02020603050405020304" pitchFamily="18" charset="0"/>
              </a:rPr>
              <a:t> expression or signal name)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returns true if the least significant bit of the expression changed to 0. Otherwise, it returns false.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a:t>
            </a:r>
            <a:r>
              <a:rPr lang="en-US" sz="2400" dirty="0" err="1">
                <a:latin typeface="Times New Roman" panose="02020603050405020304" pitchFamily="18" charset="0"/>
                <a:cs typeface="Times New Roman" panose="02020603050405020304" pitchFamily="18" charset="0"/>
              </a:rPr>
              <a:t>seq_fell</a:t>
            </a:r>
            <a:r>
              <a:rPr lang="en-US" sz="2400"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$fell(a); </a:t>
            </a:r>
          </a:p>
          <a:p>
            <a:pPr marL="914400" lvl="2" indent="0">
              <a:buNone/>
            </a:pP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a:t>
            </a:r>
            <a:r>
              <a:rPr lang="en-US" sz="2400" dirty="0" err="1">
                <a:latin typeface="Times New Roman" panose="02020603050405020304" pitchFamily="18" charset="0"/>
                <a:cs typeface="Times New Roman" panose="02020603050405020304" pitchFamily="18" charset="0"/>
              </a:rPr>
              <a:t>seq_fell</a:t>
            </a:r>
            <a:r>
              <a:rPr lang="en-US" sz="2400" dirty="0">
                <a:latin typeface="Times New Roman" panose="02020603050405020304" pitchFamily="18" charset="0"/>
                <a:cs typeface="Times New Roman" panose="02020603050405020304" pitchFamily="18" charset="0"/>
              </a:rPr>
              <a:t> checks that the signal “a” transitions to a value of 0 on every positive edge of the clock. If the transition does not occur, the assertion will fail.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D53E422-B317-D012-A145-961D07C4C127}"/>
              </a:ext>
            </a:extLst>
          </p:cNvPr>
          <p:cNvSpPr>
            <a:spLocks noGrp="1"/>
          </p:cNvSpPr>
          <p:nvPr>
            <p:ph type="dt" sz="half" idx="10"/>
          </p:nvPr>
        </p:nvSpPr>
        <p:spPr/>
        <p:txBody>
          <a:bodyPr/>
          <a:lstStyle/>
          <a:p>
            <a:fld id="{8C654B20-81C2-465D-B39D-76AD09E4DCF0}" type="datetime1">
              <a:rPr lang="en-IN" smtClean="0"/>
              <a:pPr/>
              <a:t>31-10-2025</a:t>
            </a:fld>
            <a:endParaRPr lang="en-IN"/>
          </a:p>
        </p:txBody>
      </p:sp>
      <p:sp>
        <p:nvSpPr>
          <p:cNvPr id="5" name="Footer Placeholder 4">
            <a:extLst>
              <a:ext uri="{FF2B5EF4-FFF2-40B4-BE49-F238E27FC236}">
                <a16:creationId xmlns:a16="http://schemas.microsoft.com/office/drawing/2014/main" id="{F9A67E46-25D6-A711-61D0-822B1CE5B81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CB7061B-0B5B-E5DF-37BE-DD68C484A95C}"/>
              </a:ext>
            </a:extLst>
          </p:cNvPr>
          <p:cNvSpPr>
            <a:spLocks noGrp="1"/>
          </p:cNvSpPr>
          <p:nvPr>
            <p:ph type="sldNum" sz="quarter" idx="12"/>
          </p:nvPr>
        </p:nvSpPr>
        <p:spPr/>
        <p:txBody>
          <a:bodyPr/>
          <a:lstStyle/>
          <a:p>
            <a:fld id="{56BB8B7D-B437-4E80-9B4F-EB7501C8BBDD}" type="slidenum">
              <a:rPr lang="en-IN" smtClean="0"/>
              <a:pPr/>
              <a:t>320</a:t>
            </a:fld>
            <a:endParaRPr lang="en-IN"/>
          </a:p>
        </p:txBody>
      </p:sp>
    </p:spTree>
    <p:extLst>
      <p:ext uri="{BB962C8B-B14F-4D97-AF65-F5344CB8AC3E}">
        <p14:creationId xmlns:p14="http://schemas.microsoft.com/office/powerpoint/2010/main" val="3091835432"/>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66BCA-FB17-B324-5BA9-8165C074F975}"/>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AD5A1C6F-7C6D-BE9F-85D4-4990E5FDCCED}"/>
              </a:ext>
            </a:extLst>
          </p:cNvPr>
          <p:cNvSpPr>
            <a:spLocks noGrp="1"/>
          </p:cNvSpPr>
          <p:nvPr>
            <p:ph idx="1"/>
          </p:nvPr>
        </p:nvSpPr>
        <p:spPr>
          <a:xfrm>
            <a:off x="1848091" y="1100507"/>
            <a:ext cx="4906617"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tb; </a:t>
            </a:r>
          </a:p>
          <a:p>
            <a:pPr marL="0" indent="0">
              <a:buNone/>
            </a:pPr>
            <a:r>
              <a:rPr lang="en-IN" sz="2000" dirty="0">
                <a:latin typeface="Times New Roman" panose="02020603050405020304" pitchFamily="18" charset="0"/>
                <a:cs typeface="Times New Roman" panose="02020603050405020304" pitchFamily="18" charset="0"/>
              </a:rPr>
              <a:t>bit a; </a:t>
            </a:r>
          </a:p>
          <a:p>
            <a:pPr marL="0" indent="0">
              <a:buNone/>
            </a:pPr>
            <a:r>
              <a:rPr lang="en-IN" sz="2000" dirty="0">
                <a:latin typeface="Times New Roman" panose="02020603050405020304" pitchFamily="18" charset="0"/>
                <a:cs typeface="Times New Roman" panose="02020603050405020304" pitchFamily="18" charset="0"/>
              </a:rPr>
              <a:t>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sequence </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$fell(a); </a:t>
            </a:r>
          </a:p>
          <a:p>
            <a:pPr marL="0" indent="0">
              <a:buNone/>
            </a:pPr>
            <a:r>
              <a:rPr lang="en-IN" sz="2000" dirty="0" err="1">
                <a:latin typeface="Times New Roman" panose="02020603050405020304" pitchFamily="18" charset="0"/>
                <a:cs typeface="Times New Roman" panose="02020603050405020304" pitchFamily="18" charset="0"/>
              </a:rPr>
              <a:t>endsequence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assert property(</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else $warning("a is not changed to high at </a:t>
            </a:r>
            <a:r>
              <a:rPr lang="en-IN" sz="2000" dirty="0" err="1">
                <a:latin typeface="Times New Roman" panose="02020603050405020304" pitchFamily="18" charset="0"/>
                <a:cs typeface="Times New Roman" panose="02020603050405020304" pitchFamily="18" charset="0"/>
              </a:rPr>
              <a:t>posedge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cycle"); </a:t>
            </a:r>
          </a:p>
          <a:p>
            <a:pPr marL="0" indent="0">
              <a:buNone/>
            </a:pPr>
            <a:r>
              <a:rPr lang="en-IN" sz="2000" dirty="0">
                <a:latin typeface="Times New Roman" panose="02020603050405020304" pitchFamily="18" charset="0"/>
                <a:cs typeface="Times New Roman" panose="02020603050405020304" pitchFamily="18" charset="0"/>
              </a:rPr>
              <a:t>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(0,tb);</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B7E2C2D-C7A6-19EA-9171-87E7D3CC20C8}"/>
              </a:ext>
            </a:extLst>
          </p:cNvPr>
          <p:cNvSpPr>
            <a:spLocks noGrp="1"/>
          </p:cNvSpPr>
          <p:nvPr>
            <p:ph type="dt" sz="half" idx="10"/>
          </p:nvPr>
        </p:nvSpPr>
        <p:spPr/>
        <p:txBody>
          <a:bodyPr/>
          <a:lstStyle/>
          <a:p>
            <a:fld id="{FBD707E3-DD3B-4374-96CA-8FAB69D6F80A}" type="datetime1">
              <a:rPr lang="en-IN" smtClean="0"/>
              <a:pPr/>
              <a:t>31-10-2025</a:t>
            </a:fld>
            <a:endParaRPr lang="en-IN"/>
          </a:p>
        </p:txBody>
      </p:sp>
      <p:sp>
        <p:nvSpPr>
          <p:cNvPr id="6" name="Footer Placeholder 5">
            <a:extLst>
              <a:ext uri="{FF2B5EF4-FFF2-40B4-BE49-F238E27FC236}">
                <a16:creationId xmlns:a16="http://schemas.microsoft.com/office/drawing/2014/main" id="{E465A3DD-8023-4D0C-C273-B68EDD34EC92}"/>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638E25FC-6524-6F3D-753C-4F02CB3F6CC7}"/>
              </a:ext>
            </a:extLst>
          </p:cNvPr>
          <p:cNvSpPr>
            <a:spLocks noGrp="1"/>
          </p:cNvSpPr>
          <p:nvPr>
            <p:ph type="sldNum" sz="quarter" idx="12"/>
          </p:nvPr>
        </p:nvSpPr>
        <p:spPr/>
        <p:txBody>
          <a:bodyPr/>
          <a:lstStyle/>
          <a:p>
            <a:fld id="{56BB8B7D-B437-4E80-9B4F-EB7501C8BBDD}" type="slidenum">
              <a:rPr lang="en-IN" smtClean="0"/>
              <a:pPr/>
              <a:t>321</a:t>
            </a:fld>
            <a:endParaRPr lang="en-IN"/>
          </a:p>
        </p:txBody>
      </p:sp>
      <p:sp>
        <p:nvSpPr>
          <p:cNvPr id="4" name="TextBox 3">
            <a:extLst>
              <a:ext uri="{FF2B5EF4-FFF2-40B4-BE49-F238E27FC236}">
                <a16:creationId xmlns:a16="http://schemas.microsoft.com/office/drawing/2014/main" id="{33F2B6B3-1660-80EB-4C6C-4348B6774523}"/>
              </a:ext>
            </a:extLst>
          </p:cNvPr>
          <p:cNvSpPr txBox="1"/>
          <p:nvPr/>
        </p:nvSpPr>
        <p:spPr>
          <a:xfrm>
            <a:off x="6930845" y="1124128"/>
            <a:ext cx="4805884"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for(int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=0;i&lt;10;i++)begin</a:t>
            </a:r>
          </a:p>
          <a:p>
            <a:pPr marL="0" indent="0">
              <a:buNone/>
            </a:pPr>
            <a:r>
              <a:rPr lang="en-IN" sz="2000" dirty="0">
                <a:latin typeface="Times New Roman" panose="02020603050405020304" pitchFamily="18" charset="0"/>
                <a:cs typeface="Times New Roman" panose="02020603050405020304" pitchFamily="18" charset="0"/>
              </a:rPr>
              <a:t> a = $random; </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$display("[%0t] a=%0d", $time, a);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#20 $finish;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3887636082"/>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DB77-E686-4A67-81D5-15CEAF98295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2A28DE6-2E4C-C92B-BA63-A157B8245F3B}"/>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$stable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$stable(</a:t>
            </a:r>
            <a:r>
              <a:rPr lang="en-US" sz="2400" dirty="0" err="1">
                <a:latin typeface="Times New Roman" panose="02020603050405020304" pitchFamily="18" charset="0"/>
                <a:cs typeface="Times New Roman" panose="02020603050405020304" pitchFamily="18" charset="0"/>
              </a:rPr>
              <a:t>boolean</a:t>
            </a:r>
            <a:r>
              <a:rPr lang="en-US" sz="2400" dirty="0">
                <a:latin typeface="Times New Roman" panose="02020603050405020304" pitchFamily="18" charset="0"/>
                <a:cs typeface="Times New Roman" panose="02020603050405020304" pitchFamily="18" charset="0"/>
              </a:rPr>
              <a:t> expression or signal name)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returns true if the value of the expression did not change. Otherwise, it returns false.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a:t>
            </a:r>
            <a:r>
              <a:rPr lang="en-US" sz="2400" dirty="0" err="1">
                <a:latin typeface="Times New Roman" panose="02020603050405020304" pitchFamily="18" charset="0"/>
                <a:cs typeface="Times New Roman" panose="02020603050405020304" pitchFamily="18" charset="0"/>
              </a:rPr>
              <a:t>seq_stable</a:t>
            </a:r>
            <a:r>
              <a:rPr lang="en-US" sz="2400" dirty="0">
                <a:latin typeface="Times New Roman" panose="02020603050405020304" pitchFamily="18" charset="0"/>
                <a:cs typeface="Times New Roman" panose="02020603050405020304" pitchFamily="18" charset="0"/>
              </a:rPr>
              <a:t>; </a:t>
            </a:r>
          </a:p>
          <a:p>
            <a:pPr marL="857250" lvl="2" indent="0">
              <a:buNone/>
            </a:pPr>
            <a:r>
              <a:rPr lang="en-US" dirty="0">
                <a:latin typeface="Times New Roman" panose="02020603050405020304" pitchFamily="18" charset="0"/>
                <a:cs typeface="Times New Roman" panose="02020603050405020304" pitchFamily="18" charset="0"/>
              </a:rPr>
              <a:t>@(posedge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$stable(a); </a:t>
            </a:r>
          </a:p>
          <a:p>
            <a:pPr marL="857250" lvl="2" indent="0">
              <a:buNone/>
            </a:pPr>
            <a:r>
              <a:rPr lang="en-US" dirty="0" err="1">
                <a:latin typeface="Times New Roman" panose="02020603050405020304" pitchFamily="18" charset="0"/>
                <a:cs typeface="Times New Roman" panose="02020603050405020304" pitchFamily="18" charset="0"/>
              </a:rPr>
              <a:t>endsequence</a:t>
            </a:r>
            <a:r>
              <a:rPr lang="en-US"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Sequence </a:t>
            </a:r>
            <a:r>
              <a:rPr lang="en-US" sz="2400" dirty="0" err="1">
                <a:latin typeface="Times New Roman" panose="02020603050405020304" pitchFamily="18" charset="0"/>
                <a:cs typeface="Times New Roman" panose="02020603050405020304" pitchFamily="18" charset="0"/>
              </a:rPr>
              <a:t>seq_stable</a:t>
            </a:r>
            <a:r>
              <a:rPr lang="en-US" sz="2400" dirty="0">
                <a:latin typeface="Times New Roman" panose="02020603050405020304" pitchFamily="18" charset="0"/>
                <a:cs typeface="Times New Roman" panose="02020603050405020304" pitchFamily="18" charset="0"/>
              </a:rPr>
              <a:t> checks that the signal “a” is stable on every positive edge of the clock. If there is any transition occurs, the assertion will fail.</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510372A-CF35-732C-8B91-11E024A53F3E}"/>
              </a:ext>
            </a:extLst>
          </p:cNvPr>
          <p:cNvSpPr>
            <a:spLocks noGrp="1"/>
          </p:cNvSpPr>
          <p:nvPr>
            <p:ph type="dt" sz="half" idx="10"/>
          </p:nvPr>
        </p:nvSpPr>
        <p:spPr/>
        <p:txBody>
          <a:bodyPr/>
          <a:lstStyle/>
          <a:p>
            <a:fld id="{A276963D-14B5-433F-8555-A3DA49DC725F}" type="datetime1">
              <a:rPr lang="en-IN" smtClean="0"/>
              <a:pPr/>
              <a:t>31-10-2025</a:t>
            </a:fld>
            <a:endParaRPr lang="en-IN"/>
          </a:p>
        </p:txBody>
      </p:sp>
      <p:sp>
        <p:nvSpPr>
          <p:cNvPr id="5" name="Footer Placeholder 4">
            <a:extLst>
              <a:ext uri="{FF2B5EF4-FFF2-40B4-BE49-F238E27FC236}">
                <a16:creationId xmlns:a16="http://schemas.microsoft.com/office/drawing/2014/main" id="{43CF4F36-40CE-10D2-41FB-4B9D510338E2}"/>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8DAA81CF-84D8-037F-6EDF-405B583B3709}"/>
              </a:ext>
            </a:extLst>
          </p:cNvPr>
          <p:cNvSpPr>
            <a:spLocks noGrp="1"/>
          </p:cNvSpPr>
          <p:nvPr>
            <p:ph type="sldNum" sz="quarter" idx="12"/>
          </p:nvPr>
        </p:nvSpPr>
        <p:spPr/>
        <p:txBody>
          <a:bodyPr/>
          <a:lstStyle/>
          <a:p>
            <a:fld id="{56BB8B7D-B437-4E80-9B4F-EB7501C8BBDD}" type="slidenum">
              <a:rPr lang="en-IN" smtClean="0"/>
              <a:pPr/>
              <a:t>322</a:t>
            </a:fld>
            <a:endParaRPr lang="en-IN"/>
          </a:p>
        </p:txBody>
      </p:sp>
    </p:spTree>
    <p:extLst>
      <p:ext uri="{BB962C8B-B14F-4D97-AF65-F5344CB8AC3E}">
        <p14:creationId xmlns:p14="http://schemas.microsoft.com/office/powerpoint/2010/main" val="3633492597"/>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6B5A1-06BC-A33D-A2FC-F12BE23C846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DF9A1E03-9740-F0D5-B40B-DB264AC01D90}"/>
              </a:ext>
            </a:extLst>
          </p:cNvPr>
          <p:cNvSpPr>
            <a:spLocks noGrp="1"/>
          </p:cNvSpPr>
          <p:nvPr>
            <p:ph idx="1"/>
          </p:nvPr>
        </p:nvSpPr>
        <p:spPr>
          <a:xfrm>
            <a:off x="1422400" y="966535"/>
            <a:ext cx="5486400" cy="4525963"/>
          </a:xfrm>
        </p:spPr>
        <p:txBody>
          <a:bodyPr/>
          <a:lstStyle/>
          <a:p>
            <a:pPr marL="0" indent="0">
              <a:buNone/>
            </a:pPr>
            <a:r>
              <a:rPr lang="en-IN" sz="2000" dirty="0">
                <a:latin typeface="Times New Roman" panose="02020603050405020304" pitchFamily="18" charset="0"/>
                <a:cs typeface="Times New Roman" panose="02020603050405020304" pitchFamily="18" charset="0"/>
              </a:rPr>
              <a:t>module tb; </a:t>
            </a:r>
          </a:p>
          <a:p>
            <a:pPr marL="0" indent="0">
              <a:buNone/>
            </a:pPr>
            <a:r>
              <a:rPr lang="en-IN" sz="2000" dirty="0">
                <a:latin typeface="Times New Roman" panose="02020603050405020304" pitchFamily="18" charset="0"/>
                <a:cs typeface="Times New Roman" panose="02020603050405020304" pitchFamily="18" charset="0"/>
              </a:rPr>
              <a:t>bit a; </a:t>
            </a:r>
          </a:p>
          <a:p>
            <a:pPr marL="0" indent="0">
              <a:buNone/>
            </a:pPr>
            <a:r>
              <a:rPr lang="en-IN" sz="2000" dirty="0">
                <a:latin typeface="Times New Roman" panose="02020603050405020304" pitchFamily="18" charset="0"/>
                <a:cs typeface="Times New Roman" panose="02020603050405020304" pitchFamily="18" charset="0"/>
              </a:rPr>
              <a:t>bit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sequence </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$stable(a); </a:t>
            </a:r>
          </a:p>
          <a:p>
            <a:pPr marL="0" indent="0">
              <a:buNone/>
            </a:pPr>
            <a:r>
              <a:rPr lang="en-IN" sz="2000" dirty="0" err="1">
                <a:latin typeface="Times New Roman" panose="02020603050405020304" pitchFamily="18" charset="0"/>
                <a:cs typeface="Times New Roman" panose="02020603050405020304" pitchFamily="18" charset="0"/>
              </a:rPr>
              <a:t>endsequence</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assert property(</a:t>
            </a:r>
            <a:r>
              <a:rPr lang="en-IN" sz="2000" dirty="0" err="1">
                <a:latin typeface="Times New Roman" panose="02020603050405020304" pitchFamily="18" charset="0"/>
                <a:cs typeface="Times New Roman" panose="02020603050405020304" pitchFamily="18" charset="0"/>
              </a:rPr>
              <a:t>s_a</a:t>
            </a:r>
            <a:r>
              <a:rPr lang="en-IN" sz="2000" dirty="0">
                <a:latin typeface="Times New Roman" panose="02020603050405020304" pitchFamily="18" charset="0"/>
                <a:cs typeface="Times New Roman" panose="02020603050405020304" pitchFamily="18" charset="0"/>
              </a:rPr>
              <a:t>) else $warning("a is not stable at </a:t>
            </a:r>
            <a:r>
              <a:rPr lang="en-IN" sz="2000" dirty="0" err="1">
                <a:latin typeface="Times New Roman" panose="02020603050405020304" pitchFamily="18" charset="0"/>
                <a:cs typeface="Times New Roman" panose="02020603050405020304" pitchFamily="18" charset="0"/>
              </a:rPr>
              <a:t>posedge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cycle"); </a:t>
            </a:r>
          </a:p>
          <a:p>
            <a:pPr marL="0" indent="0">
              <a:buNone/>
            </a:pPr>
            <a:r>
              <a:rPr lang="en-IN" sz="2000" dirty="0">
                <a:latin typeface="Times New Roman" panose="02020603050405020304" pitchFamily="18" charset="0"/>
                <a:cs typeface="Times New Roman" panose="02020603050405020304" pitchFamily="18" charset="0"/>
              </a:rPr>
              <a:t>always #10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initial begin </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(0,tb);</a:t>
            </a: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6DD16E0-66C6-4BAF-14CB-000B5A4643B1}"/>
              </a:ext>
            </a:extLst>
          </p:cNvPr>
          <p:cNvSpPr>
            <a:spLocks noGrp="1"/>
          </p:cNvSpPr>
          <p:nvPr>
            <p:ph type="dt" sz="half" idx="10"/>
          </p:nvPr>
        </p:nvSpPr>
        <p:spPr/>
        <p:txBody>
          <a:bodyPr/>
          <a:lstStyle/>
          <a:p>
            <a:fld id="{E201011C-7E6B-427D-9200-B6032DFD211D}" type="datetime1">
              <a:rPr lang="en-IN" smtClean="0"/>
              <a:pPr/>
              <a:t>31-10-2025</a:t>
            </a:fld>
            <a:endParaRPr lang="en-IN"/>
          </a:p>
        </p:txBody>
      </p:sp>
      <p:sp>
        <p:nvSpPr>
          <p:cNvPr id="6" name="Footer Placeholder 5">
            <a:extLst>
              <a:ext uri="{FF2B5EF4-FFF2-40B4-BE49-F238E27FC236}">
                <a16:creationId xmlns:a16="http://schemas.microsoft.com/office/drawing/2014/main" id="{93EDA217-6FB0-CE44-8745-15F31208964B}"/>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0BA9BFF1-33E9-372F-B64F-65F054AA16A2}"/>
              </a:ext>
            </a:extLst>
          </p:cNvPr>
          <p:cNvSpPr>
            <a:spLocks noGrp="1"/>
          </p:cNvSpPr>
          <p:nvPr>
            <p:ph type="sldNum" sz="quarter" idx="12"/>
          </p:nvPr>
        </p:nvSpPr>
        <p:spPr/>
        <p:txBody>
          <a:bodyPr/>
          <a:lstStyle/>
          <a:p>
            <a:fld id="{56BB8B7D-B437-4E80-9B4F-EB7501C8BBDD}" type="slidenum">
              <a:rPr lang="en-IN" smtClean="0"/>
              <a:pPr/>
              <a:t>323</a:t>
            </a:fld>
            <a:endParaRPr lang="en-IN"/>
          </a:p>
        </p:txBody>
      </p:sp>
      <p:sp>
        <p:nvSpPr>
          <p:cNvPr id="4" name="TextBox 3">
            <a:extLst>
              <a:ext uri="{FF2B5EF4-FFF2-40B4-BE49-F238E27FC236}">
                <a16:creationId xmlns:a16="http://schemas.microsoft.com/office/drawing/2014/main" id="{68A2A7E2-25B4-0DD8-AB97-8EE025A7A7FA}"/>
              </a:ext>
            </a:extLst>
          </p:cNvPr>
          <p:cNvSpPr txBox="1"/>
          <p:nvPr/>
        </p:nvSpPr>
        <p:spPr>
          <a:xfrm>
            <a:off x="7015643" y="966535"/>
            <a:ext cx="4566758" cy="2554545"/>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for(int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=0;i&lt;10;i++)begin</a:t>
            </a:r>
          </a:p>
          <a:p>
            <a:pPr marL="0" indent="0">
              <a:buNone/>
            </a:pPr>
            <a:r>
              <a:rPr lang="en-IN" sz="2000" dirty="0">
                <a:latin typeface="Times New Roman" panose="02020603050405020304" pitchFamily="18" charset="0"/>
                <a:cs typeface="Times New Roman" panose="02020603050405020304" pitchFamily="18" charset="0"/>
              </a:rPr>
              <a:t> a = $random; </a:t>
            </a:r>
          </a:p>
          <a:p>
            <a:pPr marL="0" indent="0">
              <a:buNone/>
            </a:pPr>
            <a:r>
              <a:rPr lang="en-IN" sz="2000" dirty="0">
                <a:latin typeface="Times New Roman" panose="02020603050405020304" pitchFamily="18" charset="0"/>
                <a:cs typeface="Times New Roman" panose="02020603050405020304" pitchFamily="18" charset="0"/>
              </a:rPr>
              <a:t>@(posedge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$display("[%0t] a=%0d", $time, a);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a:latin typeface="Times New Roman" panose="02020603050405020304" pitchFamily="18" charset="0"/>
                <a:cs typeface="Times New Roman" panose="02020603050405020304" pitchFamily="18" charset="0"/>
              </a:rPr>
              <a:t>#20 $finish; </a:t>
            </a:r>
          </a:p>
          <a:p>
            <a:pPr marL="0" indent="0">
              <a:buNone/>
            </a:pPr>
            <a:r>
              <a:rPr lang="en-IN" sz="2000" dirty="0">
                <a:latin typeface="Times New Roman" panose="02020603050405020304" pitchFamily="18" charset="0"/>
                <a:cs typeface="Times New Roman" panose="02020603050405020304" pitchFamily="18" charset="0"/>
              </a:rPr>
              <a:t>end </a:t>
            </a:r>
          </a:p>
          <a:p>
            <a:pPr marL="0" indent="0">
              <a:buNone/>
            </a:pPr>
            <a:r>
              <a:rPr lang="en-IN" sz="2000" dirty="0" err="1">
                <a:latin typeface="Times New Roman" panose="02020603050405020304" pitchFamily="18" charset="0"/>
                <a:cs typeface="Times New Roman" panose="02020603050405020304" pitchFamily="18" charset="0"/>
              </a:rPr>
              <a:t>endmodule</a:t>
            </a:r>
            <a:r>
              <a:rPr lang="en-IN" sz="2000" dirty="0">
                <a:latin typeface="Times New Roman" panose="02020603050405020304" pitchFamily="18" charset="0"/>
                <a:cs typeface="Times New Roman" panose="02020603050405020304" pitchFamily="18" charset="0"/>
              </a:rPr>
              <a:t> </a:t>
            </a:r>
            <a:endParaRPr lang="en-IN" sz="2000" dirty="0"/>
          </a:p>
        </p:txBody>
      </p:sp>
    </p:spTree>
    <p:extLst>
      <p:ext uri="{BB962C8B-B14F-4D97-AF65-F5344CB8AC3E}">
        <p14:creationId xmlns:p14="http://schemas.microsoft.com/office/powerpoint/2010/main" val="569355884"/>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A734-5A24-C7C7-6073-9DE5B7E19960}"/>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40FB24B1-5AAB-F05D-C4BF-3021D7802078}"/>
              </a:ext>
            </a:extLst>
          </p:cNvPr>
          <p:cNvSpPr>
            <a:spLocks noGrp="1"/>
          </p:cNvSpPr>
          <p:nvPr>
            <p:ph idx="1"/>
          </p:nvPr>
        </p:nvSpPr>
        <p:spPr/>
        <p:txBody>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$past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$past(</a:t>
            </a:r>
            <a:r>
              <a:rPr lang="en-US" sz="2400" dirty="0" err="1">
                <a:latin typeface="Times New Roman" panose="02020603050405020304" pitchFamily="18" charset="0"/>
                <a:cs typeface="Times New Roman" panose="02020603050405020304" pitchFamily="18" charset="0"/>
              </a:rPr>
              <a:t>signal_name</a:t>
            </a:r>
            <a:r>
              <a:rPr lang="en-US" sz="2400" dirty="0">
                <a:latin typeface="Times New Roman" panose="02020603050405020304" pitchFamily="18" charset="0"/>
                <a:cs typeface="Times New Roman" panose="02020603050405020304" pitchFamily="18" charset="0"/>
              </a:rPr>
              <a:t>, number of clock cycles)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provides the value of the signal from the previous clock cycle.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in the given positive clock edge, if the “b” is high, then 2 cycles before that, a was high.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property p; </a:t>
            </a:r>
          </a:p>
          <a:p>
            <a:pPr marL="914400" lvl="2" indent="0">
              <a:buNone/>
            </a:pPr>
            <a:r>
              <a:rPr lang="en-US" dirty="0">
                <a:latin typeface="Times New Roman" panose="02020603050405020304" pitchFamily="18" charset="0"/>
                <a:cs typeface="Times New Roman" panose="02020603050405020304" pitchFamily="18" charset="0"/>
              </a:rPr>
              <a:t>@(posedge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b |-&gt; ($past(a,2) == 1); </a:t>
            </a:r>
          </a:p>
          <a:p>
            <a:pPr marL="914400" lvl="2" indent="0">
              <a:buNone/>
            </a:pPr>
            <a:r>
              <a:rPr lang="en-US" dirty="0" err="1">
                <a:latin typeface="Times New Roman" panose="02020603050405020304" pitchFamily="18" charset="0"/>
                <a:cs typeface="Times New Roman" panose="02020603050405020304" pitchFamily="18" charset="0"/>
              </a:rPr>
              <a:t>endproperty</a:t>
            </a:r>
            <a:r>
              <a:rPr lang="en-US" dirty="0">
                <a:latin typeface="Times New Roman" panose="02020603050405020304" pitchFamily="18" charset="0"/>
                <a:cs typeface="Times New Roman" panose="02020603050405020304" pitchFamily="18" charset="0"/>
              </a:rPr>
              <a:t> </a:t>
            </a:r>
          </a:p>
          <a:p>
            <a:pPr marL="914400" lvl="2" indent="0">
              <a:buNone/>
            </a:pPr>
            <a:r>
              <a:rPr lang="en-US" dirty="0">
                <a:latin typeface="Times New Roman" panose="02020603050405020304" pitchFamily="18" charset="0"/>
                <a:cs typeface="Times New Roman" panose="02020603050405020304" pitchFamily="18" charset="0"/>
              </a:rPr>
              <a:t>a: assert property(p);</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A65996B-B378-DCFD-D813-F7019053A900}"/>
              </a:ext>
            </a:extLst>
          </p:cNvPr>
          <p:cNvSpPr>
            <a:spLocks noGrp="1"/>
          </p:cNvSpPr>
          <p:nvPr>
            <p:ph type="dt" sz="half" idx="10"/>
          </p:nvPr>
        </p:nvSpPr>
        <p:spPr/>
        <p:txBody>
          <a:bodyPr/>
          <a:lstStyle/>
          <a:p>
            <a:fld id="{C1930E58-DB57-4813-BD80-DFFCCF642B18}" type="datetime1">
              <a:rPr lang="en-IN" smtClean="0"/>
              <a:pPr/>
              <a:t>31-10-2025</a:t>
            </a:fld>
            <a:endParaRPr lang="en-IN"/>
          </a:p>
        </p:txBody>
      </p:sp>
      <p:sp>
        <p:nvSpPr>
          <p:cNvPr id="5" name="Footer Placeholder 4">
            <a:extLst>
              <a:ext uri="{FF2B5EF4-FFF2-40B4-BE49-F238E27FC236}">
                <a16:creationId xmlns:a16="http://schemas.microsoft.com/office/drawing/2014/main" id="{1D328205-B335-F28C-F543-F8B0930ACB78}"/>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67417BD-5D65-88EA-5B2E-0543C3482236}"/>
              </a:ext>
            </a:extLst>
          </p:cNvPr>
          <p:cNvSpPr>
            <a:spLocks noGrp="1"/>
          </p:cNvSpPr>
          <p:nvPr>
            <p:ph type="sldNum" sz="quarter" idx="12"/>
          </p:nvPr>
        </p:nvSpPr>
        <p:spPr/>
        <p:txBody>
          <a:bodyPr/>
          <a:lstStyle/>
          <a:p>
            <a:fld id="{56BB8B7D-B437-4E80-9B4F-EB7501C8BBDD}" type="slidenum">
              <a:rPr lang="en-IN" smtClean="0"/>
              <a:pPr/>
              <a:t>324</a:t>
            </a:fld>
            <a:endParaRPr lang="en-IN"/>
          </a:p>
        </p:txBody>
      </p:sp>
    </p:spTree>
    <p:extLst>
      <p:ext uri="{BB962C8B-B14F-4D97-AF65-F5344CB8AC3E}">
        <p14:creationId xmlns:p14="http://schemas.microsoft.com/office/powerpoint/2010/main" val="1227640747"/>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E118-8228-9C8A-C5D1-A4F9BC3CF25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01A5E471-4EEB-D408-3281-AEB1C16F0B68}"/>
              </a:ext>
            </a:extLst>
          </p:cNvPr>
          <p:cNvSpPr>
            <a:spLocks noGrp="1"/>
          </p:cNvSpPr>
          <p:nvPr>
            <p:ph idx="1"/>
          </p:nvPr>
        </p:nvSpPr>
        <p:spPr>
          <a:xfrm>
            <a:off x="1095737" y="1012702"/>
            <a:ext cx="5572539" cy="5331032"/>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past_example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a:t>
            </a:r>
          </a:p>
          <a:p>
            <a:pPr marL="0" indent="0">
              <a:buNone/>
            </a:pPr>
            <a:r>
              <a:rPr lang="en-IN" sz="2000" dirty="0">
                <a:latin typeface="Times New Roman" panose="02020603050405020304" pitchFamily="18" charset="0"/>
                <a:cs typeface="Times New Roman" panose="02020603050405020304" pitchFamily="18" charset="0"/>
              </a:rPr>
              <a:t>    logic b;</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|-&gt; ($past(a, 2) == 1);</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 p)</a:t>
            </a:r>
          </a:p>
          <a:p>
            <a:pPr marL="0" indent="0">
              <a:buNone/>
            </a:pPr>
            <a:r>
              <a:rPr lang="en-IN" sz="2000" dirty="0">
                <a:latin typeface="Times New Roman" panose="02020603050405020304" pitchFamily="18" charset="0"/>
                <a:cs typeface="Times New Roman" panose="02020603050405020304" pitchFamily="18" charset="0"/>
              </a:rPr>
              <a:t>        else $warning("Assertion failed: 'a' was not high 2 cycles before 'b'.");</a:t>
            </a:r>
          </a:p>
          <a:p>
            <a:pPr marL="0" indent="0">
              <a:buNone/>
            </a:pPr>
            <a:r>
              <a:rPr lang="en-IN" sz="2000" dirty="0">
                <a:latin typeface="Times New Roman" panose="02020603050405020304" pitchFamily="18" charset="0"/>
                <a:cs typeface="Times New Roman" panose="02020603050405020304" pitchFamily="18" charset="0"/>
              </a:rPr>
              <a:t> </a:t>
            </a:r>
          </a:p>
        </p:txBody>
      </p:sp>
      <p:sp>
        <p:nvSpPr>
          <p:cNvPr id="5" name="Date Placeholder 4">
            <a:extLst>
              <a:ext uri="{FF2B5EF4-FFF2-40B4-BE49-F238E27FC236}">
                <a16:creationId xmlns:a16="http://schemas.microsoft.com/office/drawing/2014/main" id="{5D217E8F-D76B-2886-5B00-F060D1A9A8B5}"/>
              </a:ext>
            </a:extLst>
          </p:cNvPr>
          <p:cNvSpPr>
            <a:spLocks noGrp="1"/>
          </p:cNvSpPr>
          <p:nvPr>
            <p:ph type="dt" sz="half" idx="10"/>
          </p:nvPr>
        </p:nvSpPr>
        <p:spPr/>
        <p:txBody>
          <a:bodyPr/>
          <a:lstStyle/>
          <a:p>
            <a:fld id="{F8588BB9-C5A7-409E-B963-37E676E37D1A}" type="datetime1">
              <a:rPr lang="en-IN" smtClean="0"/>
              <a:pPr/>
              <a:t>31-10-2025</a:t>
            </a:fld>
            <a:endParaRPr lang="en-IN"/>
          </a:p>
        </p:txBody>
      </p:sp>
      <p:sp>
        <p:nvSpPr>
          <p:cNvPr id="6" name="Footer Placeholder 5">
            <a:extLst>
              <a:ext uri="{FF2B5EF4-FFF2-40B4-BE49-F238E27FC236}">
                <a16:creationId xmlns:a16="http://schemas.microsoft.com/office/drawing/2014/main" id="{BCE9AB40-C49C-0390-6A4C-54C00AF70834}"/>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8F235BF7-8578-B3B3-F87D-D5D2AEAD662E}"/>
              </a:ext>
            </a:extLst>
          </p:cNvPr>
          <p:cNvSpPr>
            <a:spLocks noGrp="1"/>
          </p:cNvSpPr>
          <p:nvPr>
            <p:ph type="sldNum" sz="quarter" idx="12"/>
          </p:nvPr>
        </p:nvSpPr>
        <p:spPr/>
        <p:txBody>
          <a:bodyPr/>
          <a:lstStyle/>
          <a:p>
            <a:fld id="{56BB8B7D-B437-4E80-9B4F-EB7501C8BBDD}" type="slidenum">
              <a:rPr lang="en-IN" smtClean="0"/>
              <a:pPr/>
              <a:t>325</a:t>
            </a:fld>
            <a:endParaRPr lang="en-IN"/>
          </a:p>
        </p:txBody>
      </p:sp>
      <p:sp>
        <p:nvSpPr>
          <p:cNvPr id="4" name="TextBox 3">
            <a:extLst>
              <a:ext uri="{FF2B5EF4-FFF2-40B4-BE49-F238E27FC236}">
                <a16:creationId xmlns:a16="http://schemas.microsoft.com/office/drawing/2014/main" id="{13BE6AA2-F98B-5EDA-883A-DFCD4F8B5868}"/>
              </a:ext>
            </a:extLst>
          </p:cNvPr>
          <p:cNvSpPr txBox="1"/>
          <p:nvPr/>
        </p:nvSpPr>
        <p:spPr>
          <a:xfrm>
            <a:off x="6668276" y="1012702"/>
            <a:ext cx="5400261" cy="501675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$monitor("TIME:%0t|| CLK :%b|| A:%b|| B:%b||", $</a:t>
            </a:r>
            <a:r>
              <a:rPr lang="en-IN" sz="2000" dirty="0" err="1">
                <a:latin typeface="Times New Roman" panose="02020603050405020304" pitchFamily="18" charset="0"/>
                <a:cs typeface="Times New Roman" panose="02020603050405020304" pitchFamily="18" charset="0"/>
              </a:rPr>
              <a:t>time,clk,a,b</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dumpfile</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Waveform.vcd</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dumpvars</a:t>
            </a:r>
            <a:r>
              <a:rPr lang="en-IN" sz="2000" dirty="0">
                <a:latin typeface="Times New Roman" panose="02020603050405020304" pitchFamily="18" charset="0"/>
                <a:cs typeface="Times New Roman" panose="02020603050405020304" pitchFamily="18" charset="0"/>
              </a:rPr>
              <a:t>(0,past_example);</a:t>
            </a:r>
          </a:p>
          <a:p>
            <a:pPr marL="0" indent="0">
              <a:buNone/>
            </a:pPr>
            <a:r>
              <a:rPr lang="en-IN" sz="2000" dirty="0">
                <a:latin typeface="Times New Roman" panose="02020603050405020304" pitchFamily="18" charset="0"/>
                <a:cs typeface="Times New Roman" panose="02020603050405020304" pitchFamily="18" charset="0"/>
              </a:rPr>
              <a:t>        a = 0;</a:t>
            </a:r>
          </a:p>
          <a:p>
            <a:pPr marL="0" indent="0">
              <a:buNone/>
            </a:pPr>
            <a:r>
              <a:rPr lang="en-IN" sz="2000" dirty="0">
                <a:latin typeface="Times New Roman" panose="02020603050405020304" pitchFamily="18" charset="0"/>
                <a:cs typeface="Times New Roman" panose="02020603050405020304" pitchFamily="18" charset="0"/>
              </a:rPr>
              <a:t>        b = 0;</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0;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0;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);b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0; </a:t>
            </a:r>
          </a:p>
          <a:p>
            <a:pPr marL="0" indent="0">
              <a:buNone/>
            </a:pPr>
            <a:r>
              <a:rPr lang="en-IN" sz="2000" dirty="0">
                <a:latin typeface="Times New Roman" panose="02020603050405020304" pitchFamily="18" charset="0"/>
                <a:cs typeface="Times New Roman" panose="02020603050405020304" pitchFamily="18" charset="0"/>
              </a:rPr>
              <a:t>#10$finish;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3748617662"/>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93B54-BD3C-420F-1EFD-9805BD1CB79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C9FBCD5C-6E2E-CBD6-A792-86A685F6B272}"/>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$past construct with clock gating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$past construct can be used with a gating signal. on a given clock edge, the gating signal has to be true even before checking for the consequent condition.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$past (</a:t>
            </a:r>
            <a:r>
              <a:rPr lang="en-US" sz="2400" dirty="0" err="1">
                <a:latin typeface="Times New Roman" panose="02020603050405020304" pitchFamily="18" charset="0"/>
                <a:cs typeface="Times New Roman" panose="02020603050405020304" pitchFamily="18" charset="0"/>
              </a:rPr>
              <a:t>signal_name</a:t>
            </a:r>
            <a:r>
              <a:rPr lang="en-US" sz="2400" dirty="0">
                <a:latin typeface="Times New Roman" panose="02020603050405020304" pitchFamily="18" charset="0"/>
                <a:cs typeface="Times New Roman" panose="02020603050405020304" pitchFamily="18" charset="0"/>
              </a:rPr>
              <a:t>, number of clock cycles, gating signal)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Below Property checks that, in the given positive clock edge, if the “b” is high, then 2 cycles before that, a was high only if the gating signal “c’ is valid on any given positive edge of the clock. </a:t>
            </a:r>
          </a:p>
          <a:p>
            <a:pPr lvl="2">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Property p; </a:t>
            </a:r>
          </a:p>
          <a:p>
            <a:pPr marL="1371600" lvl="3" indent="0">
              <a:buNone/>
            </a:pPr>
            <a:r>
              <a:rPr lang="en-US" sz="2400" dirty="0">
                <a:latin typeface="Times New Roman" panose="02020603050405020304" pitchFamily="18" charset="0"/>
                <a:cs typeface="Times New Roman" panose="02020603050405020304" pitchFamily="18" charset="0"/>
              </a:rPr>
              <a:t>@(posedge </a:t>
            </a:r>
            <a:r>
              <a:rPr lang="en-US" sz="2400" dirty="0" err="1">
                <a:latin typeface="Times New Roman" panose="02020603050405020304" pitchFamily="18" charset="0"/>
                <a:cs typeface="Times New Roman" panose="02020603050405020304" pitchFamily="18" charset="0"/>
              </a:rPr>
              <a:t>clk</a:t>
            </a:r>
            <a:r>
              <a:rPr lang="en-US" sz="2400" dirty="0">
                <a:latin typeface="Times New Roman" panose="02020603050405020304" pitchFamily="18" charset="0"/>
                <a:cs typeface="Times New Roman" panose="02020603050405020304" pitchFamily="18" charset="0"/>
              </a:rPr>
              <a:t>) b |-&gt; ($past(a,2,c) == 1); </a:t>
            </a:r>
          </a:p>
          <a:p>
            <a:pPr marL="1371600" lvl="3" indent="0">
              <a:buNone/>
            </a:pPr>
            <a:r>
              <a:rPr lang="en-US" sz="2400" dirty="0" err="1">
                <a:latin typeface="Times New Roman" panose="02020603050405020304" pitchFamily="18" charset="0"/>
                <a:cs typeface="Times New Roman" panose="02020603050405020304" pitchFamily="18" charset="0"/>
              </a:rPr>
              <a:t>endproperty</a:t>
            </a:r>
            <a:r>
              <a:rPr lang="en-US" sz="2400" dirty="0">
                <a:latin typeface="Times New Roman" panose="02020603050405020304" pitchFamily="18" charset="0"/>
                <a:cs typeface="Times New Roman" panose="02020603050405020304" pitchFamily="18" charset="0"/>
              </a:rPr>
              <a:t> </a:t>
            </a:r>
          </a:p>
          <a:p>
            <a:pPr marL="1371600" lvl="3" indent="0">
              <a:buNone/>
            </a:pPr>
            <a:r>
              <a:rPr lang="en-US" sz="2400" dirty="0">
                <a:latin typeface="Times New Roman" panose="02020603050405020304" pitchFamily="18" charset="0"/>
                <a:cs typeface="Times New Roman" panose="02020603050405020304" pitchFamily="18" charset="0"/>
              </a:rPr>
              <a:t>a: assert property(p);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9A197BF-C769-2F5C-2E0E-9994DC9E8545}"/>
              </a:ext>
            </a:extLst>
          </p:cNvPr>
          <p:cNvSpPr>
            <a:spLocks noGrp="1"/>
          </p:cNvSpPr>
          <p:nvPr>
            <p:ph type="dt" sz="half" idx="10"/>
          </p:nvPr>
        </p:nvSpPr>
        <p:spPr/>
        <p:txBody>
          <a:bodyPr/>
          <a:lstStyle/>
          <a:p>
            <a:fld id="{D1929AB5-AE71-4BE4-80AE-62701830C786}" type="datetime1">
              <a:rPr lang="en-IN" smtClean="0"/>
              <a:pPr/>
              <a:t>31-10-2025</a:t>
            </a:fld>
            <a:endParaRPr lang="en-IN"/>
          </a:p>
        </p:txBody>
      </p:sp>
      <p:sp>
        <p:nvSpPr>
          <p:cNvPr id="5" name="Footer Placeholder 4">
            <a:extLst>
              <a:ext uri="{FF2B5EF4-FFF2-40B4-BE49-F238E27FC236}">
                <a16:creationId xmlns:a16="http://schemas.microsoft.com/office/drawing/2014/main" id="{DFA3FB22-F913-6F87-85DA-648F5ED0915E}"/>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C0B4A377-08AC-08ED-D124-4C60B09FDDD6}"/>
              </a:ext>
            </a:extLst>
          </p:cNvPr>
          <p:cNvSpPr>
            <a:spLocks noGrp="1"/>
          </p:cNvSpPr>
          <p:nvPr>
            <p:ph type="sldNum" sz="quarter" idx="12"/>
          </p:nvPr>
        </p:nvSpPr>
        <p:spPr/>
        <p:txBody>
          <a:bodyPr/>
          <a:lstStyle/>
          <a:p>
            <a:fld id="{56BB8B7D-B437-4E80-9B4F-EB7501C8BBDD}" type="slidenum">
              <a:rPr lang="en-IN" smtClean="0"/>
              <a:pPr/>
              <a:t>326</a:t>
            </a:fld>
            <a:endParaRPr lang="en-IN"/>
          </a:p>
        </p:txBody>
      </p:sp>
    </p:spTree>
    <p:extLst>
      <p:ext uri="{BB962C8B-B14F-4D97-AF65-F5344CB8AC3E}">
        <p14:creationId xmlns:p14="http://schemas.microsoft.com/office/powerpoint/2010/main" val="3363988359"/>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C7E5-18DE-CD8B-BE72-4518503B6761}"/>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FF8889D4-16B1-7D10-4277-EB3E57AFBF0A}"/>
              </a:ext>
            </a:extLst>
          </p:cNvPr>
          <p:cNvSpPr>
            <a:spLocks noGrp="1"/>
          </p:cNvSpPr>
          <p:nvPr>
            <p:ph idx="1"/>
          </p:nvPr>
        </p:nvSpPr>
        <p:spPr>
          <a:xfrm>
            <a:off x="1014714" y="1044531"/>
            <a:ext cx="5214730" cy="4525963"/>
          </a:xfrm>
        </p:spPr>
        <p:txBody>
          <a:bodyPr>
            <a:normAutofit lnSpcReduction="10000"/>
          </a:bodyPr>
          <a:lstStyle/>
          <a:p>
            <a:pPr marL="0" indent="0">
              <a:buNone/>
            </a:pPr>
            <a:r>
              <a:rPr lang="en-IN" sz="2000" dirty="0">
                <a:latin typeface="Times New Roman" panose="02020603050405020304" pitchFamily="18" charset="0"/>
                <a:cs typeface="Times New Roman" panose="02020603050405020304" pitchFamily="18" charset="0"/>
              </a:rPr>
              <a:t>module </a:t>
            </a:r>
            <a:r>
              <a:rPr lang="en-IN" sz="2000" dirty="0" err="1">
                <a:latin typeface="Times New Roman" panose="02020603050405020304" pitchFamily="18" charset="0"/>
                <a:cs typeface="Times New Roman" panose="02020603050405020304" pitchFamily="18" charset="0"/>
              </a:rPr>
              <a:t>past_gating_example</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logic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logic a; logic b; logic c;</a:t>
            </a:r>
          </a:p>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0;</a:t>
            </a:r>
          </a:p>
          <a:p>
            <a:pPr marL="0" indent="0">
              <a:buNone/>
            </a:pPr>
            <a:r>
              <a:rPr lang="en-IN" sz="2000" dirty="0">
                <a:latin typeface="Times New Roman" panose="02020603050405020304" pitchFamily="18" charset="0"/>
                <a:cs typeface="Times New Roman" panose="02020603050405020304" pitchFamily="18" charset="0"/>
              </a:rPr>
              <a:t>        forever #2.5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a:latin typeface="Times New Roman" panose="02020603050405020304" pitchFamily="18" charset="0"/>
                <a:cs typeface="Times New Roman" panose="02020603050405020304" pitchFamily="18" charset="0"/>
              </a:rPr>
              <a:t>    property p;</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|-&gt; ($past(a, 2, c) == 1);</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endproperty</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a_assert</a:t>
            </a:r>
            <a:r>
              <a:rPr lang="en-IN" sz="2000" dirty="0">
                <a:latin typeface="Times New Roman" panose="02020603050405020304" pitchFamily="18" charset="0"/>
                <a:cs typeface="Times New Roman" panose="02020603050405020304" pitchFamily="18" charset="0"/>
              </a:rPr>
              <a:t>: assert property (p)</a:t>
            </a:r>
          </a:p>
          <a:p>
            <a:pPr marL="0" indent="0">
              <a:buNone/>
            </a:pPr>
            <a:r>
              <a:rPr lang="en-IN" sz="2000" dirty="0">
                <a:latin typeface="Times New Roman" panose="02020603050405020304" pitchFamily="18" charset="0"/>
                <a:cs typeface="Times New Roman" panose="02020603050405020304" pitchFamily="18" charset="0"/>
              </a:rPr>
              <a:t>        else $error("Assertion failed: 'a' was not high 2 cycles before 'b' with 'c' as gating signal.");</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9938EAE-AD7C-60A4-F2C1-B3B7FEC21997}"/>
              </a:ext>
            </a:extLst>
          </p:cNvPr>
          <p:cNvSpPr>
            <a:spLocks noGrp="1"/>
          </p:cNvSpPr>
          <p:nvPr>
            <p:ph type="dt" sz="half" idx="10"/>
          </p:nvPr>
        </p:nvSpPr>
        <p:spPr/>
        <p:txBody>
          <a:bodyPr/>
          <a:lstStyle/>
          <a:p>
            <a:fld id="{F8C22E38-E344-407D-8C8A-4D00A5B39C7F}" type="datetime1">
              <a:rPr lang="en-IN" smtClean="0"/>
              <a:pPr/>
              <a:t>31-10-2025</a:t>
            </a:fld>
            <a:endParaRPr lang="en-IN"/>
          </a:p>
        </p:txBody>
      </p:sp>
      <p:sp>
        <p:nvSpPr>
          <p:cNvPr id="6" name="Footer Placeholder 5">
            <a:extLst>
              <a:ext uri="{FF2B5EF4-FFF2-40B4-BE49-F238E27FC236}">
                <a16:creationId xmlns:a16="http://schemas.microsoft.com/office/drawing/2014/main" id="{AA32D2F5-A135-2CF2-EA3A-05CAE045EDFE}"/>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EE810DBE-4842-BD33-447D-B7804DCD0238}"/>
              </a:ext>
            </a:extLst>
          </p:cNvPr>
          <p:cNvSpPr>
            <a:spLocks noGrp="1"/>
          </p:cNvSpPr>
          <p:nvPr>
            <p:ph type="sldNum" sz="quarter" idx="12"/>
          </p:nvPr>
        </p:nvSpPr>
        <p:spPr/>
        <p:txBody>
          <a:bodyPr/>
          <a:lstStyle/>
          <a:p>
            <a:fld id="{56BB8B7D-B437-4E80-9B4F-EB7501C8BBDD}" type="slidenum">
              <a:rPr lang="en-IN" smtClean="0"/>
              <a:pPr/>
              <a:t>327</a:t>
            </a:fld>
            <a:endParaRPr lang="en-IN"/>
          </a:p>
        </p:txBody>
      </p:sp>
      <p:sp>
        <p:nvSpPr>
          <p:cNvPr id="4" name="TextBox 3">
            <a:extLst>
              <a:ext uri="{FF2B5EF4-FFF2-40B4-BE49-F238E27FC236}">
                <a16:creationId xmlns:a16="http://schemas.microsoft.com/office/drawing/2014/main" id="{965D8E56-DE35-F9FB-2F70-1DDA764CE023}"/>
              </a:ext>
            </a:extLst>
          </p:cNvPr>
          <p:cNvSpPr txBox="1"/>
          <p:nvPr/>
        </p:nvSpPr>
        <p:spPr>
          <a:xfrm>
            <a:off x="6367672" y="980873"/>
            <a:ext cx="5486400" cy="5016758"/>
          </a:xfrm>
          <a:prstGeom prst="rect">
            <a:avLst/>
          </a:prstGeom>
          <a:noFill/>
        </p:spPr>
        <p:txBody>
          <a:bodyPr wrap="square" rtlCol="0">
            <a:spAutoFit/>
          </a:bodyPr>
          <a:lstStyle/>
          <a:p>
            <a:pPr marL="0" indent="0">
              <a:buNone/>
            </a:pPr>
            <a:r>
              <a:rPr lang="en-IN" sz="2000" dirty="0">
                <a:latin typeface="Times New Roman" panose="02020603050405020304" pitchFamily="18" charset="0"/>
                <a:cs typeface="Times New Roman" panose="02020603050405020304" pitchFamily="18" charset="0"/>
              </a:rPr>
              <a:t> initial begin</a:t>
            </a:r>
          </a:p>
          <a:p>
            <a:pPr marL="0" indent="0">
              <a:buNone/>
            </a:pPr>
            <a:r>
              <a:rPr lang="en-IN" sz="2000" dirty="0">
                <a:latin typeface="Times New Roman" panose="02020603050405020304" pitchFamily="18" charset="0"/>
                <a:cs typeface="Times New Roman" panose="02020603050405020304" pitchFamily="18" charset="0"/>
              </a:rPr>
              <a:t>      $monitor("TIME:%0t|| CLK :%b|| A:%b|| B:%b|| C:%b||", $</a:t>
            </a:r>
            <a:r>
              <a:rPr lang="en-IN" sz="2000" dirty="0" err="1">
                <a:latin typeface="Times New Roman" panose="02020603050405020304" pitchFamily="18" charset="0"/>
                <a:cs typeface="Times New Roman" panose="02020603050405020304" pitchFamily="18" charset="0"/>
              </a:rPr>
              <a:t>time,clk,a,b,c</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        a = 0;</a:t>
            </a:r>
          </a:p>
          <a:p>
            <a:pPr marL="0" indent="0">
              <a:buNone/>
            </a:pPr>
            <a:r>
              <a:rPr lang="en-IN" sz="2000" dirty="0">
                <a:latin typeface="Times New Roman" panose="02020603050405020304" pitchFamily="18" charset="0"/>
                <a:cs typeface="Times New Roman" panose="02020603050405020304" pitchFamily="18" charset="0"/>
              </a:rPr>
              <a:t>        b = 0;</a:t>
            </a:r>
          </a:p>
          <a:p>
            <a:pPr marL="0" indent="0">
              <a:buNone/>
            </a:pPr>
            <a:r>
              <a:rPr lang="en-IN" sz="2000" dirty="0">
                <a:latin typeface="Times New Roman" panose="02020603050405020304" pitchFamily="18" charset="0"/>
                <a:cs typeface="Times New Roman" panose="02020603050405020304" pitchFamily="18" charset="0"/>
              </a:rPr>
              <a:t>        c = 0;</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1;  c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0; c = 0;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0;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1;c = 0;</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a = 0; c = 1; </a:t>
            </a:r>
          </a:p>
          <a:p>
            <a:pPr marL="0" indent="0">
              <a:buNone/>
            </a:pPr>
            <a:r>
              <a:rPr lang="en-IN" sz="2000" dirty="0">
                <a:latin typeface="Times New Roman" panose="02020603050405020304" pitchFamily="18" charset="0"/>
                <a:cs typeface="Times New Roman" panose="02020603050405020304" pitchFamily="18" charset="0"/>
              </a:rPr>
              <a:t>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1; @(posedge </a:t>
            </a:r>
            <a:r>
              <a:rPr lang="en-IN" sz="2000" dirty="0" err="1">
                <a:latin typeface="Times New Roman" panose="02020603050405020304" pitchFamily="18" charset="0"/>
                <a:cs typeface="Times New Roman" panose="02020603050405020304" pitchFamily="18" charset="0"/>
              </a:rPr>
              <a:t>clk</a:t>
            </a:r>
            <a:r>
              <a:rPr lang="en-IN" sz="2000" dirty="0">
                <a:latin typeface="Times New Roman" panose="02020603050405020304" pitchFamily="18" charset="0"/>
                <a:cs typeface="Times New Roman" panose="02020603050405020304" pitchFamily="18" charset="0"/>
              </a:rPr>
              <a:t>);  b = 0; </a:t>
            </a:r>
          </a:p>
          <a:p>
            <a:pPr marL="0" indent="0">
              <a:buNone/>
            </a:pPr>
            <a:r>
              <a:rPr lang="en-IN" sz="2000" dirty="0">
                <a:latin typeface="Times New Roman" panose="02020603050405020304" pitchFamily="18" charset="0"/>
                <a:cs typeface="Times New Roman" panose="02020603050405020304" pitchFamily="18" charset="0"/>
              </a:rPr>
              <a:t>        $finish;</a:t>
            </a:r>
          </a:p>
          <a:p>
            <a:pPr marL="0" indent="0">
              <a:buNone/>
            </a:pPr>
            <a:r>
              <a:rPr lang="en-IN" sz="2000" dirty="0">
                <a:latin typeface="Times New Roman" panose="02020603050405020304" pitchFamily="18" charset="0"/>
                <a:cs typeface="Times New Roman" panose="02020603050405020304" pitchFamily="18" charset="0"/>
              </a:rPr>
              <a:t>    end</a:t>
            </a:r>
          </a:p>
          <a:p>
            <a:pPr marL="0" indent="0">
              <a:buNone/>
            </a:pPr>
            <a:r>
              <a:rPr lang="en-IN" sz="2000" dirty="0" err="1">
                <a:latin typeface="Times New Roman" panose="02020603050405020304" pitchFamily="18" charset="0"/>
                <a:cs typeface="Times New Roman" panose="02020603050405020304" pitchFamily="18" charset="0"/>
              </a:rPr>
              <a:t>endmodule</a:t>
            </a:r>
            <a:endParaRPr lang="en-IN" sz="2000" dirty="0"/>
          </a:p>
        </p:txBody>
      </p:sp>
    </p:spTree>
    <p:extLst>
      <p:ext uri="{BB962C8B-B14F-4D97-AF65-F5344CB8AC3E}">
        <p14:creationId xmlns:p14="http://schemas.microsoft.com/office/powerpoint/2010/main" val="1894834503"/>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33724-7D7C-6637-CB74-471332116147}"/>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Assertions</a:t>
            </a:r>
            <a:endParaRPr lang="en-IN" dirty="0"/>
          </a:p>
        </p:txBody>
      </p:sp>
      <p:sp>
        <p:nvSpPr>
          <p:cNvPr id="3" name="Content Placeholder 2">
            <a:extLst>
              <a:ext uri="{FF2B5EF4-FFF2-40B4-BE49-F238E27FC236}">
                <a16:creationId xmlns:a16="http://schemas.microsoft.com/office/drawing/2014/main" id="{1FB0BF45-05EA-87B2-4DC9-3B5DA111EFC3}"/>
              </a:ext>
            </a:extLst>
          </p:cNvPr>
          <p:cNvSpPr>
            <a:spLocks noGrp="1"/>
          </p:cNvSpPr>
          <p:nvPr>
            <p:ph idx="1"/>
          </p:nvPr>
        </p:nvSpPr>
        <p:spPr/>
        <p:txBody>
          <a:bodyPr>
            <a:normAutofit lnSpcReduction="10000"/>
          </a:bodyPr>
          <a:lstStyle/>
          <a:p>
            <a:pPr>
              <a:buFont typeface="Wingdings" panose="05000000000000000000" pitchFamily="2" charset="2"/>
              <a:buChar char="§"/>
            </a:pPr>
            <a:r>
              <a:rPr lang="en-US" sz="2400" dirty="0">
                <a:solidFill>
                  <a:schemeClr val="tx2">
                    <a:lumMod val="60000"/>
                    <a:lumOff val="40000"/>
                  </a:schemeClr>
                </a:solidFill>
                <a:latin typeface="Times New Roman" panose="02020603050405020304" pitchFamily="18" charset="0"/>
                <a:cs typeface="Times New Roman" panose="02020603050405020304" pitchFamily="18" charset="0"/>
              </a:rPr>
              <a:t>Built-in system functions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a:t>
            </a:r>
            <a:r>
              <a:rPr lang="en-US" sz="2400" dirty="0" err="1">
                <a:solidFill>
                  <a:schemeClr val="accent4">
                    <a:lumMod val="75000"/>
                  </a:schemeClr>
                </a:solidFill>
                <a:latin typeface="Times New Roman" panose="02020603050405020304" pitchFamily="18" charset="0"/>
                <a:cs typeface="Times New Roman" panose="02020603050405020304" pitchFamily="18" charset="0"/>
              </a:rPr>
              <a:t>onehot</a:t>
            </a:r>
            <a:r>
              <a:rPr lang="en-US" sz="2400" dirty="0">
                <a:solidFill>
                  <a:schemeClr val="accent4">
                    <a:lumMod val="75000"/>
                  </a:schemeClr>
                </a:solidFill>
                <a:latin typeface="Times New Roman" panose="02020603050405020304" pitchFamily="18" charset="0"/>
                <a:cs typeface="Times New Roman" panose="02020603050405020304" pitchFamily="18" charset="0"/>
              </a:rPr>
              <a:t>(expression)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checks that only one bit of the expression can be high on any given clock edge.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$onehot0(expression)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checks only one bit of the expression can be high or none of the bits can be high on any given clock edge.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a:t>
            </a:r>
            <a:r>
              <a:rPr lang="en-US" sz="2400" dirty="0" err="1">
                <a:solidFill>
                  <a:schemeClr val="accent4">
                    <a:lumMod val="75000"/>
                  </a:schemeClr>
                </a:solidFill>
                <a:latin typeface="Times New Roman" panose="02020603050405020304" pitchFamily="18" charset="0"/>
                <a:cs typeface="Times New Roman" panose="02020603050405020304" pitchFamily="18" charset="0"/>
              </a:rPr>
              <a:t>isunknown</a:t>
            </a:r>
            <a:r>
              <a:rPr lang="en-US" sz="2400" dirty="0">
                <a:solidFill>
                  <a:schemeClr val="accent4">
                    <a:lumMod val="75000"/>
                  </a:schemeClr>
                </a:solidFill>
                <a:latin typeface="Times New Roman" panose="02020603050405020304" pitchFamily="18" charset="0"/>
                <a:cs typeface="Times New Roman" panose="02020603050405020304" pitchFamily="18" charset="0"/>
              </a:rPr>
              <a:t>(expression)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checks if any bit of the expression is X or Z. </a:t>
            </a:r>
          </a:p>
          <a:p>
            <a:pPr lvl="1">
              <a:buFont typeface="Wingdings" panose="05000000000000000000" pitchFamily="2" charset="2"/>
              <a:buChar char="Ø"/>
            </a:pPr>
            <a:r>
              <a:rPr lang="en-US" sz="2400" dirty="0">
                <a:solidFill>
                  <a:schemeClr val="accent4">
                    <a:lumMod val="75000"/>
                  </a:schemeClr>
                </a:solidFill>
                <a:latin typeface="Times New Roman" panose="02020603050405020304" pitchFamily="18" charset="0"/>
                <a:cs typeface="Times New Roman" panose="02020603050405020304" pitchFamily="18" charset="0"/>
              </a:rPr>
              <a:t>$</a:t>
            </a:r>
            <a:r>
              <a:rPr lang="en-US" sz="2400" dirty="0" err="1">
                <a:solidFill>
                  <a:schemeClr val="accent4">
                    <a:lumMod val="75000"/>
                  </a:schemeClr>
                </a:solidFill>
                <a:latin typeface="Times New Roman" panose="02020603050405020304" pitchFamily="18" charset="0"/>
                <a:cs typeface="Times New Roman" panose="02020603050405020304" pitchFamily="18" charset="0"/>
              </a:rPr>
              <a:t>countones</a:t>
            </a:r>
            <a:r>
              <a:rPr lang="en-US" sz="2400" dirty="0">
                <a:solidFill>
                  <a:schemeClr val="accent4">
                    <a:lumMod val="75000"/>
                  </a:schemeClr>
                </a:solidFill>
                <a:latin typeface="Times New Roman" panose="02020603050405020304" pitchFamily="18" charset="0"/>
                <a:cs typeface="Times New Roman" panose="02020603050405020304" pitchFamily="18" charset="0"/>
              </a:rPr>
              <a:t>(expression) </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counts the number of bits that are high in a vector.</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6D7B53F-EB4C-19FA-3CAA-E43215B6BC2A}"/>
              </a:ext>
            </a:extLst>
          </p:cNvPr>
          <p:cNvSpPr>
            <a:spLocks noGrp="1"/>
          </p:cNvSpPr>
          <p:nvPr>
            <p:ph type="dt" sz="half" idx="10"/>
          </p:nvPr>
        </p:nvSpPr>
        <p:spPr/>
        <p:txBody>
          <a:bodyPr/>
          <a:lstStyle/>
          <a:p>
            <a:fld id="{E5AD2757-0BBC-4119-9F6C-18F3FD3D3B06}" type="datetime1">
              <a:rPr lang="en-IN" smtClean="0"/>
              <a:pPr/>
              <a:t>31-10-2025</a:t>
            </a:fld>
            <a:endParaRPr lang="en-IN"/>
          </a:p>
        </p:txBody>
      </p:sp>
      <p:sp>
        <p:nvSpPr>
          <p:cNvPr id="5" name="Footer Placeholder 4">
            <a:extLst>
              <a:ext uri="{FF2B5EF4-FFF2-40B4-BE49-F238E27FC236}">
                <a16:creationId xmlns:a16="http://schemas.microsoft.com/office/drawing/2014/main" id="{C162D011-5415-1F7B-7C47-3BC1285AE9DB}"/>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56460ECA-9FAD-DB5C-C79F-1B434D1B0B09}"/>
              </a:ext>
            </a:extLst>
          </p:cNvPr>
          <p:cNvSpPr>
            <a:spLocks noGrp="1"/>
          </p:cNvSpPr>
          <p:nvPr>
            <p:ph type="sldNum" sz="quarter" idx="12"/>
          </p:nvPr>
        </p:nvSpPr>
        <p:spPr/>
        <p:txBody>
          <a:bodyPr/>
          <a:lstStyle/>
          <a:p>
            <a:fld id="{56BB8B7D-B437-4E80-9B4F-EB7501C8BBDD}" type="slidenum">
              <a:rPr lang="en-IN" smtClean="0"/>
              <a:pPr/>
              <a:t>328</a:t>
            </a:fld>
            <a:endParaRPr lang="en-IN"/>
          </a:p>
        </p:txBody>
      </p:sp>
    </p:spTree>
    <p:extLst>
      <p:ext uri="{BB962C8B-B14F-4D97-AF65-F5344CB8AC3E}">
        <p14:creationId xmlns:p14="http://schemas.microsoft.com/office/powerpoint/2010/main" val="3069540647"/>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A2D86-2018-4FE6-5F51-96E038BD9889}"/>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SV Test Bench</a:t>
            </a:r>
          </a:p>
        </p:txBody>
      </p:sp>
      <p:sp>
        <p:nvSpPr>
          <p:cNvPr id="3" name="Content Placeholder 2">
            <a:extLst>
              <a:ext uri="{FF2B5EF4-FFF2-40B4-BE49-F238E27FC236}">
                <a16:creationId xmlns:a16="http://schemas.microsoft.com/office/drawing/2014/main" id="{C9521C2C-90E9-E2A7-6F51-2986D442ED94}"/>
              </a:ext>
            </a:extLst>
          </p:cNvPr>
          <p:cNvSpPr>
            <a:spLocks noGrp="1"/>
          </p:cNvSpPr>
          <p:nvPr>
            <p:ph idx="1"/>
          </p:nvPr>
        </p:nvSpPr>
        <p:spPr/>
        <p:txBody>
          <a:bodyPr/>
          <a:lstStyle/>
          <a:p>
            <a:pPr>
              <a:buFont typeface="Wingdings" panose="05000000000000000000" pitchFamily="2" charset="2"/>
              <a:buChar char="§"/>
            </a:pPr>
            <a:r>
              <a:rPr lang="en-IN" sz="2400" dirty="0" err="1">
                <a:solidFill>
                  <a:schemeClr val="tx2">
                    <a:lumMod val="60000"/>
                    <a:lumOff val="40000"/>
                  </a:schemeClr>
                </a:solidFill>
                <a:latin typeface="Times New Roman" panose="02020603050405020304" pitchFamily="18" charset="0"/>
                <a:cs typeface="Times New Roman" panose="02020603050405020304" pitchFamily="18" charset="0"/>
              </a:rPr>
              <a:t>SystemVerilog</a:t>
            </a:r>
            <a:r>
              <a:rPr lang="en-IN" sz="2400" dirty="0">
                <a:solidFill>
                  <a:schemeClr val="tx2">
                    <a:lumMod val="60000"/>
                    <a:lumOff val="40000"/>
                  </a:schemeClr>
                </a:solidFill>
                <a:latin typeface="Times New Roman" panose="02020603050405020304" pitchFamily="18" charset="0"/>
                <a:cs typeface="Times New Roman" panose="02020603050405020304" pitchFamily="18" charset="0"/>
              </a:rPr>
              <a:t> Test Bench Example — Adder</a:t>
            </a:r>
          </a:p>
          <a:p>
            <a:pPr lvl="1">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312BF8B-9ACC-F795-3A60-37F8B408BFF5}"/>
              </a:ext>
            </a:extLst>
          </p:cNvPr>
          <p:cNvSpPr>
            <a:spLocks noGrp="1"/>
          </p:cNvSpPr>
          <p:nvPr>
            <p:ph type="dt" sz="half" idx="10"/>
          </p:nvPr>
        </p:nvSpPr>
        <p:spPr/>
        <p:txBody>
          <a:bodyPr/>
          <a:lstStyle/>
          <a:p>
            <a:fld id="{886B05EB-90A1-44A0-A893-650A05BF1CBF}" type="datetime1">
              <a:rPr lang="en-IN" smtClean="0"/>
              <a:pPr/>
              <a:t>31-10-2025</a:t>
            </a:fld>
            <a:endParaRPr lang="en-IN"/>
          </a:p>
        </p:txBody>
      </p:sp>
      <p:sp>
        <p:nvSpPr>
          <p:cNvPr id="6" name="Footer Placeholder 5">
            <a:extLst>
              <a:ext uri="{FF2B5EF4-FFF2-40B4-BE49-F238E27FC236}">
                <a16:creationId xmlns:a16="http://schemas.microsoft.com/office/drawing/2014/main" id="{9CBE0DEE-D93C-99B1-5A93-155CC66A958C}"/>
              </a:ext>
            </a:extLst>
          </p:cNvPr>
          <p:cNvSpPr>
            <a:spLocks noGrp="1"/>
          </p:cNvSpPr>
          <p:nvPr>
            <p:ph type="ftr" sz="quarter" idx="11"/>
          </p:nvPr>
        </p:nvSpPr>
        <p:spPr/>
        <p:txBody>
          <a:bodyPr/>
          <a:lstStyle/>
          <a:p>
            <a:r>
              <a:rPr lang="en-IN"/>
              <a:t>VLSI Design Verification using System Verilog</a:t>
            </a:r>
          </a:p>
        </p:txBody>
      </p:sp>
      <p:sp>
        <p:nvSpPr>
          <p:cNvPr id="7" name="Slide Number Placeholder 6">
            <a:extLst>
              <a:ext uri="{FF2B5EF4-FFF2-40B4-BE49-F238E27FC236}">
                <a16:creationId xmlns:a16="http://schemas.microsoft.com/office/drawing/2014/main" id="{2F512EBE-E83C-E912-82DB-F7F20CFC0374}"/>
              </a:ext>
            </a:extLst>
          </p:cNvPr>
          <p:cNvSpPr>
            <a:spLocks noGrp="1"/>
          </p:cNvSpPr>
          <p:nvPr>
            <p:ph type="sldNum" sz="quarter" idx="12"/>
          </p:nvPr>
        </p:nvSpPr>
        <p:spPr/>
        <p:txBody>
          <a:bodyPr/>
          <a:lstStyle/>
          <a:p>
            <a:fld id="{56BB8B7D-B437-4E80-9B4F-EB7501C8BBDD}" type="slidenum">
              <a:rPr lang="en-IN" smtClean="0"/>
              <a:pPr/>
              <a:t>329</a:t>
            </a:fld>
            <a:endParaRPr lang="en-IN"/>
          </a:p>
        </p:txBody>
      </p:sp>
      <p:pic>
        <p:nvPicPr>
          <p:cNvPr id="5" name="Picture 4">
            <a:extLst>
              <a:ext uri="{FF2B5EF4-FFF2-40B4-BE49-F238E27FC236}">
                <a16:creationId xmlns:a16="http://schemas.microsoft.com/office/drawing/2014/main" id="{78DCDF9A-5E6A-C4FE-108E-A1A946E16BC7}"/>
              </a:ext>
            </a:extLst>
          </p:cNvPr>
          <p:cNvPicPr>
            <a:picLocks noChangeAspect="1"/>
          </p:cNvPicPr>
          <p:nvPr/>
        </p:nvPicPr>
        <p:blipFill>
          <a:blip r:embed="rId2"/>
          <a:stretch>
            <a:fillRect/>
          </a:stretch>
        </p:blipFill>
        <p:spPr>
          <a:xfrm>
            <a:off x="3625266" y="2380324"/>
            <a:ext cx="6232786" cy="3576864"/>
          </a:xfrm>
          <a:prstGeom prst="rect">
            <a:avLst/>
          </a:prstGeom>
        </p:spPr>
      </p:pic>
    </p:spTree>
    <p:extLst>
      <p:ext uri="{BB962C8B-B14F-4D97-AF65-F5344CB8AC3E}">
        <p14:creationId xmlns:p14="http://schemas.microsoft.com/office/powerpoint/2010/main" val="182245057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8022-B2C4-6D0C-BD6E-86FA5DEA2BCF}"/>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SV Test Bench</a:t>
            </a:r>
            <a:endParaRPr lang="en-IN" dirty="0"/>
          </a:p>
        </p:txBody>
      </p:sp>
      <p:sp>
        <p:nvSpPr>
          <p:cNvPr id="3" name="Content Placeholder 2">
            <a:extLst>
              <a:ext uri="{FF2B5EF4-FFF2-40B4-BE49-F238E27FC236}">
                <a16:creationId xmlns:a16="http://schemas.microsoft.com/office/drawing/2014/main" id="{9D71E4A3-B7D4-3942-BE1A-B1775AC5C34B}"/>
              </a:ext>
            </a:extLst>
          </p:cNvPr>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Adder is,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fed with the inputs clock, reset, a, b and valid. has output is c.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valid signal indicates the valid value on the a and b, On valid signal adder will add the a and b, drives the result in the next clock on c. </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Adder add/Sum the 4bit values ‘a’ and ‘b’, and drives the result on c in the next clock. </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A968F02-58B3-FB6A-BC22-484345DDC72D}"/>
              </a:ext>
            </a:extLst>
          </p:cNvPr>
          <p:cNvSpPr>
            <a:spLocks noGrp="1"/>
          </p:cNvSpPr>
          <p:nvPr>
            <p:ph type="dt" sz="half" idx="10"/>
          </p:nvPr>
        </p:nvSpPr>
        <p:spPr/>
        <p:txBody>
          <a:bodyPr/>
          <a:lstStyle/>
          <a:p>
            <a:fld id="{13867B27-74F7-4D41-9CB7-0671A4925A52}" type="datetime1">
              <a:rPr lang="en-IN" smtClean="0"/>
              <a:pPr/>
              <a:t>31-10-2025</a:t>
            </a:fld>
            <a:endParaRPr lang="en-IN"/>
          </a:p>
        </p:txBody>
      </p:sp>
      <p:sp>
        <p:nvSpPr>
          <p:cNvPr id="5" name="Footer Placeholder 4">
            <a:extLst>
              <a:ext uri="{FF2B5EF4-FFF2-40B4-BE49-F238E27FC236}">
                <a16:creationId xmlns:a16="http://schemas.microsoft.com/office/drawing/2014/main" id="{CB896236-6F38-7BB4-8734-CE1B85EC7295}"/>
              </a:ext>
            </a:extLst>
          </p:cNvPr>
          <p:cNvSpPr>
            <a:spLocks noGrp="1"/>
          </p:cNvSpPr>
          <p:nvPr>
            <p:ph type="ftr" sz="quarter" idx="11"/>
          </p:nvPr>
        </p:nvSpPr>
        <p:spPr/>
        <p:txBody>
          <a:bodyPr/>
          <a:lstStyle/>
          <a:p>
            <a:r>
              <a:rPr lang="en-IN"/>
              <a:t>VLSI Design Verification using System Verilog</a:t>
            </a:r>
          </a:p>
        </p:txBody>
      </p:sp>
      <p:sp>
        <p:nvSpPr>
          <p:cNvPr id="6" name="Slide Number Placeholder 5">
            <a:extLst>
              <a:ext uri="{FF2B5EF4-FFF2-40B4-BE49-F238E27FC236}">
                <a16:creationId xmlns:a16="http://schemas.microsoft.com/office/drawing/2014/main" id="{A083CF66-A8E9-9CCE-9341-040225C9DB01}"/>
              </a:ext>
            </a:extLst>
          </p:cNvPr>
          <p:cNvSpPr>
            <a:spLocks noGrp="1"/>
          </p:cNvSpPr>
          <p:nvPr>
            <p:ph type="sldNum" sz="quarter" idx="12"/>
          </p:nvPr>
        </p:nvSpPr>
        <p:spPr/>
        <p:txBody>
          <a:bodyPr/>
          <a:lstStyle/>
          <a:p>
            <a:fld id="{56BB8B7D-B437-4E80-9B4F-EB7501C8BBDD}" type="slidenum">
              <a:rPr lang="en-IN" smtClean="0"/>
              <a:pPr/>
              <a:t>330</a:t>
            </a:fld>
            <a:endParaRPr lang="en-IN"/>
          </a:p>
        </p:txBody>
      </p:sp>
    </p:spTree>
    <p:extLst>
      <p:ext uri="{BB962C8B-B14F-4D97-AF65-F5344CB8AC3E}">
        <p14:creationId xmlns:p14="http://schemas.microsoft.com/office/powerpoint/2010/main" val="382233600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A852E-783F-B82E-1826-89907416B042}"/>
              </a:ext>
            </a:extLst>
          </p:cNvPr>
          <p:cNvSpPr>
            <a:spLocks noGrp="1"/>
          </p:cNvSpPr>
          <p:nvPr>
            <p:ph type="title"/>
          </p:nvPr>
        </p:nvSpPr>
        <p:spPr/>
        <p:txBody>
          <a:bodyPr/>
          <a:lstStyle/>
          <a:p>
            <a:r>
              <a:rPr kumimoji="0" lang="en-IN" sz="3600" b="0" i="0" u="none" strike="noStrike" kern="1200" cap="none" spc="0" normalizeH="0" baseline="0" noProof="0" dirty="0">
                <a:ln>
                  <a:noFill/>
                </a:ln>
                <a:effectLst/>
                <a:uLnTx/>
                <a:uFillTx/>
                <a:latin typeface="Times New Roman" panose="02020603050405020304" pitchFamily="18" charset="0"/>
                <a:ea typeface="+mj-ea"/>
                <a:cs typeface="Times New Roman" panose="02020603050405020304" pitchFamily="18" charset="0"/>
              </a:rPr>
              <a:t>SV Test Bench</a:t>
            </a:r>
            <a:endParaRPr lang="en-IN" dirty="0"/>
          </a:p>
        </p:txBody>
      </p:sp>
      <p:pic>
        <p:nvPicPr>
          <p:cNvPr id="5" name="Content Placeholder 4">
            <a:extLst>
              <a:ext uri="{FF2B5EF4-FFF2-40B4-BE49-F238E27FC236}">
                <a16:creationId xmlns:a16="http://schemas.microsoft.com/office/drawing/2014/main" id="{4FDFB97B-D837-C1F5-EC9A-02A34143436E}"/>
              </a:ext>
            </a:extLst>
          </p:cNvPr>
          <p:cNvPicPr>
            <a:picLocks noGrp="1" noChangeAspect="1"/>
          </p:cNvPicPr>
          <p:nvPr>
            <p:ph idx="1"/>
          </p:nvPr>
        </p:nvPicPr>
        <p:blipFill>
          <a:blip r:embed="rId2"/>
          <a:stretch>
            <a:fillRect/>
          </a:stretch>
        </p:blipFill>
        <p:spPr>
          <a:xfrm>
            <a:off x="1835343" y="1192570"/>
            <a:ext cx="8442133" cy="4201233"/>
          </a:xfrm>
        </p:spPr>
      </p:pic>
      <p:sp>
        <p:nvSpPr>
          <p:cNvPr id="3" name="Date Placeholder 2">
            <a:extLst>
              <a:ext uri="{FF2B5EF4-FFF2-40B4-BE49-F238E27FC236}">
                <a16:creationId xmlns:a16="http://schemas.microsoft.com/office/drawing/2014/main" id="{8CFBCA13-D3A8-8B35-6A27-9AA8E93F94E6}"/>
              </a:ext>
            </a:extLst>
          </p:cNvPr>
          <p:cNvSpPr>
            <a:spLocks noGrp="1"/>
          </p:cNvSpPr>
          <p:nvPr>
            <p:ph type="dt" sz="half" idx="10"/>
          </p:nvPr>
        </p:nvSpPr>
        <p:spPr/>
        <p:txBody>
          <a:bodyPr/>
          <a:lstStyle/>
          <a:p>
            <a:fld id="{D600A92A-1BAD-4B97-BD9A-6CED9D841317}" type="datetime1">
              <a:rPr lang="en-IN" smtClean="0"/>
              <a:pPr/>
              <a:t>31-10-2025</a:t>
            </a:fld>
            <a:endParaRPr lang="en-IN" dirty="0"/>
          </a:p>
        </p:txBody>
      </p:sp>
      <p:sp>
        <p:nvSpPr>
          <p:cNvPr id="4" name="Footer Placeholder 3">
            <a:extLst>
              <a:ext uri="{FF2B5EF4-FFF2-40B4-BE49-F238E27FC236}">
                <a16:creationId xmlns:a16="http://schemas.microsoft.com/office/drawing/2014/main" id="{EEC25DB9-5405-47A9-5109-0AF0550FF19F}"/>
              </a:ext>
            </a:extLst>
          </p:cNvPr>
          <p:cNvSpPr>
            <a:spLocks noGrp="1"/>
          </p:cNvSpPr>
          <p:nvPr>
            <p:ph type="ftr" sz="quarter" idx="11"/>
          </p:nvPr>
        </p:nvSpPr>
        <p:spPr/>
        <p:txBody>
          <a:bodyPr/>
          <a:lstStyle/>
          <a:p>
            <a:r>
              <a:rPr lang="en-IN" dirty="0"/>
              <a:t>VLSI Design Verification using System Verilog</a:t>
            </a:r>
          </a:p>
        </p:txBody>
      </p:sp>
      <p:sp>
        <p:nvSpPr>
          <p:cNvPr id="6" name="Slide Number Placeholder 5">
            <a:extLst>
              <a:ext uri="{FF2B5EF4-FFF2-40B4-BE49-F238E27FC236}">
                <a16:creationId xmlns:a16="http://schemas.microsoft.com/office/drawing/2014/main" id="{3C17213E-4667-51FA-5D33-50E062832009}"/>
              </a:ext>
            </a:extLst>
          </p:cNvPr>
          <p:cNvSpPr>
            <a:spLocks noGrp="1"/>
          </p:cNvSpPr>
          <p:nvPr>
            <p:ph type="sldNum" sz="quarter" idx="12"/>
          </p:nvPr>
        </p:nvSpPr>
        <p:spPr/>
        <p:txBody>
          <a:bodyPr/>
          <a:lstStyle/>
          <a:p>
            <a:fld id="{56BB8B7D-B437-4E80-9B4F-EB7501C8BBDD}" type="slidenum">
              <a:rPr lang="en-IN" smtClean="0"/>
              <a:pPr/>
              <a:t>331</a:t>
            </a:fld>
            <a:endParaRPr lang="en-IN" dirty="0"/>
          </a:p>
        </p:txBody>
      </p:sp>
    </p:spTree>
    <p:extLst>
      <p:ext uri="{BB962C8B-B14F-4D97-AF65-F5344CB8AC3E}">
        <p14:creationId xmlns:p14="http://schemas.microsoft.com/office/powerpoint/2010/main" val="3865137816"/>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056C8-0457-7D8E-97B0-5F60F5BF3B4A}"/>
              </a:ext>
            </a:extLst>
          </p:cNvPr>
          <p:cNvSpPr>
            <a:spLocks noGrp="1"/>
          </p:cNvSpPr>
          <p:nvPr>
            <p:ph type="title"/>
          </p:nvPr>
        </p:nvSpPr>
        <p:spPr/>
        <p:txBody>
          <a:bodyPr/>
          <a:lstStyle/>
          <a:p>
            <a:endParaRPr lang="en-IN" dirty="0"/>
          </a:p>
        </p:txBody>
      </p:sp>
      <p:sp>
        <p:nvSpPr>
          <p:cNvPr id="4" name="Date Placeholder 3">
            <a:extLst>
              <a:ext uri="{FF2B5EF4-FFF2-40B4-BE49-F238E27FC236}">
                <a16:creationId xmlns:a16="http://schemas.microsoft.com/office/drawing/2014/main" id="{D92B5323-4245-8559-0FC4-604C91F4C46C}"/>
              </a:ext>
            </a:extLst>
          </p:cNvPr>
          <p:cNvSpPr>
            <a:spLocks noGrp="1"/>
          </p:cNvSpPr>
          <p:nvPr>
            <p:ph type="dt" sz="half" idx="10"/>
          </p:nvPr>
        </p:nvSpPr>
        <p:spPr/>
        <p:txBody>
          <a:bodyPr/>
          <a:lstStyle/>
          <a:p>
            <a:fld id="{E7A0D239-A7EA-46F8-9341-D35A529B6F22}" type="datetime1">
              <a:rPr lang="en-IN" smtClean="0"/>
              <a:pPr/>
              <a:t>31-10-2025</a:t>
            </a:fld>
            <a:endParaRPr lang="en-US" dirty="0"/>
          </a:p>
        </p:txBody>
      </p:sp>
      <p:sp>
        <p:nvSpPr>
          <p:cNvPr id="5" name="Footer Placeholder 4">
            <a:extLst>
              <a:ext uri="{FF2B5EF4-FFF2-40B4-BE49-F238E27FC236}">
                <a16:creationId xmlns:a16="http://schemas.microsoft.com/office/drawing/2014/main" id="{629FF553-DB57-E814-2308-54D882BA0F6F}"/>
              </a:ext>
            </a:extLst>
          </p:cNvPr>
          <p:cNvSpPr>
            <a:spLocks noGrp="1"/>
          </p:cNvSpPr>
          <p:nvPr>
            <p:ph type="ftr" sz="quarter" idx="11"/>
          </p:nvPr>
        </p:nvSpPr>
        <p:spPr/>
        <p:txBody>
          <a:bodyPr/>
          <a:lstStyle/>
          <a:p>
            <a:r>
              <a:rPr lang="en-IN"/>
              <a:t>VLSI Design Verification using System Verilog</a:t>
            </a:r>
            <a:endParaRPr lang="en-IN" dirty="0"/>
          </a:p>
        </p:txBody>
      </p:sp>
      <p:sp>
        <p:nvSpPr>
          <p:cNvPr id="6" name="Slide Number Placeholder 5">
            <a:extLst>
              <a:ext uri="{FF2B5EF4-FFF2-40B4-BE49-F238E27FC236}">
                <a16:creationId xmlns:a16="http://schemas.microsoft.com/office/drawing/2014/main" id="{07C4C336-5FE8-9E93-4D3D-C17EB81B57A7}"/>
              </a:ext>
            </a:extLst>
          </p:cNvPr>
          <p:cNvSpPr>
            <a:spLocks noGrp="1"/>
          </p:cNvSpPr>
          <p:nvPr>
            <p:ph type="sldNum" sz="quarter" idx="12"/>
          </p:nvPr>
        </p:nvSpPr>
        <p:spPr/>
        <p:txBody>
          <a:bodyPr/>
          <a:lstStyle/>
          <a:p>
            <a:fld id="{57B350C9-0046-402A-BD0D-C3B248A3F322}" type="slidenum">
              <a:rPr lang="en-US" smtClean="0"/>
              <a:pPr/>
              <a:t>332</a:t>
            </a:fld>
            <a:endParaRPr lang="en-US" dirty="0"/>
          </a:p>
        </p:txBody>
      </p:sp>
      <p:pic>
        <p:nvPicPr>
          <p:cNvPr id="1026" name="Picture 2" descr="SystemVerilog Testbench">
            <a:extLst>
              <a:ext uri="{FF2B5EF4-FFF2-40B4-BE49-F238E27FC236}">
                <a16:creationId xmlns:a16="http://schemas.microsoft.com/office/drawing/2014/main" id="{79ABF710-50E0-3156-71F9-09EBFAB3D0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47052" y="1714327"/>
            <a:ext cx="4084983" cy="4642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83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58093</TotalTime>
  <Words>33605</Words>
  <Application>Microsoft Office PowerPoint</Application>
  <PresentationFormat>Widescreen</PresentationFormat>
  <Paragraphs>5024</Paragraphs>
  <Slides>332</Slides>
  <Notes>8</Notes>
  <HiddenSlides>45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332</vt:i4>
      </vt:variant>
    </vt:vector>
  </HeadingPairs>
  <TitlesOfParts>
    <vt:vector size="337" baseType="lpstr">
      <vt:lpstr>Arial</vt:lpstr>
      <vt:lpstr>Calibri</vt:lpstr>
      <vt:lpstr>Times New Roman</vt:lpstr>
      <vt:lpstr>Wingdings</vt:lpstr>
      <vt:lpstr>Office Theme</vt:lpstr>
      <vt:lpstr>PowerPoint Presentation</vt:lpstr>
      <vt:lpstr>Content </vt:lpstr>
      <vt:lpstr>Introduction to SystemVerilog</vt:lpstr>
      <vt:lpstr>Introduction to SystemVerilog cont.….</vt:lpstr>
      <vt:lpstr>SystemVerilog Test Bench</vt:lpstr>
      <vt:lpstr>SystemVerilog Test Bench cont..…</vt:lpstr>
      <vt:lpstr>SystemVerilog Test Bench cont..…</vt:lpstr>
      <vt:lpstr>SystemVerilog Test Bench cont..…</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Data Types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Loops</vt:lpstr>
      <vt:lpstr>SystemVerilog Control Flow Statements</vt:lpstr>
      <vt:lpstr>SystemVerilog Control Flow Statements</vt:lpstr>
      <vt:lpstr>SystemVerilog Control Flow Statements</vt:lpstr>
      <vt:lpstr>SystemVerilog Conditional Statements</vt:lpstr>
      <vt:lpstr>SystemVerilog Conditional Statements</vt:lpstr>
      <vt:lpstr>SystemVerilog Conditional Statements</vt:lpstr>
      <vt:lpstr>SystemVerilog Conditional Statements</vt:lpstr>
      <vt:lpstr>SystemVerilog Conditional Statements</vt:lpstr>
      <vt:lpstr>SystemVerilog Conditional Statements</vt:lpstr>
      <vt:lpstr>SystemVerilog Conditional Statements</vt:lpstr>
      <vt:lpstr>SystemVerilog Functions</vt:lpstr>
      <vt:lpstr>SystemVerilog Functions</vt:lpstr>
      <vt:lpstr>SystemVerilog Functions</vt:lpstr>
      <vt:lpstr>SystemVerilog Functions</vt:lpstr>
      <vt:lpstr>SystemVerilog Task</vt:lpstr>
      <vt:lpstr>SystemVerilog Task</vt:lpstr>
      <vt:lpstr>SystemVerilog Task</vt:lpstr>
      <vt:lpstr>SystemVerilog Task</vt:lpstr>
      <vt:lpstr>SystemVerilog Task</vt:lpstr>
      <vt:lpstr>Task and Function Argument Passing</vt:lpstr>
      <vt:lpstr>Task and Function Argument Passing</vt:lpstr>
      <vt:lpstr>Task and Function Argument Passing</vt:lpstr>
      <vt:lpstr>Task and Function Argument Passing</vt:lpstr>
      <vt:lpstr>Task and Function Argument Passing</vt:lpstr>
      <vt:lpstr>Task and Function Argument Passing</vt:lpstr>
      <vt:lpstr>Task and Function Argument Passing</vt:lpstr>
      <vt:lpstr>Task and Function Argument Passing</vt:lpstr>
      <vt:lpstr>Task and Function Argument Passing</vt:lpstr>
      <vt:lpstr>SystemVerilog Processes</vt:lpstr>
      <vt:lpstr>SystemVerilog Processes</vt:lpstr>
      <vt:lpstr>SystemVerilog Processes</vt:lpstr>
      <vt:lpstr>SystemVerilog Processes</vt:lpstr>
      <vt:lpstr>SystemVerilog Processes</vt:lpstr>
      <vt:lpstr>SystemVerilog Processes</vt:lpstr>
      <vt:lpstr>SystemVerilog Processes</vt:lpstr>
      <vt:lpstr>SystemVerilog Processes</vt:lpstr>
      <vt:lpstr>SystemVerilog Processes</vt:lpstr>
      <vt:lpstr>SystemVerilog Processes</vt:lpstr>
      <vt:lpstr>SystemVerilog Processes</vt:lpstr>
      <vt:lpstr>SystemVerilog Communication</vt:lpstr>
      <vt:lpstr>SystemVerilog Communication</vt:lpstr>
      <vt:lpstr>SystemVerilog Communication</vt:lpstr>
      <vt:lpstr>SystemVerilog Communication</vt:lpstr>
      <vt:lpstr>SystemVerilog Communication</vt:lpstr>
      <vt:lpstr>SystemVerilog Communication</vt:lpstr>
      <vt:lpstr>SystemVerilog Communication</vt:lpstr>
      <vt:lpstr>SystemVerilog Communication</vt:lpstr>
      <vt:lpstr>SystemVerilog Communication</vt:lpstr>
      <vt:lpstr>SystemVerilog Communication</vt:lpstr>
      <vt:lpstr>SystemVerilog Communication</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Interface</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Data hiding and Encapsulation </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Class</vt:lpstr>
      <vt:lpstr>SystemVerilog External Methods </vt:lpstr>
      <vt:lpstr>System Verilog External Methods </vt:lpstr>
      <vt:lpstr>Typedef Class</vt:lpstr>
      <vt:lpstr>Typedef Class</vt:lpstr>
      <vt:lpstr>Randomization in SV</vt:lpstr>
      <vt:lpstr>Randomization in SV</vt:lpstr>
      <vt:lpstr>Randomization in SV</vt:lpstr>
      <vt:lpstr>Randomization in SV</vt:lpstr>
      <vt:lpstr>Randomization in SV</vt:lpstr>
      <vt:lpstr>Randomization in SV</vt:lpstr>
      <vt:lpstr>Randomization in SV</vt:lpstr>
      <vt:lpstr>Randomization in SV</vt:lpstr>
      <vt:lpstr>Randomization in SV</vt:lpstr>
      <vt:lpstr>Randomization Methods</vt:lpstr>
      <vt:lpstr>Randomization Methods</vt:lpstr>
      <vt:lpstr>Randomization Methods</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Constrained randomization</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Coverage</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Assertions</vt:lpstr>
      <vt:lpstr>SV Test Bench</vt:lpstr>
      <vt:lpstr>SV Test Bench</vt:lpstr>
      <vt:lpstr>SV Test Bench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Aashrithest H G</dc:creator>
  <cp:lastModifiedBy>Sriram S R</cp:lastModifiedBy>
  <cp:revision>58</cp:revision>
  <dcterms:created xsi:type="dcterms:W3CDTF">2024-11-26T09:00:10Z</dcterms:created>
  <dcterms:modified xsi:type="dcterms:W3CDTF">2025-10-31T01:40:00Z</dcterms:modified>
</cp:coreProperties>
</file>